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973568" y="5404104"/>
            <a:ext cx="3456432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01583" y="5486400"/>
            <a:ext cx="3182112" cy="530352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43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>
              <a:defRPr sz="1500" b="1">
                <a:solidFill>
                  <a:srgbClr val="C43434"/>
                </a:solidFill>
                <a:latin typeface="Arial"/>
              </a:defRPr>
            </a:pPr>
            <a:r>
              <a:t>Entrega en Moovi: 2 de octubre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1128248" y="6665976"/>
            <a:ext cx="566928" cy="192024"/>
          </a:xfrm>
          <a:prstGeom prst="rect">
            <a:avLst/>
          </a:prstGeom>
          <a:solidFill>
            <a:srgbClr val="0B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6688836"/>
            <a:ext cx="457200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700">
                <a:solidFill>
                  <a:srgbClr val="FFFFFF"/>
                </a:solidFill>
                <a:latin typeface="Arial"/>
              </a:defRPr>
            </a:pPr>
            <a: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1128248" y="6665976"/>
            <a:ext cx="566928" cy="192024"/>
          </a:xfrm>
          <a:prstGeom prst="rect">
            <a:avLst/>
          </a:prstGeom>
          <a:solidFill>
            <a:srgbClr val="0B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6688836"/>
            <a:ext cx="457200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700">
                <a:solidFill>
                  <a:srgbClr val="FFFFFF"/>
                </a:solidFill>
                <a:latin typeface="Arial"/>
              </a:defRPr>
            </a:pPr>
            <a: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1128248" y="6665976"/>
            <a:ext cx="566928" cy="192024"/>
          </a:xfrm>
          <a:prstGeom prst="rect">
            <a:avLst/>
          </a:prstGeom>
          <a:solidFill>
            <a:srgbClr val="0B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6688836"/>
            <a:ext cx="457200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700">
                <a:solidFill>
                  <a:srgbClr val="FFFFFF"/>
                </a:solidFill>
                <a:latin typeface="Arial"/>
              </a:defRPr>
            </a:pPr>
            <a: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1128248" y="6665976"/>
            <a:ext cx="566928" cy="192024"/>
          </a:xfrm>
          <a:prstGeom prst="rect">
            <a:avLst/>
          </a:prstGeom>
          <a:solidFill>
            <a:srgbClr val="0B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6688836"/>
            <a:ext cx="457200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700">
                <a:solidFill>
                  <a:srgbClr val="FFFFFF"/>
                </a:solidFill>
                <a:latin typeface="Arial"/>
              </a:defRPr>
            </a:pPr>
            <a: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1128248" y="6665976"/>
            <a:ext cx="566928" cy="192024"/>
          </a:xfrm>
          <a:prstGeom prst="rect">
            <a:avLst/>
          </a:prstGeom>
          <a:solidFill>
            <a:srgbClr val="0B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6688836"/>
            <a:ext cx="457200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700">
                <a:solidFill>
                  <a:srgbClr val="FFFFFF"/>
                </a:solidFill>
                <a:latin typeface="Arial"/>
              </a:defRPr>
            </a:pPr>
            <a: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1128248" y="6665976"/>
            <a:ext cx="566928" cy="192024"/>
          </a:xfrm>
          <a:prstGeom prst="rect">
            <a:avLst/>
          </a:prstGeom>
          <a:solidFill>
            <a:srgbClr val="0B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6688836"/>
            <a:ext cx="457200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700">
                <a:solidFill>
                  <a:srgbClr val="FFFFFF"/>
                </a:solidFill>
                <a:latin typeface="Arial"/>
              </a:defRPr>
            </a:pPr>
            <a: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1128248" y="6665976"/>
            <a:ext cx="566928" cy="192024"/>
          </a:xfrm>
          <a:prstGeom prst="rect">
            <a:avLst/>
          </a:prstGeom>
          <a:solidFill>
            <a:srgbClr val="0B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6688836"/>
            <a:ext cx="457200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700">
                <a:solidFill>
                  <a:srgbClr val="FFFFFF"/>
                </a:solidFill>
                <a:latin typeface="Arial"/>
              </a:defRPr>
            </a:pPr>
            <a: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1128248" y="6665976"/>
            <a:ext cx="566928" cy="192024"/>
          </a:xfrm>
          <a:prstGeom prst="rect">
            <a:avLst/>
          </a:prstGeom>
          <a:solidFill>
            <a:srgbClr val="0B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6688836"/>
            <a:ext cx="457200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700">
                <a:solidFill>
                  <a:srgbClr val="FFFFFF"/>
                </a:solidFill>
                <a:latin typeface="Arial"/>
              </a:defRPr>
            </a:pPr>
            <a: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1128248" y="6665976"/>
            <a:ext cx="566928" cy="192024"/>
          </a:xfrm>
          <a:prstGeom prst="rect">
            <a:avLst/>
          </a:prstGeom>
          <a:solidFill>
            <a:srgbClr val="0B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6688836"/>
            <a:ext cx="457200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700">
                <a:solidFill>
                  <a:srgbClr val="FFFFFF"/>
                </a:solidFill>
                <a:latin typeface="Arial"/>
              </a:defRPr>
            </a:pPr>
            <a: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1128248" y="6665976"/>
            <a:ext cx="566928" cy="192024"/>
          </a:xfrm>
          <a:prstGeom prst="rect">
            <a:avLst/>
          </a:prstGeom>
          <a:solidFill>
            <a:srgbClr val="0B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6688836"/>
            <a:ext cx="457200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700">
                <a:solidFill>
                  <a:srgbClr val="FFFFFF"/>
                </a:solidFill>
                <a:latin typeface="Arial"/>
              </a:defRPr>
            </a:pPr>
            <a:r>
              <a:t>41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
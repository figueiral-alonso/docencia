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9808" y="4873752"/>
            <a:ext cx="888796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01768"/>
            <a:ext cx="84582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0B8989"/>
                </a:solidFill>
                <a:latin typeface="Arial"/>
              </a:defRPr>
            </a:pPr>
            <a:r>
              <a:t>18 de septiembre · Práctica de dos semanas · Entrega: 2 de octubre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973568" y="5404104"/>
            <a:ext cx="345643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1583" y="5486400"/>
            <a:ext cx="3182112" cy="53035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4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>
              <a:defRPr sz="1500" b="1">
                <a:solidFill>
                  <a:srgbClr val="C43434"/>
                </a:solidFill>
                <a:latin typeface="Arial"/>
              </a:defRPr>
            </a:pPr>
            <a:r>
              <a:t>Entrega en Moovi: 2 de octubre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
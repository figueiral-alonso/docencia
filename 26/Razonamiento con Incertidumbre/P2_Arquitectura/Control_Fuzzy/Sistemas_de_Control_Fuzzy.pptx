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1.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2.xml" ContentType="application/vnd.openxmlformats-officedocument.drawingml.chart+xml"/>
  <Override PartName="/ppt/slides/charts/chart3.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slides/charts/chart5.xml" ContentType="application/vnd.openxmlformats-officedocument.drawingml.chart+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slides/charts/chart6.xml" ContentType="application/vnd.openxmlformats-officedocument.drawingml.chart+xml"/>
  <Override PartName="/ppt/slides/charts/chart7.xml" ContentType="application/vnd.openxmlformats-officedocument.drawingml.chart+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slides/charts/chart8.xml" ContentType="application/vnd.openxmlformats-officedocument.drawingml.chart+xml"/>
  <Override PartName="/ppt/notesSlides/notesSlide17.xml" ContentType="application/vnd.openxmlformats-officedocument.presentationml.notesSlide+xml"/>
  <Override PartName="/ppt/slides/slide18.xml" ContentType="application/vnd.openxmlformats-officedocument.presentationml.slide+xml"/>
  <Override PartName="/ppt/slides/charts/chart9.xml" ContentType="application/vnd.openxmlformats-officedocument.drawingml.chart+xml"/>
  <Override PartName="/ppt/notesSlides/notesSlide18.xml" ContentType="application/vnd.openxmlformats-officedocument.presentationml.notesSlide+xml"/>
  <Override PartName="/ppt/slides/slide19.xml" ContentType="application/vnd.openxmlformats-officedocument.presentationml.slide+xml"/>
  <Override PartName="/ppt/slides/charts/chart10.xml" ContentType="application/vnd.openxmlformats-officedocument.drawingml.chart+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slides/charts/chart11.xml" ContentType="application/vnd.openxmlformats-officedocument.drawingml.chart+xml"/>
  <Override PartName="/ppt/notesSlides/notesSlide21.xml" ContentType="application/vnd.openxmlformats-officedocument.presentationml.notesSlide+xml"/>
  <Override PartName="/ppt/slides/slide22.xml" ContentType="application/vnd.openxmlformats-officedocument.presentationml.slide+xml"/>
  <Override PartName="/ppt/slides/charts/chart12.xml" ContentType="application/vnd.openxmlformats-officedocument.drawingml.chart+xml"/>
  <Override PartName="/ppt/notesSlides/notesSlide22.xml" ContentType="application/vnd.openxmlformats-officedocument.presentationml.notesSlide+xml"/>
  <Override PartName="/ppt/slides/slide23.xml" ContentType="application/vnd.openxmlformats-officedocument.presentationml.slide+xml"/>
  <Override PartName="/ppt/slides/charts/chart13.xml" ContentType="application/vnd.openxmlformats-officedocument.drawingml.chart+xml"/>
  <Override PartName="/ppt/notesSlides/notesSlide23.xml" ContentType="application/vnd.openxmlformats-officedocument.presentationml.notesSlide+xml"/>
  <Override PartName="/ppt/slides/slide24.xml" ContentType="application/vnd.openxmlformats-officedocument.presentationml.slide+xml"/>
  <Override PartName="/ppt/slides/charts/chart14.xml" ContentType="application/vnd.openxmlformats-officedocument.drawingml.chart+xml"/>
  <Override PartName="/ppt/slides/charts/chart15.xml" ContentType="application/vnd.openxmlformats-officedocument.drawingml.chart+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slides/charts/chart16.xml" ContentType="application/vnd.openxmlformats-officedocument.drawingml.chart+xml"/>
  <Override PartName="/ppt/notesSlides/notesSlide26.xml" ContentType="application/vnd.openxmlformats-officedocument.presentationml.notesSlide+xml"/>
  <Override PartName="/ppt/slides/slide27.xml" ContentType="application/vnd.openxmlformats-officedocument.presentationml.slide+xml"/>
  <Override PartName="/ppt/slides/charts/chart17.xml" ContentType="application/vnd.openxmlformats-officedocument.drawingml.chart+xml"/>
  <Override PartName="/ppt/slides/charts/chart18.xml" ContentType="application/vnd.openxmlformats-officedocument.drawingml.chart+xml"/>
  <Override PartName="/ppt/slides/charts/chart19.xml" ContentType="application/vnd.openxmlformats-officedocument.drawingml.chart+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slides/charts/chart20.xml" ContentType="application/vnd.openxmlformats-officedocument.drawingml.chart+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slides/charts/chart21.xml" ContentType="application/vnd.openxmlformats-officedocument.drawingml.chart+xml"/>
  <Override PartName="/ppt/notesSlides/notesSlide40.xml" ContentType="application/vnd.openxmlformats-officedocument.presentationml.notesSlide+xml"/>
  <Override PartName="/ppt/slides/slide41.xml" ContentType="application/vnd.openxmlformats-officedocument.presentationml.slide+xml"/>
  <Override PartName="/ppt/slides/charts/chart22.xml" ContentType="application/vnd.openxmlformats-officedocument.drawingml.chart+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slides/charts/chart23.xml" ContentType="application/vnd.openxmlformats-officedocument.drawingml.chart+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slides/charts/chart24.xml" ContentType="application/vnd.openxmlformats-officedocument.drawingml.chart+xml"/>
  <Override PartName="/ppt/notesSlides/notesSlide45.xml" ContentType="application/vnd.openxmlformats-officedocument.presentationml.notesSlide+xml"/>
  <Override PartName="/ppt/slides/slide46.xml" ContentType="application/vnd.openxmlformats-officedocument.presentationml.slide+xml"/>
  <Override PartName="/ppt/slides/charts/chart25.xml" ContentType="application/vnd.openxmlformats-officedocument.drawingml.chart+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slides/charts/chart26.xml" ContentType="application/vnd.openxmlformats-officedocument.drawingml.chart+xml"/>
  <Override PartName="/ppt/notesSlides/notesSlide49.xml" ContentType="application/vnd.openxmlformats-officedocument.presentationml.notesSlide+xml"/>
  <Override PartName="/ppt/slides/slide50.xml" ContentType="application/vnd.openxmlformats-officedocument.presentationml.slide+xml"/>
  <Override PartName="/ppt/slides/charts/chart27.xml" ContentType="application/vnd.openxmlformats-officedocument.drawingml.chart+xml"/>
  <Override PartName="/ppt/notesSlides/notesSlide50.xml" ContentType="application/vnd.openxmlformats-officedocument.presentationml.notesSlide+xml"/>
  <Override PartName="/ppt/slides/slide51.xml" ContentType="application/vnd.openxmlformats-officedocument.presentationml.slide+xml"/>
  <Override PartName="/ppt/slides/charts/chart28.xml" ContentType="application/vnd.openxmlformats-officedocument.drawingml.chart+xml"/>
  <Override PartName="/ppt/notesSlides/notesSlide51.xml" ContentType="application/vnd.openxmlformats-officedocument.presentationml.notesSlide+xml"/>
  <Override PartName="/ppt/slides/slide52.xml" ContentType="application/vnd.openxmlformats-officedocument.presentationml.slide+xml"/>
  <Override PartName="/ppt/slides/charts/chart29.xml" ContentType="application/vnd.openxmlformats-officedocument.drawingml.chart+xml"/>
  <Override PartName="/ppt/notesSlides/notesSlide52.xml" ContentType="application/vnd.openxmlformats-officedocument.presentationml.notesSlide+xml"/>
  <Override PartName="/ppt/slides/slide53.xml" ContentType="application/vnd.openxmlformats-officedocument.presentationml.slide+xml"/>
  <Override PartName="/ppt/slides/charts/chart30.xml" ContentType="application/vnd.openxmlformats-officedocument.drawingml.chart+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slides/charts/chart31.xml" ContentType="application/vnd.openxmlformats-officedocument.drawingml.chart+xml"/>
  <Override PartName="/ppt/slides/charts/chart32.xml" ContentType="application/vnd.openxmlformats-officedocument.drawingml.chart+xml"/>
  <Override PartName="/ppt/notesSlides/notesSlide56.xml" ContentType="application/vnd.openxmlformats-officedocument.presentationml.notesSlide+xml"/>
  <Override PartName="/ppt/slides/slide57.xml" ContentType="application/vnd.openxmlformats-officedocument.presentationml.slide+xml"/>
  <Override PartName="/ppt/slides/charts/chart33.xml" ContentType="application/vnd.openxmlformats-officedocument.drawingml.chart+xml"/>
  <Override PartName="/ppt/notesSlides/notesSlide57.xml" ContentType="application/vnd.openxmlformats-officedocument.presentationml.notesSlide+xml"/>
  <Override PartName="/ppt/slides/slide58.xml" ContentType="application/vnd.openxmlformats-officedocument.presentationml.slide+xml"/>
  <Override PartName="/ppt/slides/charts/chart34.xml" ContentType="application/vnd.openxmlformats-officedocument.drawingml.chart+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slides/charts/chart35.xml" ContentType="application/vnd.openxmlformats-officedocument.drawingml.chart+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slides/charts/chart36.xml" ContentType="application/vnd.openxmlformats-officedocument.drawingml.chart+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slides/charts/chart37.xml" ContentType="application/vnd.openxmlformats-officedocument.drawingml.chart+xml"/>
  <Override PartName="/ppt/slides/charts/chart38.xml" ContentType="application/vnd.openxmlformats-officedocument.drawingml.chart+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slides/charts/chart39.xml" ContentType="application/vnd.openxmlformats-officedocument.drawingml.chart+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slides/charts/chart40.xml" ContentType="application/vnd.openxmlformats-officedocument.drawingml.chart+xml"/>
  <Override PartName="/ppt/slides/charts/chart41.xml" ContentType="application/vnd.openxmlformats-officedocument.drawingml.chart+xml"/>
  <Override PartName="/ppt/notesSlides/notesSlide77.xml" ContentType="application/vnd.openxmlformats-officedocument.presentationml.notesSlide+xml"/>
  <Override PartName="/ppt/slides/slide78.xml" ContentType="application/vnd.openxmlformats-officedocument.presentationml.slide+xml"/>
  <Override PartName="/ppt/slides/charts/chart42.xml" ContentType="application/vnd.openxmlformats-officedocument.drawingml.chart+xml"/>
  <Override PartName="/ppt/notesSlides/notesSlide78.xml" ContentType="application/vnd.openxmlformats-officedocument.presentationml.notesSlide+xml"/>
  <Override PartName="/ppt/slides/slide79.xml" ContentType="application/vnd.openxmlformats-officedocument.presentationml.slide+xml"/>
  <Override PartName="/ppt/slides/charts/chart43.xml" ContentType="application/vnd.openxmlformats-officedocument.drawingml.chart+xml"/>
  <Override PartName="/ppt/notesSlides/notesSlide79.xml" ContentType="application/vnd.openxmlformats-officedocument.presentationml.notesSlide+xml"/>
  <Override PartName="/ppt/slides/slide80.xml" ContentType="application/vnd.openxmlformats-officedocument.presentationml.slide+xml"/>
  <Override PartName="/ppt/slides/charts/chart44.xml" ContentType="application/vnd.openxmlformats-officedocument.drawingml.chart+xml"/>
  <Override PartName="/ppt/notesSlides/notesSlide80.xml" ContentType="application/vnd.openxmlformats-officedocument.presentationml.notesSlide+xml"/>
  <Override PartName="/ppt/slides/slide81.xml" ContentType="application/vnd.openxmlformats-officedocument.presentationml.slide+xml"/>
  <Override PartName="/ppt/notesSlides/notesSlide81.xml" ContentType="application/vnd.openxmlformats-officedocument.presentationml.notesSlide+xml"/>
  <Override PartName="/ppt/slides/slide82.xml" ContentType="application/vnd.openxmlformats-officedocument.presentationml.slide+xml"/>
  <Override PartName="/ppt/notesSlides/notesSlide82.xml" ContentType="application/vnd.openxmlformats-officedocument.presentationml.notesSlide+xml"/>
  <Override PartName="/ppt/slides/slide83.xml" ContentType="application/vnd.openxmlformats-officedocument.presentationml.slide+xml"/>
  <Override PartName="/ppt/notesSlides/notesSlide83.xml" ContentType="application/vnd.openxmlformats-officedocument.presentationml.notesSlide+xml"/>
  <Override PartName="/ppt/slides/slide84.xml" ContentType="application/vnd.openxmlformats-officedocument.presentationml.slide+xml"/>
  <Override PartName="/ppt/notesSlides/notesSlide84.xml" ContentType="application/vnd.openxmlformats-officedocument.presentationml.notesSlide+xml"/>
  <Override PartName="/ppt/slides/slide85.xml" ContentType="application/vnd.openxmlformats-officedocument.presentationml.slide+xml"/>
  <Override PartName="/ppt/notesSlides/notesSlide8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b4e3cfba9574fc7" /><Relationship Type="http://schemas.openxmlformats.org/officeDocument/2006/relationships/extended-properties" Target="/docProps/app.xml" Id="Rf578bc57afbf4791" /><Relationship Type="http://schemas.openxmlformats.org/officeDocument/2006/relationships/officeDocument" Target="/ppt/presentation.xml" Id="R94eb2a81159c47f8" /></Relationships>
</file>

<file path=ppt/presentation.xml><?xml version="1.0" encoding="utf-8"?>
<p:presentation xmlns:p="http://schemas.openxmlformats.org/presentationml/2006/main">
  <p:sldMasterIdLst>
    <p:sldMasterId xmlns:r="http://schemas.openxmlformats.org/officeDocument/2006/relationships" id="2147483648" r:id="R41500a74ecb64788"/>
  </p:sldMasterIdLst>
  <p:notesMasterIdLst>
    <p:notesMasterId xmlns:r="http://schemas.openxmlformats.org/officeDocument/2006/relationships" r:id="Rc60d359f42e54d68"/>
  </p:notesMasterIdLst>
  <p:sldIdLst>
    <p:sldId xmlns:r="http://schemas.openxmlformats.org/officeDocument/2006/relationships" id="256" r:id="Ra75914e8255348c9"/>
    <p:sldId xmlns:r="http://schemas.openxmlformats.org/officeDocument/2006/relationships" id="257" r:id="R848d202ecf4340e4"/>
    <p:sldId xmlns:r="http://schemas.openxmlformats.org/officeDocument/2006/relationships" id="258" r:id="R6b288f4167e24dcf"/>
    <p:sldId xmlns:r="http://schemas.openxmlformats.org/officeDocument/2006/relationships" id="259" r:id="R382ce99c73e04585"/>
    <p:sldId xmlns:r="http://schemas.openxmlformats.org/officeDocument/2006/relationships" id="260" r:id="Rc21d3075afaa4b56"/>
    <p:sldId xmlns:r="http://schemas.openxmlformats.org/officeDocument/2006/relationships" id="261" r:id="Rb6f1578504b24221"/>
    <p:sldId xmlns:r="http://schemas.openxmlformats.org/officeDocument/2006/relationships" id="262" r:id="R70c6077b2ac84060"/>
    <p:sldId xmlns:r="http://schemas.openxmlformats.org/officeDocument/2006/relationships" id="263" r:id="R48fe7492beb943b2"/>
    <p:sldId xmlns:r="http://schemas.openxmlformats.org/officeDocument/2006/relationships" id="264" r:id="Rd38be101686d489f"/>
    <p:sldId xmlns:r="http://schemas.openxmlformats.org/officeDocument/2006/relationships" id="265" r:id="Rf24bc233e8e24e5c"/>
    <p:sldId xmlns:r="http://schemas.openxmlformats.org/officeDocument/2006/relationships" id="266" r:id="Rec2944a06e7d416c"/>
    <p:sldId xmlns:r="http://schemas.openxmlformats.org/officeDocument/2006/relationships" id="267" r:id="R980dd23d0c8a43c2"/>
    <p:sldId xmlns:r="http://schemas.openxmlformats.org/officeDocument/2006/relationships" id="268" r:id="R040e9989fbb24887"/>
    <p:sldId xmlns:r="http://schemas.openxmlformats.org/officeDocument/2006/relationships" id="269" r:id="R93efff048aa64e09"/>
    <p:sldId xmlns:r="http://schemas.openxmlformats.org/officeDocument/2006/relationships" id="270" r:id="Re607d556c29f412b"/>
    <p:sldId xmlns:r="http://schemas.openxmlformats.org/officeDocument/2006/relationships" id="271" r:id="Rb46d38e1c72f4dc0"/>
    <p:sldId xmlns:r="http://schemas.openxmlformats.org/officeDocument/2006/relationships" id="272" r:id="Rd2366f931eea4813"/>
    <p:sldId xmlns:r="http://schemas.openxmlformats.org/officeDocument/2006/relationships" id="273" r:id="R8c8433def7e24e28"/>
    <p:sldId xmlns:r="http://schemas.openxmlformats.org/officeDocument/2006/relationships" id="274" r:id="Ra1eb78bb4273465d"/>
    <p:sldId xmlns:r="http://schemas.openxmlformats.org/officeDocument/2006/relationships" id="275" r:id="R94350230fd084509"/>
    <p:sldId xmlns:r="http://schemas.openxmlformats.org/officeDocument/2006/relationships" id="276" r:id="R88944c4cd66e422d"/>
    <p:sldId xmlns:r="http://schemas.openxmlformats.org/officeDocument/2006/relationships" id="277" r:id="R957f2d1e5e414c5a"/>
    <p:sldId xmlns:r="http://schemas.openxmlformats.org/officeDocument/2006/relationships" id="278" r:id="R33d17576adeb4ef3"/>
    <p:sldId xmlns:r="http://schemas.openxmlformats.org/officeDocument/2006/relationships" id="279" r:id="R84b97df581504331"/>
    <p:sldId xmlns:r="http://schemas.openxmlformats.org/officeDocument/2006/relationships" id="280" r:id="Rd0c1cae8d61547b4"/>
    <p:sldId xmlns:r="http://schemas.openxmlformats.org/officeDocument/2006/relationships" id="281" r:id="Re8e2cdbc04fa4ff9"/>
    <p:sldId xmlns:r="http://schemas.openxmlformats.org/officeDocument/2006/relationships" id="282" r:id="R8a618e1548b14899"/>
    <p:sldId xmlns:r="http://schemas.openxmlformats.org/officeDocument/2006/relationships" id="283" r:id="R4ce32a63685448bb"/>
    <p:sldId xmlns:r="http://schemas.openxmlformats.org/officeDocument/2006/relationships" id="284" r:id="Ra167dd04f8804e28"/>
    <p:sldId xmlns:r="http://schemas.openxmlformats.org/officeDocument/2006/relationships" id="285" r:id="Re69a79f24e9546e7"/>
    <p:sldId xmlns:r="http://schemas.openxmlformats.org/officeDocument/2006/relationships" id="286" r:id="R620c3d05378a497d"/>
    <p:sldId xmlns:r="http://schemas.openxmlformats.org/officeDocument/2006/relationships" id="287" r:id="R57d3a6c5972d4370"/>
    <p:sldId xmlns:r="http://schemas.openxmlformats.org/officeDocument/2006/relationships" id="288" r:id="R68a82e4545a44dd7"/>
    <p:sldId xmlns:r="http://schemas.openxmlformats.org/officeDocument/2006/relationships" id="289" r:id="R6a17317945e14018"/>
    <p:sldId xmlns:r="http://schemas.openxmlformats.org/officeDocument/2006/relationships" id="290" r:id="Rdcd5ed0005e94098"/>
    <p:sldId xmlns:r="http://schemas.openxmlformats.org/officeDocument/2006/relationships" id="291" r:id="R1ca9b52e27034e2d"/>
    <p:sldId xmlns:r="http://schemas.openxmlformats.org/officeDocument/2006/relationships" id="292" r:id="R069ccfba5d8c4eba"/>
    <p:sldId xmlns:r="http://schemas.openxmlformats.org/officeDocument/2006/relationships" id="293" r:id="Rdd262461da5943ad"/>
    <p:sldId xmlns:r="http://schemas.openxmlformats.org/officeDocument/2006/relationships" id="294" r:id="Rf65d34f1af274c25"/>
    <p:sldId xmlns:r="http://schemas.openxmlformats.org/officeDocument/2006/relationships" id="295" r:id="Rd327097d61e14ca4"/>
    <p:sldId xmlns:r="http://schemas.openxmlformats.org/officeDocument/2006/relationships" id="296" r:id="Re1b9fcf442f74e5d"/>
    <p:sldId xmlns:r="http://schemas.openxmlformats.org/officeDocument/2006/relationships" id="297" r:id="Rabcc828ce05f4a29"/>
    <p:sldId xmlns:r="http://schemas.openxmlformats.org/officeDocument/2006/relationships" id="298" r:id="R40294b35e41d4ad7"/>
    <p:sldId xmlns:r="http://schemas.openxmlformats.org/officeDocument/2006/relationships" id="299" r:id="R5a10b54fb95943be"/>
    <p:sldId xmlns:r="http://schemas.openxmlformats.org/officeDocument/2006/relationships" id="300" r:id="R942f41dfc5094c9c"/>
    <p:sldId xmlns:r="http://schemas.openxmlformats.org/officeDocument/2006/relationships" id="301" r:id="Rc2f6fdca9ec74b59"/>
    <p:sldId xmlns:r="http://schemas.openxmlformats.org/officeDocument/2006/relationships" id="302" r:id="R4ffbb14662c947c8"/>
    <p:sldId xmlns:r="http://schemas.openxmlformats.org/officeDocument/2006/relationships" id="303" r:id="Rfafa8579e81940ce"/>
    <p:sldId xmlns:r="http://schemas.openxmlformats.org/officeDocument/2006/relationships" id="304" r:id="Rf0357a3f78874a1e"/>
    <p:sldId xmlns:r="http://schemas.openxmlformats.org/officeDocument/2006/relationships" id="305" r:id="R7d4a27eeb1e34b8c"/>
    <p:sldId xmlns:r="http://schemas.openxmlformats.org/officeDocument/2006/relationships" id="306" r:id="Raf9165bbe7614b04"/>
    <p:sldId xmlns:r="http://schemas.openxmlformats.org/officeDocument/2006/relationships" id="307" r:id="R9e7361d1107d4557"/>
    <p:sldId xmlns:r="http://schemas.openxmlformats.org/officeDocument/2006/relationships" id="308" r:id="Rbcfb5f06beb749e9"/>
    <p:sldId xmlns:r="http://schemas.openxmlformats.org/officeDocument/2006/relationships" id="309" r:id="R9a2d7496bb22402f"/>
    <p:sldId xmlns:r="http://schemas.openxmlformats.org/officeDocument/2006/relationships" id="310" r:id="R849638fe1f024998"/>
    <p:sldId xmlns:r="http://schemas.openxmlformats.org/officeDocument/2006/relationships" id="311" r:id="R846f384eb56742f4"/>
    <p:sldId xmlns:r="http://schemas.openxmlformats.org/officeDocument/2006/relationships" id="312" r:id="R4af1ff0eddf948f2"/>
    <p:sldId xmlns:r="http://schemas.openxmlformats.org/officeDocument/2006/relationships" id="313" r:id="R47e782fd0c994d51"/>
    <p:sldId xmlns:r="http://schemas.openxmlformats.org/officeDocument/2006/relationships" id="314" r:id="R088bf914fe564ad3"/>
    <p:sldId xmlns:r="http://schemas.openxmlformats.org/officeDocument/2006/relationships" id="315" r:id="Rddd1604e09d74a13"/>
    <p:sldId xmlns:r="http://schemas.openxmlformats.org/officeDocument/2006/relationships" id="316" r:id="R550266406b8a4f9b"/>
    <p:sldId xmlns:r="http://schemas.openxmlformats.org/officeDocument/2006/relationships" id="317" r:id="R25e0dceb4af141fd"/>
    <p:sldId xmlns:r="http://schemas.openxmlformats.org/officeDocument/2006/relationships" id="318" r:id="Rbac277e491ae41fd"/>
    <p:sldId xmlns:r="http://schemas.openxmlformats.org/officeDocument/2006/relationships" id="319" r:id="Rc3a78285cb7242ef"/>
    <p:sldId xmlns:r="http://schemas.openxmlformats.org/officeDocument/2006/relationships" id="320" r:id="R8b0d971fa6c7491b"/>
    <p:sldId xmlns:r="http://schemas.openxmlformats.org/officeDocument/2006/relationships" id="321" r:id="Rd38e046c943f46f3"/>
    <p:sldId xmlns:r="http://schemas.openxmlformats.org/officeDocument/2006/relationships" id="322" r:id="Rd61db7bc3eb9435c"/>
    <p:sldId xmlns:r="http://schemas.openxmlformats.org/officeDocument/2006/relationships" id="323" r:id="R36073077f4f14126"/>
    <p:sldId xmlns:r="http://schemas.openxmlformats.org/officeDocument/2006/relationships" id="324" r:id="R3d276064f2c84131"/>
    <p:sldId xmlns:r="http://schemas.openxmlformats.org/officeDocument/2006/relationships" id="325" r:id="R16fedf3d8560472b"/>
    <p:sldId xmlns:r="http://schemas.openxmlformats.org/officeDocument/2006/relationships" id="326" r:id="R7f337f51b6324de6"/>
    <p:sldId xmlns:r="http://schemas.openxmlformats.org/officeDocument/2006/relationships" id="327" r:id="Re58db34675ae40fd"/>
    <p:sldId xmlns:r="http://schemas.openxmlformats.org/officeDocument/2006/relationships" id="328" r:id="R74f860cc47fd4d26"/>
    <p:sldId xmlns:r="http://schemas.openxmlformats.org/officeDocument/2006/relationships" id="329" r:id="Re445446bbb044ef3"/>
    <p:sldId xmlns:r="http://schemas.openxmlformats.org/officeDocument/2006/relationships" id="330" r:id="Ra789ef9266334b5d"/>
    <p:sldId xmlns:r="http://schemas.openxmlformats.org/officeDocument/2006/relationships" id="331" r:id="R3e27d891550c499c"/>
    <p:sldId xmlns:r="http://schemas.openxmlformats.org/officeDocument/2006/relationships" id="332" r:id="Rb6dff04294df4829"/>
    <p:sldId xmlns:r="http://schemas.openxmlformats.org/officeDocument/2006/relationships" id="333" r:id="R6906b788bda84f73"/>
    <p:sldId xmlns:r="http://schemas.openxmlformats.org/officeDocument/2006/relationships" id="334" r:id="R5bd31aa2bf274f23"/>
    <p:sldId xmlns:r="http://schemas.openxmlformats.org/officeDocument/2006/relationships" id="335" r:id="R9b7309f3ca79464b"/>
    <p:sldId xmlns:r="http://schemas.openxmlformats.org/officeDocument/2006/relationships" id="336" r:id="R0bb126e15fac4afe"/>
    <p:sldId xmlns:r="http://schemas.openxmlformats.org/officeDocument/2006/relationships" id="337" r:id="R09fb4d53fca840c8"/>
    <p:sldId xmlns:r="http://schemas.openxmlformats.org/officeDocument/2006/relationships" id="338" r:id="Raa443326228e4e97"/>
    <p:sldId xmlns:r="http://schemas.openxmlformats.org/officeDocument/2006/relationships" id="339" r:id="Ra374bfe08c1b4a89"/>
    <p:sldId xmlns:r="http://schemas.openxmlformats.org/officeDocument/2006/relationships" id="340" r:id="Rbd0a71c9d6544561"/>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c2e0c5bc07b4e9a" /><Relationship Type="http://schemas.openxmlformats.org/officeDocument/2006/relationships/slideMaster" Target="/ppt/slideMasters/slideMaster1.xml" Id="R41500a74ecb64788" /><Relationship Type="http://schemas.openxmlformats.org/officeDocument/2006/relationships/notesMaster" Target="/ppt/notesMasters/notesMaster1.xml" Id="Rc60d359f42e54d68" /><Relationship Type="http://schemas.openxmlformats.org/officeDocument/2006/relationships/presProps" Target="/ppt/presProps.xml" Id="R1fb0e24b563640a5" /><Relationship Type="http://schemas.openxmlformats.org/officeDocument/2006/relationships/tableStyles" Target="/ppt/tableStyles.xml" Id="R026350fcb56b4b1a" /><Relationship Type="http://schemas.openxmlformats.org/officeDocument/2006/relationships/slide" Target="/ppt/slides/slide1.xml" Id="Ra75914e8255348c9" /><Relationship Type="http://schemas.openxmlformats.org/officeDocument/2006/relationships/slide" Target="/ppt/slides/slide2.xml" Id="R848d202ecf4340e4" /><Relationship Type="http://schemas.openxmlformats.org/officeDocument/2006/relationships/slide" Target="/ppt/slides/slide3.xml" Id="R6b288f4167e24dcf" /><Relationship Type="http://schemas.openxmlformats.org/officeDocument/2006/relationships/slide" Target="/ppt/slides/slide4.xml" Id="R382ce99c73e04585" /><Relationship Type="http://schemas.openxmlformats.org/officeDocument/2006/relationships/slide" Target="/ppt/slides/slide5.xml" Id="Rc21d3075afaa4b56" /><Relationship Type="http://schemas.openxmlformats.org/officeDocument/2006/relationships/slide" Target="/ppt/slides/slide6.xml" Id="Rb6f1578504b24221" /><Relationship Type="http://schemas.openxmlformats.org/officeDocument/2006/relationships/slide" Target="/ppt/slides/slide7.xml" Id="R70c6077b2ac84060" /><Relationship Type="http://schemas.openxmlformats.org/officeDocument/2006/relationships/slide" Target="/ppt/slides/slide8.xml" Id="R48fe7492beb943b2" /><Relationship Type="http://schemas.openxmlformats.org/officeDocument/2006/relationships/slide" Target="/ppt/slides/slide9.xml" Id="Rd38be101686d489f" /><Relationship Type="http://schemas.openxmlformats.org/officeDocument/2006/relationships/slide" Target="/ppt/slides/slide10.xml" Id="Rf24bc233e8e24e5c" /><Relationship Type="http://schemas.openxmlformats.org/officeDocument/2006/relationships/slide" Target="/ppt/slides/slide11.xml" Id="Rec2944a06e7d416c" /><Relationship Type="http://schemas.openxmlformats.org/officeDocument/2006/relationships/slide" Target="/ppt/slides/slide12.xml" Id="R980dd23d0c8a43c2" /><Relationship Type="http://schemas.openxmlformats.org/officeDocument/2006/relationships/slide" Target="/ppt/slides/slide13.xml" Id="R040e9989fbb24887" /><Relationship Type="http://schemas.openxmlformats.org/officeDocument/2006/relationships/slide" Target="/ppt/slides/slide14.xml" Id="R93efff048aa64e09" /><Relationship Type="http://schemas.openxmlformats.org/officeDocument/2006/relationships/slide" Target="/ppt/slides/slide15.xml" Id="Re607d556c29f412b" /><Relationship Type="http://schemas.openxmlformats.org/officeDocument/2006/relationships/slide" Target="/ppt/slides/slide16.xml" Id="Rb46d38e1c72f4dc0" /><Relationship Type="http://schemas.openxmlformats.org/officeDocument/2006/relationships/slide" Target="/ppt/slides/slide17.xml" Id="Rd2366f931eea4813" /><Relationship Type="http://schemas.openxmlformats.org/officeDocument/2006/relationships/slide" Target="/ppt/slides/slide18.xml" Id="R8c8433def7e24e28" /><Relationship Type="http://schemas.openxmlformats.org/officeDocument/2006/relationships/slide" Target="/ppt/slides/slide19.xml" Id="Ra1eb78bb4273465d" /><Relationship Type="http://schemas.openxmlformats.org/officeDocument/2006/relationships/slide" Target="/ppt/slides/slide20.xml" Id="R94350230fd084509" /><Relationship Type="http://schemas.openxmlformats.org/officeDocument/2006/relationships/slide" Target="/ppt/slides/slide21.xml" Id="R88944c4cd66e422d" /><Relationship Type="http://schemas.openxmlformats.org/officeDocument/2006/relationships/slide" Target="/ppt/slides/slide22.xml" Id="R957f2d1e5e414c5a" /><Relationship Type="http://schemas.openxmlformats.org/officeDocument/2006/relationships/slide" Target="/ppt/slides/slide23.xml" Id="R33d17576adeb4ef3" /><Relationship Type="http://schemas.openxmlformats.org/officeDocument/2006/relationships/slide" Target="/ppt/slides/slide24.xml" Id="R84b97df581504331" /><Relationship Type="http://schemas.openxmlformats.org/officeDocument/2006/relationships/slide" Target="/ppt/slides/slide25.xml" Id="Rd0c1cae8d61547b4" /><Relationship Type="http://schemas.openxmlformats.org/officeDocument/2006/relationships/slide" Target="/ppt/slides/slide26.xml" Id="Re8e2cdbc04fa4ff9" /><Relationship Type="http://schemas.openxmlformats.org/officeDocument/2006/relationships/slide" Target="/ppt/slides/slide27.xml" Id="R8a618e1548b14899" /><Relationship Type="http://schemas.openxmlformats.org/officeDocument/2006/relationships/slide" Target="/ppt/slides/slide28.xml" Id="R4ce32a63685448bb" /><Relationship Type="http://schemas.openxmlformats.org/officeDocument/2006/relationships/slide" Target="/ppt/slides/slide29.xml" Id="Ra167dd04f8804e28" /><Relationship Type="http://schemas.openxmlformats.org/officeDocument/2006/relationships/slide" Target="/ppt/slides/slide30.xml" Id="Re69a79f24e9546e7" /><Relationship Type="http://schemas.openxmlformats.org/officeDocument/2006/relationships/slide" Target="/ppt/slides/slide31.xml" Id="R620c3d05378a497d" /><Relationship Type="http://schemas.openxmlformats.org/officeDocument/2006/relationships/slide" Target="/ppt/slides/slide32.xml" Id="R57d3a6c5972d4370" /><Relationship Type="http://schemas.openxmlformats.org/officeDocument/2006/relationships/slide" Target="/ppt/slides/slide33.xml" Id="R68a82e4545a44dd7" /><Relationship Type="http://schemas.openxmlformats.org/officeDocument/2006/relationships/slide" Target="/ppt/slides/slide34.xml" Id="R6a17317945e14018" /><Relationship Type="http://schemas.openxmlformats.org/officeDocument/2006/relationships/slide" Target="/ppt/slides/slide35.xml" Id="Rdcd5ed0005e94098" /><Relationship Type="http://schemas.openxmlformats.org/officeDocument/2006/relationships/slide" Target="/ppt/slides/slide36.xml" Id="R1ca9b52e27034e2d" /><Relationship Type="http://schemas.openxmlformats.org/officeDocument/2006/relationships/slide" Target="/ppt/slides/slide37.xml" Id="R069ccfba5d8c4eba" /><Relationship Type="http://schemas.openxmlformats.org/officeDocument/2006/relationships/slide" Target="/ppt/slides/slide38.xml" Id="Rdd262461da5943ad" /><Relationship Type="http://schemas.openxmlformats.org/officeDocument/2006/relationships/slide" Target="/ppt/slides/slide39.xml" Id="Rf65d34f1af274c25" /><Relationship Type="http://schemas.openxmlformats.org/officeDocument/2006/relationships/slide" Target="/ppt/slides/slide40.xml" Id="Rd327097d61e14ca4" /><Relationship Type="http://schemas.openxmlformats.org/officeDocument/2006/relationships/slide" Target="/ppt/slides/slide41.xml" Id="Re1b9fcf442f74e5d" /><Relationship Type="http://schemas.openxmlformats.org/officeDocument/2006/relationships/slide" Target="/ppt/slides/slide42.xml" Id="Rabcc828ce05f4a29" /><Relationship Type="http://schemas.openxmlformats.org/officeDocument/2006/relationships/slide" Target="/ppt/slides/slide43.xml" Id="R40294b35e41d4ad7" /><Relationship Type="http://schemas.openxmlformats.org/officeDocument/2006/relationships/slide" Target="/ppt/slides/slide44.xml" Id="R5a10b54fb95943be" /><Relationship Type="http://schemas.openxmlformats.org/officeDocument/2006/relationships/slide" Target="/ppt/slides/slide45.xml" Id="R942f41dfc5094c9c" /><Relationship Type="http://schemas.openxmlformats.org/officeDocument/2006/relationships/slide" Target="/ppt/slides/slide46.xml" Id="Rc2f6fdca9ec74b59" /><Relationship Type="http://schemas.openxmlformats.org/officeDocument/2006/relationships/slide" Target="/ppt/slides/slide47.xml" Id="R4ffbb14662c947c8" /><Relationship Type="http://schemas.openxmlformats.org/officeDocument/2006/relationships/slide" Target="/ppt/slides/slide48.xml" Id="Rfafa8579e81940ce" /><Relationship Type="http://schemas.openxmlformats.org/officeDocument/2006/relationships/slide" Target="/ppt/slides/slide49.xml" Id="Rf0357a3f78874a1e" /><Relationship Type="http://schemas.openxmlformats.org/officeDocument/2006/relationships/slide" Target="/ppt/slides/slide50.xml" Id="R7d4a27eeb1e34b8c" /><Relationship Type="http://schemas.openxmlformats.org/officeDocument/2006/relationships/slide" Target="/ppt/slides/slide51.xml" Id="Raf9165bbe7614b04" /><Relationship Type="http://schemas.openxmlformats.org/officeDocument/2006/relationships/slide" Target="/ppt/slides/slide52.xml" Id="R9e7361d1107d4557" /><Relationship Type="http://schemas.openxmlformats.org/officeDocument/2006/relationships/slide" Target="/ppt/slides/slide53.xml" Id="Rbcfb5f06beb749e9" /><Relationship Type="http://schemas.openxmlformats.org/officeDocument/2006/relationships/slide" Target="/ppt/slides/slide54.xml" Id="R9a2d7496bb22402f" /><Relationship Type="http://schemas.openxmlformats.org/officeDocument/2006/relationships/slide" Target="/ppt/slides/slide55.xml" Id="R849638fe1f024998" /><Relationship Type="http://schemas.openxmlformats.org/officeDocument/2006/relationships/slide" Target="/ppt/slides/slide56.xml" Id="R846f384eb56742f4" /><Relationship Type="http://schemas.openxmlformats.org/officeDocument/2006/relationships/slide" Target="/ppt/slides/slide57.xml" Id="R4af1ff0eddf948f2" /><Relationship Type="http://schemas.openxmlformats.org/officeDocument/2006/relationships/slide" Target="/ppt/slides/slide58.xml" Id="R47e782fd0c994d51" /><Relationship Type="http://schemas.openxmlformats.org/officeDocument/2006/relationships/slide" Target="/ppt/slides/slide59.xml" Id="R088bf914fe564ad3" /><Relationship Type="http://schemas.openxmlformats.org/officeDocument/2006/relationships/slide" Target="/ppt/slides/slide60.xml" Id="Rddd1604e09d74a13" /><Relationship Type="http://schemas.openxmlformats.org/officeDocument/2006/relationships/slide" Target="/ppt/slides/slide61.xml" Id="R550266406b8a4f9b" /><Relationship Type="http://schemas.openxmlformats.org/officeDocument/2006/relationships/slide" Target="/ppt/slides/slide62.xml" Id="R25e0dceb4af141fd" /><Relationship Type="http://schemas.openxmlformats.org/officeDocument/2006/relationships/slide" Target="/ppt/slides/slide63.xml" Id="Rbac277e491ae41fd" /><Relationship Type="http://schemas.openxmlformats.org/officeDocument/2006/relationships/slide" Target="/ppt/slides/slide64.xml" Id="Rc3a78285cb7242ef" /><Relationship Type="http://schemas.openxmlformats.org/officeDocument/2006/relationships/slide" Target="/ppt/slides/slide65.xml" Id="R8b0d971fa6c7491b" /><Relationship Type="http://schemas.openxmlformats.org/officeDocument/2006/relationships/slide" Target="/ppt/slides/slide66.xml" Id="Rd38e046c943f46f3" /><Relationship Type="http://schemas.openxmlformats.org/officeDocument/2006/relationships/slide" Target="/ppt/slides/slide67.xml" Id="Rd61db7bc3eb9435c" /><Relationship Type="http://schemas.openxmlformats.org/officeDocument/2006/relationships/slide" Target="/ppt/slides/slide68.xml" Id="R36073077f4f14126" /><Relationship Type="http://schemas.openxmlformats.org/officeDocument/2006/relationships/slide" Target="/ppt/slides/slide69.xml" Id="R3d276064f2c84131" /><Relationship Type="http://schemas.openxmlformats.org/officeDocument/2006/relationships/slide" Target="/ppt/slides/slide70.xml" Id="R16fedf3d8560472b" /><Relationship Type="http://schemas.openxmlformats.org/officeDocument/2006/relationships/slide" Target="/ppt/slides/slide71.xml" Id="R7f337f51b6324de6" /><Relationship Type="http://schemas.openxmlformats.org/officeDocument/2006/relationships/slide" Target="/ppt/slides/slide72.xml" Id="Re58db34675ae40fd" /><Relationship Type="http://schemas.openxmlformats.org/officeDocument/2006/relationships/slide" Target="/ppt/slides/slide73.xml" Id="R74f860cc47fd4d26" /><Relationship Type="http://schemas.openxmlformats.org/officeDocument/2006/relationships/slide" Target="/ppt/slides/slide74.xml" Id="Re445446bbb044ef3" /><Relationship Type="http://schemas.openxmlformats.org/officeDocument/2006/relationships/slide" Target="/ppt/slides/slide75.xml" Id="Ra789ef9266334b5d" /><Relationship Type="http://schemas.openxmlformats.org/officeDocument/2006/relationships/slide" Target="/ppt/slides/slide76.xml" Id="R3e27d891550c499c" /><Relationship Type="http://schemas.openxmlformats.org/officeDocument/2006/relationships/slide" Target="/ppt/slides/slide77.xml" Id="Rb6dff04294df4829" /><Relationship Type="http://schemas.openxmlformats.org/officeDocument/2006/relationships/slide" Target="/ppt/slides/slide78.xml" Id="R6906b788bda84f73" /><Relationship Type="http://schemas.openxmlformats.org/officeDocument/2006/relationships/slide" Target="/ppt/slides/slide79.xml" Id="R5bd31aa2bf274f23" /><Relationship Type="http://schemas.openxmlformats.org/officeDocument/2006/relationships/slide" Target="/ppt/slides/slide80.xml" Id="R9b7309f3ca79464b" /><Relationship Type="http://schemas.openxmlformats.org/officeDocument/2006/relationships/slide" Target="/ppt/slides/slide81.xml" Id="R0bb126e15fac4afe" /><Relationship Type="http://schemas.openxmlformats.org/officeDocument/2006/relationships/slide" Target="/ppt/slides/slide82.xml" Id="R09fb4d53fca840c8" /><Relationship Type="http://schemas.openxmlformats.org/officeDocument/2006/relationships/slide" Target="/ppt/slides/slide83.xml" Id="Raa443326228e4e97" /><Relationship Type="http://schemas.openxmlformats.org/officeDocument/2006/relationships/slide" Target="/ppt/slides/slide84.xml" Id="Ra374bfe08c1b4a89" /><Relationship Type="http://schemas.openxmlformats.org/officeDocument/2006/relationships/slide" Target="/ppt/slides/slide85.xml" Id="Rbd0a71c9d654456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2f9e4f7202954a5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b07c0ef5c564a60" /><Relationship Type="http://schemas.openxmlformats.org/officeDocument/2006/relationships/notesMaster" Target="/ppt/notesMasters/notesMaster1.xml" Id="R952b181286a0489a" /></Relationships>
</file>

<file path=ppt/notesSlides/_rels/notesSlide2.xml.rels>&#65279;<?xml version="1.0" encoding="utf-8"?><Relationships xmlns="http://schemas.openxmlformats.org/package/2006/relationships"><Relationship Type="http://schemas.openxmlformats.org/officeDocument/2006/relationships/slide" Target="/ppt/slides/slide2.xml" Id="R0043dbcc1ec64abd" /><Relationship Type="http://schemas.openxmlformats.org/officeDocument/2006/relationships/notesMaster" Target="/ppt/notesMasters/notesMaster1.xml" Id="Rc1612cc3e24d418f" /></Relationships>
</file>

<file path=ppt/notesSlides/_rels/notesSlide3.xml.rels>&#65279;<?xml version="1.0" encoding="utf-8"?><Relationships xmlns="http://schemas.openxmlformats.org/package/2006/relationships"><Relationship Type="http://schemas.openxmlformats.org/officeDocument/2006/relationships/slide" Target="/ppt/slides/slide3.xml" Id="R9cecc5f38bd840df" /><Relationship Type="http://schemas.openxmlformats.org/officeDocument/2006/relationships/notesMaster" Target="/ppt/notesMasters/notesMaster1.xml" Id="Ra22c07d30bc74b16" /></Relationships>
</file>

<file path=ppt/notesSlides/_rels/notesSlide4.xml.rels>&#65279;<?xml version="1.0" encoding="utf-8"?><Relationships xmlns="http://schemas.openxmlformats.org/package/2006/relationships"><Relationship Type="http://schemas.openxmlformats.org/officeDocument/2006/relationships/slide" Target="/ppt/slides/slide4.xml" Id="Rc5201fff2dac4c10" /><Relationship Type="http://schemas.openxmlformats.org/officeDocument/2006/relationships/notesMaster" Target="/ppt/notesMasters/notesMaster1.xml" Id="R027708c818644dc4" /></Relationships>
</file>

<file path=ppt/notesSlides/_rels/notesSlide5.xml.rels>&#65279;<?xml version="1.0" encoding="utf-8"?><Relationships xmlns="http://schemas.openxmlformats.org/package/2006/relationships"><Relationship Type="http://schemas.openxmlformats.org/officeDocument/2006/relationships/slide" Target="/ppt/slides/slide5.xml" Id="R4e442e4f8caa4328" /><Relationship Type="http://schemas.openxmlformats.org/officeDocument/2006/relationships/notesMaster" Target="/ppt/notesMasters/notesMaster1.xml" Id="Re214eab7b49645bc"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7df2ec1e644088" /><Relationship Type="http://schemas.openxmlformats.org/officeDocument/2006/relationships/notesMaster" Target="/ppt/notesMasters/notesMaster1.xml" Id="R74a5918786264d07" /></Relationships>
</file>

<file path=ppt/notesSlides/_rels/notesSlide7.xml.rels>&#65279;<?xml version="1.0" encoding="utf-8"?><Relationships xmlns="http://schemas.openxmlformats.org/package/2006/relationships"><Relationship Type="http://schemas.openxmlformats.org/officeDocument/2006/relationships/slide" Target="/ppt/slides/slide7.xml" Id="Re859d9106ed14471" /><Relationship Type="http://schemas.openxmlformats.org/officeDocument/2006/relationships/notesMaster" Target="/ppt/notesMasters/notesMaster1.xml" Id="R8b0a363854a244ba" /></Relationships>
</file>

<file path=ppt/notesSlides/_rels/notesSlide8.xml.rels>&#65279;<?xml version="1.0" encoding="utf-8"?><Relationships xmlns="http://schemas.openxmlformats.org/package/2006/relationships"><Relationship Type="http://schemas.openxmlformats.org/officeDocument/2006/relationships/slide" Target="/ppt/slides/slide8.xml" Id="Rc4854ed634b7439b" /><Relationship Type="http://schemas.openxmlformats.org/officeDocument/2006/relationships/notesMaster" Target="/ppt/notesMasters/notesMaster1.xml" Id="R0e436ce914e341c7" /></Relationships>
</file>

<file path=ppt/notesSlides/_rels/notesSlide9.xml.rels>&#65279;<?xml version="1.0" encoding="utf-8"?><Relationships xmlns="http://schemas.openxmlformats.org/package/2006/relationships"><Relationship Type="http://schemas.openxmlformats.org/officeDocument/2006/relationships/slide" Target="/ppt/slides/slide9.xml" Id="R2f46a98c6e1f424c" /><Relationship Type="http://schemas.openxmlformats.org/officeDocument/2006/relationships/notesMaster" Target="/ppt/notesMasters/notesMaster1.xml" Id="R57a7763c49dd488a"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6a96be31ffb4897" /><Relationship Type="http://schemas.openxmlformats.org/officeDocument/2006/relationships/notesMaster" Target="/ppt/notesMasters/notesMaster1.xml" Id="Rd0c8eac29a1845f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a8c8d97fb84d4f1d" /><Relationship Type="http://schemas.openxmlformats.org/officeDocument/2006/relationships/notesMaster" Target="/ppt/notesMasters/notesMaster1.xml" Id="R8a8cd598d7d84388"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7bec21e9021a43a3" /><Relationship Type="http://schemas.openxmlformats.org/officeDocument/2006/relationships/notesMaster" Target="/ppt/notesMasters/notesMaster1.xml" Id="R3a4c01aa3a794ec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9ee722ba5f8d42ec" /><Relationship Type="http://schemas.openxmlformats.org/officeDocument/2006/relationships/notesMaster" Target="/ppt/notesMasters/notesMaster1.xml" Id="R1c0a58486be14ef0"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8a6170df02a410e" /><Relationship Type="http://schemas.openxmlformats.org/officeDocument/2006/relationships/notesMaster" Target="/ppt/notesMasters/notesMaster1.xml" Id="R27dac6d1c866489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4f4dcde588e49f1" /><Relationship Type="http://schemas.openxmlformats.org/officeDocument/2006/relationships/notesMaster" Target="/ppt/notesMasters/notesMaster1.xml" Id="R370c39cd7a6d417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b40293ade154f35" /><Relationship Type="http://schemas.openxmlformats.org/officeDocument/2006/relationships/notesMaster" Target="/ppt/notesMasters/notesMaster1.xml" Id="R6f0fcea8bab3485f"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a997f059dade4e56" /><Relationship Type="http://schemas.openxmlformats.org/officeDocument/2006/relationships/notesMaster" Target="/ppt/notesMasters/notesMaster1.xml" Id="Re0802572307e4cff"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45ad6425bc274797" /><Relationship Type="http://schemas.openxmlformats.org/officeDocument/2006/relationships/notesMaster" Target="/ppt/notesMasters/notesMaster1.xml" Id="R817b599ab13740de"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75190e7c9364e9d" /><Relationship Type="http://schemas.openxmlformats.org/officeDocument/2006/relationships/notesMaster" Target="/ppt/notesMasters/notesMaster1.xml" Id="R077b9b293d834db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a07d6c443484873" /><Relationship Type="http://schemas.openxmlformats.org/officeDocument/2006/relationships/notesMaster" Target="/ppt/notesMasters/notesMaster1.xml" Id="Rad5075d2993f4289"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cbaeeb10f2b4613" /><Relationship Type="http://schemas.openxmlformats.org/officeDocument/2006/relationships/notesMaster" Target="/ppt/notesMasters/notesMaster1.xml" Id="Ra7f530aebcb949a7"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fe5c5e29ffd94f60" /><Relationship Type="http://schemas.openxmlformats.org/officeDocument/2006/relationships/notesMaster" Target="/ppt/notesMasters/notesMaster1.xml" Id="R191e6a39ac204e6b"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bad58675b594b2c" /><Relationship Type="http://schemas.openxmlformats.org/officeDocument/2006/relationships/notesMaster" Target="/ppt/notesMasters/notesMaster1.xml" Id="Rb78dfb2ba6a54e4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d7f6c0c29ff940a6" /><Relationship Type="http://schemas.openxmlformats.org/officeDocument/2006/relationships/notesMaster" Target="/ppt/notesMasters/notesMaster1.xml" Id="Red1ea0a8584c4df0"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78d1b4dce224116" /><Relationship Type="http://schemas.openxmlformats.org/officeDocument/2006/relationships/notesMaster" Target="/ppt/notesMasters/notesMaster1.xml" Id="R55b9cea5c5dc4095"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e5e73036388644db" /><Relationship Type="http://schemas.openxmlformats.org/officeDocument/2006/relationships/notesMaster" Target="/ppt/notesMasters/notesMaster1.xml" Id="R010edc39d6ef4dd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3770e3f6b1c44b80" /><Relationship Type="http://schemas.openxmlformats.org/officeDocument/2006/relationships/notesMaster" Target="/ppt/notesMasters/notesMaster1.xml" Id="R12e80b60537949b4"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6529fd15d75f41ae" /><Relationship Type="http://schemas.openxmlformats.org/officeDocument/2006/relationships/notesMaster" Target="/ppt/notesMasters/notesMaster1.xml" Id="R2cdad7d91d8a4d1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9c82f61e613c4362" /><Relationship Type="http://schemas.openxmlformats.org/officeDocument/2006/relationships/notesMaster" Target="/ppt/notesMasters/notesMaster1.xml" Id="R8418a87e71ac4905"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507d4712e44e4064" /><Relationship Type="http://schemas.openxmlformats.org/officeDocument/2006/relationships/notesMaster" Target="/ppt/notesMasters/notesMaster1.xml" Id="R3b08f278f07a46a6"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514eaf168a63459d" /><Relationship Type="http://schemas.openxmlformats.org/officeDocument/2006/relationships/notesMaster" Target="/ppt/notesMasters/notesMaster1.xml" Id="R8f03a68438b34d0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5c48c5772d724a55" /><Relationship Type="http://schemas.openxmlformats.org/officeDocument/2006/relationships/notesMaster" Target="/ppt/notesMasters/notesMaster1.xml" Id="Ra08bd16de9cb40b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934c5a013652428c" /><Relationship Type="http://schemas.openxmlformats.org/officeDocument/2006/relationships/notesMaster" Target="/ppt/notesMasters/notesMaster1.xml" Id="R180e9c7428454fdf"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149a29670b1a44ee" /><Relationship Type="http://schemas.openxmlformats.org/officeDocument/2006/relationships/notesMaster" Target="/ppt/notesMasters/notesMaster1.xml" Id="R595d35c6e4664f30"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e36f3fa5b6104659" /><Relationship Type="http://schemas.openxmlformats.org/officeDocument/2006/relationships/notesMaster" Target="/ppt/notesMasters/notesMaster1.xml" Id="Rfc8b4f79cebd46cc"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533e399421b423a" /><Relationship Type="http://schemas.openxmlformats.org/officeDocument/2006/relationships/notesMaster" Target="/ppt/notesMasters/notesMaster1.xml" Id="Rd595e00861554532"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b9f86628c35449b8" /><Relationship Type="http://schemas.openxmlformats.org/officeDocument/2006/relationships/notesMaster" Target="/ppt/notesMasters/notesMaster1.xml" Id="R8fabe9fb6f0746b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a782b407251f4f1a" /><Relationship Type="http://schemas.openxmlformats.org/officeDocument/2006/relationships/notesMaster" Target="/ppt/notesMasters/notesMaster1.xml" Id="Re03dc6f354c54e71"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d09b4dec21294d72" /><Relationship Type="http://schemas.openxmlformats.org/officeDocument/2006/relationships/notesMaster" Target="/ppt/notesMasters/notesMaster1.xml" Id="R94800598598244c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ba86fa130d77414d" /><Relationship Type="http://schemas.openxmlformats.org/officeDocument/2006/relationships/notesMaster" Target="/ppt/notesMasters/notesMaster1.xml" Id="Rbb0be103571d44a9"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0dc42aee7ea427e" /><Relationship Type="http://schemas.openxmlformats.org/officeDocument/2006/relationships/notesMaster" Target="/ppt/notesMasters/notesMaster1.xml" Id="R173df51e1ac3489e"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9a275b04f7cd40a1" /><Relationship Type="http://schemas.openxmlformats.org/officeDocument/2006/relationships/notesMaster" Target="/ppt/notesMasters/notesMaster1.xml" Id="R3fa929ea938648ed"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7d364ea872e47f7" /><Relationship Type="http://schemas.openxmlformats.org/officeDocument/2006/relationships/notesMaster" Target="/ppt/notesMasters/notesMaster1.xml" Id="R9afd2525a7a949c9"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66a454763d1465f" /><Relationship Type="http://schemas.openxmlformats.org/officeDocument/2006/relationships/notesMaster" Target="/ppt/notesMasters/notesMaster1.xml" Id="R8ea11ee5871b45d5"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feb07fb6067e4b50" /><Relationship Type="http://schemas.openxmlformats.org/officeDocument/2006/relationships/notesMaster" Target="/ppt/notesMasters/notesMaster1.xml" Id="R1f9379fac9d74b6a"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df60bbe8a3a47c4" /><Relationship Type="http://schemas.openxmlformats.org/officeDocument/2006/relationships/notesMaster" Target="/ppt/notesMasters/notesMaster1.xml" Id="R637302f49a904050"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94629153c44d42f0" /><Relationship Type="http://schemas.openxmlformats.org/officeDocument/2006/relationships/notesMaster" Target="/ppt/notesMasters/notesMaster1.xml" Id="Ra71ddebb676446ea"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0178ef2bdff43d9" /><Relationship Type="http://schemas.openxmlformats.org/officeDocument/2006/relationships/notesMaster" Target="/ppt/notesMasters/notesMaster1.xml" Id="R2696926cbe2f4db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d9971c8c0f7a4f7b" /><Relationship Type="http://schemas.openxmlformats.org/officeDocument/2006/relationships/notesMaster" Target="/ppt/notesMasters/notesMaster1.xml" Id="Rc29830960be548c5"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5219b5a2d9c54477" /><Relationship Type="http://schemas.openxmlformats.org/officeDocument/2006/relationships/notesMaster" Target="/ppt/notesMasters/notesMaster1.xml" Id="Rc97e0056c79045fd"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9d586e031d2f46cf" /><Relationship Type="http://schemas.openxmlformats.org/officeDocument/2006/relationships/notesMaster" Target="/ppt/notesMasters/notesMaster1.xml" Id="R24c80bcdcbd74df5"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1dcd9497653a4861" /><Relationship Type="http://schemas.openxmlformats.org/officeDocument/2006/relationships/notesMaster" Target="/ppt/notesMasters/notesMaster1.xml" Id="R03687f0b89b44e80"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23a518797c04827" /><Relationship Type="http://schemas.openxmlformats.org/officeDocument/2006/relationships/notesMaster" Target="/ppt/notesMasters/notesMaster1.xml" Id="Ra1a6f49a3fdf49b0"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88fafb05e8964313" /><Relationship Type="http://schemas.openxmlformats.org/officeDocument/2006/relationships/notesMaster" Target="/ppt/notesMasters/notesMaster1.xml" Id="R5e16015f16db444c"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c045cffac54b46be" /><Relationship Type="http://schemas.openxmlformats.org/officeDocument/2006/relationships/notesMaster" Target="/ppt/notesMasters/notesMaster1.xml" Id="R5e85c787e70c43c4"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78f6d0764610443b" /><Relationship Type="http://schemas.openxmlformats.org/officeDocument/2006/relationships/notesMaster" Target="/ppt/notesMasters/notesMaster1.xml" Id="R011f3abb15c4441b"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63b8702fb31d46ad" /><Relationship Type="http://schemas.openxmlformats.org/officeDocument/2006/relationships/notesMaster" Target="/ppt/notesMasters/notesMaster1.xml" Id="R09a75a5818c54eb4"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d01e043022ca43c4" /><Relationship Type="http://schemas.openxmlformats.org/officeDocument/2006/relationships/notesMaster" Target="/ppt/notesMasters/notesMaster1.xml" Id="Raa13ed18e36e41a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beab911577564985" /><Relationship Type="http://schemas.openxmlformats.org/officeDocument/2006/relationships/notesMaster" Target="/ppt/notesMasters/notesMaster1.xml" Id="R289447ce5a484eaa"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bf0051848e654083" /><Relationship Type="http://schemas.openxmlformats.org/officeDocument/2006/relationships/notesMaster" Target="/ppt/notesMasters/notesMaster1.xml" Id="R7b24ecff934446dd"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b3eeab610034a7e" /><Relationship Type="http://schemas.openxmlformats.org/officeDocument/2006/relationships/notesMaster" Target="/ppt/notesMasters/notesMaster1.xml" Id="R474b361a5a5147b9"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1f95574bff084f54" /><Relationship Type="http://schemas.openxmlformats.org/officeDocument/2006/relationships/notesMaster" Target="/ppt/notesMasters/notesMaster1.xml" Id="R5ceb6a2a9dbc44ff"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b7fdab5e528548e6" /><Relationship Type="http://schemas.openxmlformats.org/officeDocument/2006/relationships/notesMaster" Target="/ppt/notesMasters/notesMaster1.xml" Id="R25e2de7e95074fb5"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cece69fe2c224fb6" /><Relationship Type="http://schemas.openxmlformats.org/officeDocument/2006/relationships/notesMaster" Target="/ppt/notesMasters/notesMaster1.xml" Id="Rcd0781269d89467d"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79ffbae97c7c4560" /><Relationship Type="http://schemas.openxmlformats.org/officeDocument/2006/relationships/notesMaster" Target="/ppt/notesMasters/notesMaster1.xml" Id="R8e82855762424481"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2647b5c94bbf44d1" /><Relationship Type="http://schemas.openxmlformats.org/officeDocument/2006/relationships/notesMaster" Target="/ppt/notesMasters/notesMaster1.xml" Id="Rdbc0281a74264b7d"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e3fc8c08bac14216" /><Relationship Type="http://schemas.openxmlformats.org/officeDocument/2006/relationships/notesMaster" Target="/ppt/notesMasters/notesMaster1.xml" Id="Rb0322240da794e09"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b0b4386c1e7645d9" /><Relationship Type="http://schemas.openxmlformats.org/officeDocument/2006/relationships/notesMaster" Target="/ppt/notesMasters/notesMaster1.xml" Id="R77a743a442f74ffc"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abf89e3ed153404b" /><Relationship Type="http://schemas.openxmlformats.org/officeDocument/2006/relationships/notesMaster" Target="/ppt/notesMasters/notesMaster1.xml" Id="Rfeb1e9cb60104f5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ab5a381dd6444a90" /><Relationship Type="http://schemas.openxmlformats.org/officeDocument/2006/relationships/notesMaster" Target="/ppt/notesMasters/notesMaster1.xml" Id="R6f971e8ed65e4f00"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12353c21f84a40ba" /><Relationship Type="http://schemas.openxmlformats.org/officeDocument/2006/relationships/notesMaster" Target="/ppt/notesMasters/notesMaster1.xml" Id="R373f79846024443e"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cc2cdfab671649d6" /><Relationship Type="http://schemas.openxmlformats.org/officeDocument/2006/relationships/notesMaster" Target="/ppt/notesMasters/notesMaster1.xml" Id="Rfd9f38588f09431f"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7d55fc8fc591487d" /><Relationship Type="http://schemas.openxmlformats.org/officeDocument/2006/relationships/notesMaster" Target="/ppt/notesMasters/notesMaster1.xml" Id="R44e8acb0deda4e1b"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d6fcd6d0c38a4731" /><Relationship Type="http://schemas.openxmlformats.org/officeDocument/2006/relationships/notesMaster" Target="/ppt/notesMasters/notesMaster1.xml" Id="R5ad4169dc78c4a71"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93e7191b0a2d441b" /><Relationship Type="http://schemas.openxmlformats.org/officeDocument/2006/relationships/notesMaster" Target="/ppt/notesMasters/notesMaster1.xml" Id="Rda12015d2dad4834"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8972bc3110134c8c" /><Relationship Type="http://schemas.openxmlformats.org/officeDocument/2006/relationships/notesMaster" Target="/ppt/notesMasters/notesMaster1.xml" Id="Rc9468cd282914ef8"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243187921bdf4b2c" /><Relationship Type="http://schemas.openxmlformats.org/officeDocument/2006/relationships/notesMaster" Target="/ppt/notesMasters/notesMaster1.xml" Id="R619b340a1091483d" /></Relationships>
</file>

<file path=ppt/notesSlides/_rels/notesSlide78.xml.rels>&#65279;<?xml version="1.0" encoding="utf-8"?><Relationships xmlns="http://schemas.openxmlformats.org/package/2006/relationships"><Relationship Type="http://schemas.openxmlformats.org/officeDocument/2006/relationships/slide" Target="/ppt/slides/slide78.xml" Id="R3b7b6c04f989458d" /><Relationship Type="http://schemas.openxmlformats.org/officeDocument/2006/relationships/notesMaster" Target="/ppt/notesMasters/notesMaster1.xml" Id="R0a9b1bab21534dba" /></Relationships>
</file>

<file path=ppt/notesSlides/_rels/notesSlide79.xml.rels>&#65279;<?xml version="1.0" encoding="utf-8"?><Relationships xmlns="http://schemas.openxmlformats.org/package/2006/relationships"><Relationship Type="http://schemas.openxmlformats.org/officeDocument/2006/relationships/slide" Target="/ppt/slides/slide79.xml" Id="R41be199cd5f3422e" /><Relationship Type="http://schemas.openxmlformats.org/officeDocument/2006/relationships/notesMaster" Target="/ppt/notesMasters/notesMaster1.xml" Id="R8d4cbcf759ba4202" /></Relationships>
</file>

<file path=ppt/notesSlides/_rels/notesSlide80.xml.rels>&#65279;<?xml version="1.0" encoding="utf-8"?><Relationships xmlns="http://schemas.openxmlformats.org/package/2006/relationships"><Relationship Type="http://schemas.openxmlformats.org/officeDocument/2006/relationships/slide" Target="/ppt/slides/slide80.xml" Id="Rb181f7478f304760" /><Relationship Type="http://schemas.openxmlformats.org/officeDocument/2006/relationships/notesMaster" Target="/ppt/notesMasters/notesMaster1.xml" Id="Re91d100490c24b2f" /></Relationships>
</file>

<file path=ppt/notesSlides/_rels/notesSlide81.xml.rels>&#65279;<?xml version="1.0" encoding="utf-8"?><Relationships xmlns="http://schemas.openxmlformats.org/package/2006/relationships"><Relationship Type="http://schemas.openxmlformats.org/officeDocument/2006/relationships/slide" Target="/ppt/slides/slide81.xml" Id="R1370e22a3f7c43af" /><Relationship Type="http://schemas.openxmlformats.org/officeDocument/2006/relationships/notesMaster" Target="/ppt/notesMasters/notesMaster1.xml" Id="R20a21a5fbd7b4392" /></Relationships>
</file>

<file path=ppt/notesSlides/_rels/notesSlide82.xml.rels>&#65279;<?xml version="1.0" encoding="utf-8"?><Relationships xmlns="http://schemas.openxmlformats.org/package/2006/relationships"><Relationship Type="http://schemas.openxmlformats.org/officeDocument/2006/relationships/slide" Target="/ppt/slides/slide82.xml" Id="R7f145da0a15543f6" /><Relationship Type="http://schemas.openxmlformats.org/officeDocument/2006/relationships/notesMaster" Target="/ppt/notesMasters/notesMaster1.xml" Id="Rfd4db8d7d7554d5e" /></Relationships>
</file>

<file path=ppt/notesSlides/_rels/notesSlide83.xml.rels>&#65279;<?xml version="1.0" encoding="utf-8"?><Relationships xmlns="http://schemas.openxmlformats.org/package/2006/relationships"><Relationship Type="http://schemas.openxmlformats.org/officeDocument/2006/relationships/slide" Target="/ppt/slides/slide83.xml" Id="R4c34d37dcdc44ebe" /><Relationship Type="http://schemas.openxmlformats.org/officeDocument/2006/relationships/notesMaster" Target="/ppt/notesMasters/notesMaster1.xml" Id="Rbc305674fa554395" /></Relationships>
</file>

<file path=ppt/notesSlides/_rels/notesSlide84.xml.rels>&#65279;<?xml version="1.0" encoding="utf-8"?><Relationships xmlns="http://schemas.openxmlformats.org/package/2006/relationships"><Relationship Type="http://schemas.openxmlformats.org/officeDocument/2006/relationships/slide" Target="/ppt/slides/slide84.xml" Id="R5bfd226fe9b94c22" /><Relationship Type="http://schemas.openxmlformats.org/officeDocument/2006/relationships/notesMaster" Target="/ppt/notesMasters/notesMaster1.xml" Id="R6160180732ea4e2c" /></Relationships>
</file>

<file path=ppt/notesSlides/_rels/notesSlide85.xml.rels>&#65279;<?xml version="1.0" encoding="utf-8"?><Relationships xmlns="http://schemas.openxmlformats.org/package/2006/relationships"><Relationship Type="http://schemas.openxmlformats.org/officeDocument/2006/relationships/slide" Target="/ppt/slides/slide85.xml" Id="R21e5ae1c8708457f" /><Relationship Type="http://schemas.openxmlformats.org/officeDocument/2006/relationships/notesMaster" Target="/ppt/notesMasters/notesMaster1.xml" Id="Rb6a251afa605460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Wiley, 2010, cap. 1. https://doi.org/10.1002/9781119994374.ch1</a:t>
            </a:r>
          </a:p>
          <a:p xmlns:a="http://schemas.openxmlformats.org/drawingml/2006/main">
            <a:r>
              <a:t>Datos del docente tomados de la presentación de Planificación del repositorio.</a:t>
            </a:r>
          </a:p>
          <a:p xmlns:a="http://schemas.openxmlformats.org/drawingml/2006/main">
            <a:r>
              <a:t>Abrir con una aplicación: una calefacción debe decidir cuánta potencia aplicar a partir de lo que medimos. Antes de programarla necesitamos entender cómo traducir conceptos a números.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Ruta reducida. Mantener contexto inicial y todos los métodos y criterios de desdifusificación. Una práctica térmica guiada, sin el segundo caso de aterrizaje.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propio inspirado en la arquitectura de Ross13.</a:t>
            </a:r>
          </a:p>
          <a:p xmlns:a="http://schemas.openxmlformats.org/drawingml/2006/main">
            <a:r>
              <a:t>https://uml.iut.nsysu.edu.tw/ycchou/courses/113-1/FLC/Book/Fuzzy_Logic_with_Engineering_Applications_3rd_Edition.pdf</a:t>
            </a:r>
          </a:p>
          <a:p xmlns:a="http://schemas.openxmlformats.org/drawingml/2006/main">
            <a:r>
              <a:t>Ilustración generada con IA para representar el proceso térmico. El sistema, parámetros y resultados del ejemplo son docentes, no una instalación real.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Fuente: Timothy J. Ross, Fuzzy Logic with Engineering Applications, tercera edición, 2010, capítulo 13, figura 13.2, p.442. Imagen original del PDF proporcionado, extraída de la página 464 del archivo ross3_alt.pdf. La base de conocimiento define particiones y pertenencias; la base de reglas relaciona condiciones y acciones. El controlador transforma entradas en una acción; la planta es el proceso controlado. El retorno incorpora sensores y adaptación de escala. En nuestro caso calculamos error y tendencia a partir de consigna y temperaturas. El dibujo representa la arquitectura fuzzy con desdifusificación; en Sugeno el bloque de salida combina consecuentes numéricos.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procedimiento de diseño, pp.439-442; ejemplo propio.</a:t>
            </a:r>
          </a:p>
          <a:p xmlns:a="http://schemas.openxmlformats.org/drawingml/2006/main">
            <a:r>
              <a:t>https://uml.iut.nsysu.edu.tw/ycchou/courses/113-1/FLC/Book/Fuzzy_Logic_with_Engineering_Applications_3rd_Edition.pdf</a:t>
            </a:r>
          </a:p>
          <a:p xmlns:a="http://schemas.openxmlformats.org/drawingml/2006/main">
            <a:r>
              <a:t>Se fija el objetivo y las condiciones antes de ajustar. No hay refrigeración activa. La banda±.2se evalúa temporalmente, no basta cumplirla en laúltima muestra. Potenciamáxima2kWpara calcular energíadelmodelo.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Referencia: T. J. Ross, Fuzzy Logic with Engineering Applications, 3.ª ed., capítulo 1. La lógica clásica es bivalente. La cita atribuida a Aristóteles se presenta como paráfrasis. La precisión exigida debe adaptarse al problema. Transición: para representar la imprecisión del lenguaje, transformaremos conceptos vagos en grados de pertenencia.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Wiley, 2010, cap. 1. https://doi.org/10.1002/9781119994374.ch1</a:t>
            </a:r>
          </a:p>
          <a:p xmlns:a="http://schemas.openxmlformats.org/drawingml/2006/main">
            <a:r>
              <a:t>Se elimina el ejemplo «en unos minutos» a petición del docente. «Aproximadamente 2 minutos» se usa explícitamente para representar el concepto fuzzy; decir exactamente 2 minutos no introduce por sí solo pertenencia gradual. La función triangular elegida es ilustrativa: μ(t)=max(0,1−|t−2|), para t en minutos. Los términos vago y fuzzy se usan aquí según la distinción didáctica del texto, no como taxonomía universal.</a:t>
            </a:r>
          </a:p>
          <a:p xmlns:a="http://schemas.openxmlformats.org/drawingml/2006/main">
            <a:r>
              <a:t/>
            </a:r>
          </a:p>
          <a:p xmlns:a="http://schemas.openxmlformats.org/drawingml/2006/main">
            <a:r>
              <a:t/>
            </a:r>
          </a:p>
          <a:p xmlns:a="http://schemas.openxmlformats.org/drawingml/2006/main">
            <a:r>
              <a:t>Después: la altura permite contrastar una frontera crisp con una gradual.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 con estaturas expresadas en metros. No se propone una definición demográfica universal de estatura media. Conjunto crisp A=[1,70;1,80]: χA(x)=1 dentro del intervalo cerrado y 0 fuera. La gráfica usa un cambio muy próximo a cada extremo (0,00001 m) únicamente para renderizar el salto con líneas de un gráfico editable; la definición exacta está escrita en la diapositiva. Conjunto fuzzy triangular con a=1,60, b=1,75, c=1,90: μ=0 fuera de [a,c], μ=(x−a)/(b−a) entre a y b y μ=(c−x)/(c−b) entre b y c. A 1,65 m, μ=1/3. Ambos conjuntos alcanzan 1 en 1,75 m. La pertenencia no es una probabilidad. Referencia conceptual: Ross, Fuzzy Logic with Engineering Applications, 3.ª ed., capítulos 1 y 2.</a:t>
            </a:r>
          </a:p>
          <a:p xmlns:a="http://schemas.openxmlformats.org/drawingml/2006/main">
            <a:r>
              <a:t/>
            </a:r>
          </a:p>
          <a:p xmlns:a="http://schemas.openxmlformats.org/drawingml/2006/main">
            <a:r>
              <a:t/>
            </a:r>
          </a:p>
          <a:p xmlns:a="http://schemas.openxmlformats.org/drawingml/2006/main">
            <a:r>
              <a:t>Después: una medida puede activar varias etiquetas con grados distintos.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Wiley, 2010, cap. 1. https://doi.org/10.1002/9781119994374.ch1</a:t>
            </a:r>
          </a:p>
          <a:p xmlns:a="http://schemas.openxmlformats.org/drawingml/2006/main">
            <a:r>
              <a:t>Zadeh introdujo los conjuntos difusos en 1965. Las funciones de esta diapositiva son una elección didáctica, no una clasificación universal de temperaturas. Fría decrece de 1 a 0 entre 16 y 22 °C. Templada forma un triángulo con vértices 16, 22 y 28 °C. Caliente crece de 0 a 1 entre 22 y 28 °C. En 25 °C, templada y caliente tienen pertenencia 0,5. Las pertenencias no tienen que sumar 1 en general.</a:t>
            </a:r>
          </a:p>
          <a:p xmlns:a="http://schemas.openxmlformats.org/drawingml/2006/main">
            <a:r>
              <a:t/>
            </a:r>
          </a:p>
          <a:p xmlns:a="http://schemas.openxmlformats.org/drawingml/2006/main">
            <a:r>
              <a:t/>
            </a:r>
          </a:p>
          <a:p xmlns:a="http://schemas.openxmlformats.org/drawingml/2006/main">
            <a:r>
              <a:t>Después: resumimos varios grados en un perfil geométrico dentro de un cubo.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propio solicitado por el docente: tres conjuntos distintos A=altos, D=guapos y M=jóvenes definidos sobre un mismo universo de personas; fijamos una persona Ana y representamos el vector (muA(Ana),muD(Ana),muM(Ana)). Cada eje mide un concepto diferente. Este punto es un perfil de pertenencias, no un subconjunto de personas. En la formulación original de Ross, Sets as Points in Hypercubes, las coordenadas son las pertenencias de distintos elementos de un universo fijo a un mismo conjunto: esa formulación también es correcta, pero no es la que muestra ahora esta diapositiva. En ambos casos cada coordenada vive en[0,1]; los perfiles binarios son los8vértices. El cubo es el espacio de perfiles posibles sin imponer restricciones entre conceptos, no una afirmación de independencia probabilística ni de que todos los perfiles aparezcan en una población real. Con complemento estándar1-mu, el centro expresa máxima difusidad componente a componente. No confundir pertenencia1 con difusidadmáxima. No hay condición de suma1.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Fuente: Timothy J. Ross, Fuzzy Logic with Engineering Applications, 3.ª edición, cap. 1, Chance versus Fuzziness, pp. 16–17; ejemplo atribuido en el libro a Bezdek (1993). https://doi.org/10.1002/9781119994374.ch1</a:t>
            </a:r>
          </a:p>
          <a:p xmlns:a="http://schemas.openxmlformats.org/drawingml/2006/main">
            <a:r>
              <a:t>Adaptación docente: en A se suponen dos estados exhaustivos (sano/envenenado) con probabilidades 0,95 y 0,05. Un análisis ideal y concluyente resuelve esa incertidumbre. En B el valor 0,95 mide la adecuación a una definición fijada de bueno, no la probabilidad de ausencia de veneno ni una proporción de ingredientes. No se puede recomendar beber uno u otro vaso a partir de esos números sin conocer el criterio de pertenencia y las condiciones de seguridad. El mensaje para el controlador: μcaliente(T)=0,8 expresa cuánto activa una medida el concepto caliente, no la probabilidad de que el sensor acierte. Pregunta para clase: ¿qué cambia en cada número al analizar el líquido?</a:t>
            </a:r>
          </a:p>
          <a:p xmlns:a="http://schemas.openxmlformats.org/drawingml/2006/main">
            <a:r>
              <a:t>Ilustración generada con ImageGen: dos vasos idénticos con líquido azul claro, fondo blanco, sin etiquetas, sin porcentajes ni capas de líquido; las diferencias explicativas son texto editable.</a:t>
            </a:r>
          </a:p>
          <a:p xmlns:a="http://schemas.openxmlformats.org/drawingml/2006/main">
            <a:r>
              <a:t/>
            </a:r>
          </a:p>
          <a:p xmlns:a="http://schemas.openxmlformats.org/drawingml/2006/main">
            <a:r>
              <a:t/>
            </a:r>
          </a:p>
          <a:p xmlns:a="http://schemas.openxmlformats.org/drawingml/2006/main">
            <a:r>
              <a:t>Después: situamos qué incertidumbre representa fuzzy y qué información necesita.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Fuzzy representa especialmente la vaguedad no aleatoria mediante grados de pertenencia. La probabilidad sirve para modelar aleatoriedad; ambos enfoques pueden combinarse. Las reglas permiten aprovechar conocimiento parcial, pero no crean información ausente. Referencias: Ross, 3.ª ed., capítulo1; Bellman y Zadeh (1970), Decision-Making in a Fuzzy Environment. Transición: ahora calcularemos pertenencias usando tres funciones típicas y las implementaremos en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Wang y Mendel (1992), Fuzzy basis functions, universal approximation, and orthogonal least-squares learning. https://sipi.usc.edu/~mendel/publications/Wang-Mendel%20OLS.pdf</a:t>
            </a:r>
          </a:p>
          <a:p xmlns:a="http://schemas.openxmlformats.org/drawingml/2006/main">
            <a:r>
              <a:t>Ejemplo Sugeno de orden cero con tres conjuntos sobre [0,1]: μB(x)=max(1−2x,0), μM(x)=max(1−2|x−0,5|,0), μA(x)=max(2x−1,0). Suman 1 en este dominio. Consecuentes cB=0, cM=0,25, cA=1. Salida ŷ=Σ μi(x)ci / Σ μi(x). En x=0,25 la salida es 0,125. El objetivo de la gráfica es mostrar la interpolación y su error frente a x².</a:t>
            </a:r>
          </a:p>
          <a:p xmlns:a="http://schemas.openxmlformats.org/drawingml/2006/main">
            <a:r>
              <a:t/>
            </a:r>
          </a:p>
          <a:p xmlns:a="http://schemas.openxmlformats.org/drawingml/2006/main">
            <a:r>
              <a:t/>
            </a:r>
          </a:p>
          <a:p xmlns:a="http://schemas.openxmlformats.org/drawingml/2006/main">
            <a:r>
              <a:t>Después: el objetivo en control es aproximar una relación que no conocemos explícitamente.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didáctico propio de Sugeno de orden cero. Una política ideal desconocida u=f(p1,…,pn) se aproxima con reglas. Se muestran dos reglas activas para una situación concreta, no una base completa de control. Para el error e en [0,4] °C, μMedio=max(0,1−|e−2|/2) y μGrande=max(0,min(1,(e−2)/2)); en e=3 ambos valen 0,5. Para el ritmo r en [0,1] °C/min, μLento=1−r; en r=0,2 vale 0,8. La conjunción usa mínimo: w1=w2=min(0,5;0,8)=0,5. Los consecuentes constantes 40 % y 90 % se combinan con media ponderada para obtener 65 %. Los parámetros y reglas son ilustrativos. Un controlador completo debe cubrir el resto del dominio. Fuente conceptual: Timothy J. Ross, Fuzzy Logic with Engineering Applications, 3.ª ed., capítulos 1, 5 y 13. https://doi.org/10.1002/9781119994374.ch1</a:t>
            </a:r>
          </a:p>
          <a:p xmlns:a="http://schemas.openxmlformats.org/drawingml/2006/main">
            <a:r>
              <a:t/>
            </a:r>
          </a:p>
          <a:p xmlns:a="http://schemas.openxmlformats.org/drawingml/2006/main">
            <a:r>
              <a:t/>
            </a:r>
          </a:p>
          <a:p xmlns:a="http://schemas.openxmlformats.org/drawingml/2006/main">
            <a:r>
              <a:t>Después: observamos cómo responde el sistema a pequeños cambios de entrada.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error y velocidad del error, pp.442-445.</a:t>
            </a:r>
          </a:p>
          <a:p xmlns:a="http://schemas.openxmlformats.org/drawingml/2006/main">
            <a:r>
              <a:t>https://uml.iut.nsysu.edu.tw/ycchou/courses/113-1/FLC/Book/Fuzzy_Logic_with_Engineering_Applications_3rd_Edition.pdf</a:t>
            </a:r>
          </a:p>
          <a:p xmlns:a="http://schemas.openxmlformats.org/drawingml/2006/main">
            <a:r>
              <a:t>No confundir dT/dt conde/dt: una regla copiada cambiando la variable de tendencia requiere ajustar su signo. Un salto de consigna también cambiaelerror; tratar ese caso alvalidar. El ejemplo usa consigna constante.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normalización, pp.441-444; ejemplo propio.</a:t>
            </a:r>
          </a:p>
          <a:p xmlns:a="http://schemas.openxmlformats.org/drawingml/2006/main">
            <a:r>
              <a:t>https://uml.iut.nsysu.edu.tw/ycchou/courses/113-1/FLC/Book/Fuzzy_Logic_with_Engineering_Applications_3rd_Edition.pdf</a:t>
            </a:r>
          </a:p>
          <a:p xmlns:a="http://schemas.openxmlformats.org/drawingml/2006/main">
            <a:r>
              <a:t>Escalas docentes:4°Cy1°C/min. clip alintervalo[-1,1]. No son pertenencias: son coordenadasnormalizadas que seintroducenen lasfunciones. Ajustar escala cambia sensibilidad; hayque repetir pruebas.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pp.93-94.</a:t>
            </a:r>
          </a:p>
          <a:p xmlns:a="http://schemas.openxmlformats.org/drawingml/2006/main">
            <a:r>
              <a:t>https://uml.iut.nsysu.edu.tw/ycchou/courses/113-1/FLC/Book/Fuzzy_Logic_with_Engineering_Applications_3rd_Edition.pdf</a:t>
            </a:r>
          </a:p>
          <a:p xmlns:a="http://schemas.openxmlformats.org/drawingml/2006/main">
            <a:r>
              <a:t>Método con entrada crisp de la figura4.7a. No es necesario convertir el sensor en una distribución difusa de errores. Mantener el ejemplo de25°C ya presentado para conectar significado con cálculo.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Ross6y13; partición propia.</a:t>
            </a:r>
          </a:p>
          <a:p xmlns:a="http://schemas.openxmlformats.org/drawingml/2006/main">
            <a:r>
              <a:t>https://uml.iut.nsysu.edu.tw/ycchou/courses/113-1/FLC/Book/Fuzzy_Logic_with_Engineering_Applications_3rd_Edition.pdf</a:t>
            </a:r>
          </a:p>
          <a:p xmlns:a="http://schemas.openxmlformats.org/drawingml/2006/main">
            <a:r>
              <a:t>Funciones enE: N=max(-E,0),Z=1-|E|,P=max(E,0), conEpreviamente limitado. Cero tieneprototipoe=0, pero «Cero» aquí designa un entorno gradual, no soloelvalor exacto.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entradas error/tendencia; partición propia.</a:t>
            </a:r>
          </a:p>
          <a:p xmlns:a="http://schemas.openxmlformats.org/drawingml/2006/main">
            <a:r>
              <a:t>https://uml.iut.nsysu.edu.tw/ycchou/courses/113-1/FLC/Book/Fuzzy_Logic_with_Engineering_Applications_3rd_Edition.pdf</a:t>
            </a:r>
          </a:p>
          <a:p xmlns:a="http://schemas.openxmlformats.org/drawingml/2006/main">
            <a:r>
              <a:t>Se reutiliza la misma forma en coordenadasnormalizadas, pero la variable y sus unidades son diferentes. Calcularvariación requiereguardar elerroranterior ydividir porΔt.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Ross6, pp.174-178.</a:t>
            </a:r>
          </a:p>
          <a:p xmlns:a="http://schemas.openxmlformats.org/drawingml/2006/main">
            <a:r>
              <a:t>https://uml.iut.nsysu.edu.tw/ycchou/courses/113-1/FLC/Book/Fuzzy_Logic_with_Engineering_Applications_3rd_Edition.pdf</a:t>
            </a:r>
          </a:p>
          <a:p xmlns:a="http://schemas.openxmlformats.org/drawingml/2006/main">
            <a:r>
              <a:t>Ross desarrolla intuición, inferencia, ordenación, redes, algoritmos genéticos y razonamiento inductivo. Aquí se priorizan intuición, contexto y datos por su utilidad para la práctica.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Ross6, pp.175-176; Ross13, pp.441-442.</a:t>
            </a:r>
          </a:p>
          <a:p xmlns:a="http://schemas.openxmlformats.org/drawingml/2006/main">
            <a:r>
              <a:t>https://uml.iut.nsysu.edu.tw/ycchou/courses/113-1/FLC/Book/Fuzzy_Logic_with_Engineering_Applications_3rd_Edition.pdf</a:t>
            </a:r>
          </a:p>
          <a:p xmlns:a="http://schemas.openxmlformats.org/drawingml/2006/main">
            <a:r>
              <a:t>Partición docente lineal. Aquí las tres pertenencias suman1por diseño, pero esa suma no es una condición general de los conjuntos fuzzy. Extender los hombros y/o saturar explícitamente fuera del rango; no dividir por cero cuando no se activa ninguna regla.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pp.90-91, figura4.1.</a:t>
            </a:r>
          </a:p>
          <a:p xmlns:a="http://schemas.openxmlformats.org/drawingml/2006/main">
            <a:r>
              <a:t>https://uml.iut.nsysu.edu.tw/ycchou/courses/113-1/FLC/Book/Fuzzy_Logic_with_Engineering_Applications_3rd_Edition.pdf</a:t>
            </a:r>
          </a:p>
          <a:p xmlns:a="http://schemas.openxmlformats.org/drawingml/2006/main">
            <a:r>
              <a:t>Redibujo propio del concepto de la figura4.1. Se sigue la convención de soporte mu&gt;0 del libro, sin tomar el cierre topológico. Los extremos2y8 tienen pertenencia0 y se excluyen.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pp.91-92.</a:t>
            </a:r>
          </a:p>
          <a:p xmlns:a="http://schemas.openxmlformats.org/drawingml/2006/main">
            <a:r>
              <a:t>https://uml.iut.nsysu.edu.tw/ycchou/courses/113-1/FLC/Book/Fuzzy_Logic_with_Engineering_Applications_3rd_Edition.pdf</a:t>
            </a:r>
          </a:p>
          <a:p xmlns:a="http://schemas.openxmlformats.org/drawingml/2006/main">
            <a:r>
              <a:t>El prototipo se usa aquí con la condición del libro: conjunto normal cuyo núcleo es un único punto. La altura de conjuntos generales se expresa con supremo si el máximo no se alcanza; aquí son funciones continuas sobre dominio compacto.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pp.91-92.</a:t>
            </a:r>
          </a:p>
          <a:p xmlns:a="http://schemas.openxmlformats.org/drawingml/2006/main">
            <a:r>
              <a:t>https://uml.iut.nsysu.edu.tw/ycchou/courses/113-1/FLC/Book/Fuzzy_Logic_with_Engineering_Applications_3rd_Edition.pdf</a:t>
            </a:r>
          </a:p>
          <a:p xmlns:a="http://schemas.openxmlformats.org/drawingml/2006/main">
            <a:r>
              <a:t>Convexidad fuzzy significa mu(lambda*x+(1-lambda)*y)&gt;=min(mu(x),mu(y)). No es la convexidad habitual de una función real. Normal y convexo son elecciones frecuentes para etiquetas sencillas, no requisitos universales del controlador. Unión max de normales conserva normalidad pero puede perder convexidad, como el gráfico derecho. Intersección y recorte pueden producir subnormalidad.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p.92; capítulo13.</a:t>
            </a:r>
          </a:p>
          <a:p xmlns:a="http://schemas.openxmlformats.org/drawingml/2006/main">
            <a:r>
              <a:t>https://uml.iut.nsysu.edu.tw/ycchou/courses/113-1/FLC/Book/Fuzzy_Logic_with_Engineering_Applications_3rd_Edition.pdf</a:t>
            </a:r>
          </a:p>
          <a:p xmlns:a="http://schemas.openxmlformats.org/drawingml/2006/main">
            <a:r>
              <a:t>Una función de pertenencia sobre un universo2D asignaría un grado a cada par(e,de). El método habitual del ejemplo define conjuntos por entrada y combina sus grados. La superficie de control u(e,de) tiene dos entradas y una salida numérica y tampoco es una sola curva de pertenencia.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figuras4.6-4.7, pp.93-94.</a:t>
            </a:r>
          </a:p>
          <a:p xmlns:a="http://schemas.openxmlformats.org/drawingml/2006/main">
            <a:r>
              <a:t>https://uml.iut.nsysu.edu.tw/ycchou/courses/113-1/FLC/Book/Fuzzy_Logic_with_Engineering_Applications_3rd_Edition.pdf</a:t>
            </a:r>
          </a:p>
          <a:p xmlns:a="http://schemas.openxmlformats.org/drawingml/2006/main">
            <a:r>
              <a:t>Figura4.6 reinterpretada con lectura10V: los porcentajes son desviaciones relativas, no voltajes negativos. La figura4.7b compara la lectura fuzzy con medium voltage; el0.4es la altura de la intersección. No hay una comparación directa entre low=.3y medium=.4porque los dibujos son ejemplos distintos. El triángulo es una elección para representar imprecisión, no una densidad probabilística.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Implementaciones propias vectorizadas con NumPy. x debe ser un escalar numérico o un np.ndarray; para una lista, convertir con np.asarray(x,dtype=float). Los parámetros cumplen las condiciones indicadas: triangular a&lt;b&lt;c; trapezoidal a&lt;b&lt;=c&lt;d; sigma&gt;0. No se cubren hombros degenerados a=b o c=d porque producen división por cero en estas fórmulas. np.minimum toma el menor grado y np.clip limita el resultado a [0,1]; la gaussiana ya pertenece a (0,1]. Ejemplos de los gráficos: triangular(x,2,5,8), trapezoidal(x,1,3,7,9), gaussiana(x,5,1.3). La gaussiana no necesita un factor 1/(sigma*sqrt(2*pi)) porque aquí representa pertenencia, no densidad.</a:t>
            </a:r>
          </a:p>
          <a:p xmlns:a="http://schemas.openxmlformats.org/drawingml/2006/main">
            <a:r>
              <a:t/>
            </a:r>
          </a:p>
          <a:p xmlns:a="http://schemas.openxmlformats.org/drawingml/2006/main">
            <a:r>
              <a:t>Después: diseñad vuestras propias funciones para describir tiempos de fraguado.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 J. Ross, Fuzzy Logic with Engineering Applications, 3.ª edición. https://uml.iut.nsysu.edu.tw/ycchou/courses/113-1/FLC/Book/Fuzzy_Logic_with_Engineering_Applications_3rd_Edition.pdf</a:t>
            </a:r>
          </a:p>
          <a:p xmlns:a="http://schemas.openxmlformats.org/drawingml/2006/main">
            <a:r>
              <a:t>Capítulo 1, ejercicio 1.1, p.21. Se conserva la tarea original: diseñar funciones razonables para extra fast, fast y slow según el tiempo de fraguado en minutos. La petición de representarlas en los mismos ejes y justificar umbrales explicita cómo entregar la propuesta. No hay datos ocultos ni un único conjunto de parámetros correcto. Dar 4 minutos por parejas. Preguntar si el paso de rápido a lento debe ser brusco y dónde proponen solapar etiquetas.</a:t>
            </a:r>
          </a:p>
          <a:p xmlns:a="http://schemas.openxmlformats.org/drawingml/2006/main">
            <a:r>
              <a:t/>
            </a:r>
          </a:p>
          <a:p xmlns:a="http://schemas.openxmlformats.org/drawingml/2006/main">
            <a:r>
              <a:t>Después: compararemos vuestra propuesta con una solución posible, no única.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 Fuzzy Logic with Engineering Applications, 3.ª ed., ejercicio1.1, p.21. Propuesta docente: Extra rápido vale1 hasta2min y cae linealmente a0 en5min; Rápido es triangular con vértices(2,0),(8,1),(20,0); Lento vale0 hasta10min, crece linealmente a1 en30min y permanece1 después. A los15min: 0,5/12 y5/20. Son umbrales ilustrativos, no datos calibrados de una resina. Las pertenencias no tienen que sumar1. Transición: ahora usaremos grados como estos para activar reglas y decidir una acción.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y13; adaptación docente.</a:t>
            </a:r>
          </a:p>
          <a:p xmlns:a="http://schemas.openxmlformats.org/drawingml/2006/main">
            <a:r>
              <a:t>https://uml.iut.nsysu.edu.tw/ycchou/courses/113-1/FLC/Book/Fuzzy_Logic_with_Engineering_Applications_3rd_Edition.pdf</a:t>
            </a:r>
          </a:p>
          <a:p xmlns:a="http://schemas.openxmlformats.org/drawingml/2006/main">
            <a:r>
              <a:t>La regla es conocimiento del controlador. El antecedente usa conjuntos de las entradas. El consecuente describe una acción de salida. Una etiqueta de salida corresponde a un conjunto en Mamdani y puede ser una constante en Sugeno de orden cero. No confundir el grado de activación con la potencia física.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edición, sección Limitations of Fuzzy Systems, pp. 8–10. https://doi.org/10.1002/9781119994374.ch1</a:t>
            </a:r>
          </a:p>
          <a:p xmlns:a="http://schemas.openxmlformats.org/drawingml/2006/main">
            <a:r>
              <a:t>Ross caracteriza los sistemas fuzzy basados en reglas como principalmente deductivos: aplican conocimiento general a casos particulares. Las reglas pueden proceder de experiencia, datos o conocimiento físico. Cuando se generalizan observaciones para construirlas hay un componente inductivo; después se aplican deductivamente. La inferencia fuzzy es aproximada en su tratamiento de predicados graduales. El cálculo puede ser determinista sin garantizar que la base de reglas represente completamente el sistema real. La regla de calefacción es una ilustración cualitativa; la acción final depende también de las otras reglas activas y del método de inferencia.</a:t>
            </a:r>
          </a:p>
          <a:p xmlns:a="http://schemas.openxmlformats.org/drawingml/2006/main">
            <a:r>
              <a:t/>
            </a:r>
          </a:p>
          <a:p xmlns:a="http://schemas.openxmlformats.org/drawingml/2006/main">
            <a:r>
              <a:t/>
            </a:r>
          </a:p>
          <a:p xmlns:a="http://schemas.openxmlformats.org/drawingml/2006/main">
            <a:r>
              <a:t>Después: un ejemplo numérico muestra cómo las reglas producen una salida.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pp.131-139 y148-150.</a:t>
            </a:r>
          </a:p>
          <a:p xmlns:a="http://schemas.openxmlformats.org/drawingml/2006/main">
            <a:r>
              <a:t>https://uml.iut.nsysu.edu.tw/ycchou/courses/113-1/FLC/Book/Fuzzy_Logic_with_Engineering_Applications_3rd_Edition.pdf</a:t>
            </a:r>
          </a:p>
          <a:p xmlns:a="http://schemas.openxmlformats.org/drawingml/2006/main">
            <a:r>
              <a:t>Los operadores min/max/1-mu son estándar, no únicos. En crisp coinciden con AND/OR/NOT sobre0y1. El producto también es una t-norma: .6*.3=.18. No requiere interpretar los grados como probabilidades independientes. En el ejemplo térmico Sugeno se elegirá producto; en Mamdani y aterrizaje, mínimo.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Ross2, Alternative Fuzzy Set Operations, pp.40-41; ampliación docente.</a:t>
            </a:r>
          </a:p>
          <a:p xmlns:a="http://schemas.openxmlformats.org/drawingml/2006/main">
            <a:r>
              <a:t>https://uml.iut.nsysu.edu.tw/ycchou/courses/113-1/FLC/Book/Fuzzy_Logic_with_Engineering_Applications_3rd_Edition.pdf</a:t>
            </a:r>
          </a:p>
          <a:p xmlns:a="http://schemas.openxmlformats.org/drawingml/2006/main">
            <a:r>
              <a:t>Una t-norma es conmutativa, asociativa, no decreciente en cada argumento y tiene 1 como elemento neutro: T(a,1)=a. Por ello T(a,b) &lt;= min(a,b). No confundir norma triangular con función de pertenencia triangular. Ejemplos estándar añadidos como ampliación del apartado de Ross.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Ross2, Alternative Fuzzy Set Operations, pp.40-41; ampliación docente.</a:t>
            </a:r>
          </a:p>
          <a:p xmlns:a="http://schemas.openxmlformats.org/drawingml/2006/main">
            <a:r>
              <a:t>https://uml.iut.nsysu.edu.tw/ycchou/courses/113-1/FLC/Book/Fuzzy_Logic_with_Engineering_Applications_3rd_Edition.pdf</a:t>
            </a:r>
          </a:p>
          <a:p xmlns:a="http://schemas.openxmlformats.org/drawingml/2006/main">
            <a:r>
              <a:t>Una t-conorma es conmutativa, asociativa, no decreciente en cada argumento y tiene 0 como elemento neutro. Con complemento 1-a, los pares de estas tablas son duales: S(a,b)=1-T(1-a,1-b). No se exige independencia probabilística para aplicar el operador a pertenencias. No sumar sin acotar: podría superar 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Ross2, pp.40-41; conexión con Ross5 y13.</a:t>
            </a:r>
          </a:p>
          <a:p xmlns:a="http://schemas.openxmlformats.org/drawingml/2006/main">
            <a:r>
              <a:t>https://uml.iut.nsysu.edu.tw/ycchou/courses/113-1/FLC/Book/Fuzzy_Logic_with_Engineering_Applications_3rd_Edition.pdf</a:t>
            </a:r>
          </a:p>
          <a:p xmlns:a="http://schemas.openxmlformats.org/drawingml/2006/main">
            <a:r>
              <a:t>No basta cambiar una norma y esperar el mismo controlador. Evaluar el efecto junto con las pertenencias, reglas, implicación, agregación y método de salida. La activación menor de una regla no implica por sí sola menor salida global en una media normalizada. Las propiedades formales quedan en las notas para no recargar la introducción.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métodos de inferencia.</a:t>
            </a:r>
          </a:p>
          <a:p xmlns:a="http://schemas.openxmlformats.org/drawingml/2006/main">
            <a:r>
              <a:t>https://uml.iut.nsysu.edu.tw/ycchou/courses/113-1/FLC/Book/Fuzzy_Logic_with_Engineering_Applications_3rd_Edition.pdf</a:t>
            </a:r>
          </a:p>
          <a:p xmlns:a="http://schemas.openxmlformats.org/drawingml/2006/main">
            <a:r>
              <a:t>Los dos modelos representan consecuencias de distinta naturaleza. En Mamdani se construye una salida fuzzy agregada. En Sugeno se combinan números o funciones consecuentes mediante sus pesos.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Curiosidad opcional antes de Mamdani. P y Q son proposiciones; R es la relación que representa P→Q, no una igualdad de objetos del mismo tipo. ¬A indica el complemento de A respecto de X. En clásico a,b∈{0,1}. AND=min, OR=max y complemento=1−a. La extensión fuzzy max(min(a,b),1−a) no equivale en general a max(1−a,b): a=0.7,b=0.9 produce 0.7 frente a 0.9. En Mamdani max-min, μR=min(a,b) representa la contribución de una regla, no el grado de verdad material de la implicación. Otros sistemas basados en reglas, como ASP, tienen otras semánticas. Fuente: Timothy J. Ross, Fuzzy Logic with Engineering Applications, 3.ª ed., capítulo 5, relación clásica, implicación fuzzy y Mamdani. https://uml.iut.nsysu.edu.tw/ycchou/courses/113-1/FLC/Book/Fuzzy_Logic_with_Engineering_Applications_3rd_Edition.pdf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pp.148-151, figuras5.10-5.11.</a:t>
            </a:r>
          </a:p>
          <a:p xmlns:a="http://schemas.openxmlformats.org/drawingml/2006/main">
            <a:r>
              <a:t>https://uml.iut.nsysu.edu.tw/ycchou/courses/113-1/FLC/Book/Fuzzy_Logic_with_Engineering_Applications_3rd_Edition.pdf</a:t>
            </a:r>
          </a:p>
          <a:p xmlns:a="http://schemas.openxmlformats.org/drawingml/2006/main">
            <a:r>
              <a:t>Configuración Mamdani max-min explícita. No confundir la operación AND de los antecedentes con la implicación que afecta al consecuente ni con la agregación entre reglas.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para los métodos de Ross4 y5.</a:t>
            </a:r>
          </a:p>
          <a:p xmlns:a="http://schemas.openxmlformats.org/drawingml/2006/main">
            <a:r>
              <a:t>https://uml.iut.nsysu.edu.tw/ycchou/courses/113-1/FLC/Book/Fuzzy_Logic_with_Engineering_Applications_3rd_Edition.pdf</a:t>
            </a:r>
          </a:p>
          <a:p xmlns:a="http://schemas.openxmlformats.org/drawingml/2006/main">
            <a:r>
              <a:t>Ejemplo Mamdani independiente del Sugeno térmico que programaremos. Se dan las activaciones como entrada del ejercicio, no se deducen de las pertenencias N/Z/P del caso térmico. Cada par de la fórmula indica(potencia,pertenencia). El objetivo es seguir recorte, agregación y elección de un escalar.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técnica de la figura5.10; datos docentes.</a:t>
            </a:r>
          </a:p>
          <a:p xmlns:a="http://schemas.openxmlformats.org/drawingml/2006/main">
            <a:r>
              <a:t>https://uml.iut.nsysu.edu.tw/ycchou/courses/113-1/FLC/Book/Fuzzy_Logic_with_Engineering_Applications_3rd_Edition.pdf</a:t>
            </a:r>
          </a:p>
          <a:p xmlns:a="http://schemas.openxmlformats.org/drawingml/2006/main">
            <a:r>
              <a:t>Ejemplo docente de inferencia con activaciones ya calculadas: alpha1=.6,alpha2=.3. Salidas triangulares Baja(0,25,50)yAlta(50,75,100). Las alturas de los trapecios son grados, no porcentajes de potencia. Se eligen soportes adyacentes sin solape para poder verificar las áreas a mano.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pp.91-92; Ross5, pp.148-150.</a:t>
            </a:r>
          </a:p>
          <a:p xmlns:a="http://schemas.openxmlformats.org/drawingml/2006/main">
            <a:r>
              <a:t>https://uml.iut.nsysu.edu.tw/ycchou/courses/113-1/FLC/Book/Fuzzy_Logic_with_Engineering_Applications_3rd_Edition.pdf</a:t>
            </a:r>
          </a:p>
          <a:p xmlns:a="http://schemas.openxmlformats.org/drawingml/2006/main">
            <a:r>
              <a:t>El recorte genera alturas menoresque1; la agregación max conserva el máximo de los recortes. La unión de conjuntos normales sísería normal; aquí unimos conjuntos previamente recortados. La salida agregada de este ejemplo tiene dos zonas separadas por mu=0en50.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pp.89-90 y98-110.</a:t>
            </a:r>
          </a:p>
          <a:p xmlns:a="http://schemas.openxmlformats.org/drawingml/2006/main">
            <a:r>
              <a:t>https://uml.iut.nsysu.edu.tw/ycchou/courses/113-1/FLC/Book/Fuzzy_Logic_with_Engineering_Applications_3rd_Edition.pdf</a:t>
            </a:r>
          </a:p>
          <a:p xmlns:a="http://schemas.openxmlformats.org/drawingml/2006/main">
            <a:r>
              <a:t>No todas las decisiones humanas son binarias. La motivación deRossse adapta al control: el sistema físico recibe un valor de mando concreto, aunque tenga interpretación continua.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Defuzzification to Scalars.</a:t>
            </a:r>
          </a:p>
          <a:p xmlns:a="http://schemas.openxmlformats.org/drawingml/2006/main">
            <a:r>
              <a:t>https://uml.iut.nsysu.edu.tw/ycchou/courses/113-1/FLC/Book/Fuzzy_Logic_with_Engineering_Applications_3rd_Edition.pdf</a:t>
            </a:r>
          </a:p>
          <a:p xmlns:a="http://schemas.openxmlformats.org/drawingml/2006/main">
            <a:r>
              <a:t>La inferencia produce la curva agregada con altura máxima0.6. El centroide43.8889es una coordenada horizontal del dominio de potencia. El actuator recibe un valor escalar, no una pertenencia.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pp.99-107.</a:t>
            </a:r>
          </a:p>
          <a:p xmlns:a="http://schemas.openxmlformats.org/drawingml/2006/main">
            <a:r>
              <a:t>https://uml.iut.nsysu.edu.tw/ycchou/courses/113-1/FLC/Book/Fuzzy_Logic_with_Engineering_Applications_3rd_Edition.pdf</a:t>
            </a:r>
          </a:p>
          <a:p xmlns:a="http://schemas.openxmlformats.org/drawingml/2006/main">
            <a:r>
              <a:t>La lista corresponde a los siete métodos enumerados en Ross4, páginas99-107. Max membership principle, centroid, weighted average, mean max membership, center of sums, center of largest area, first or last of maxima. No se afirma que sean los únicos métodos posibles.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p.99, figura4.12.</a:t>
            </a:r>
          </a:p>
          <a:p xmlns:a="http://schemas.openxmlformats.org/drawingml/2006/main">
            <a:r>
              <a:t>https://uml.iut.nsysu.edu.tw/ycchou/courses/113-1/FLC/Book/Fuzzy_Logic_with_Engineering_Applications_3rd_Edition.pdf</a:t>
            </a:r>
          </a:p>
          <a:p xmlns:a="http://schemas.openxmlformats.org/drawingml/2006/main">
            <a:r>
              <a:t>Max membership principle o height method. En este ejemplo los máximos no son únicos. No asignamos arbitrariamente25como si fuera consecuencia del principio;25es una elección adicional, la media de máximos.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centroide, pp.98-110; cálculo docente propio.</a:t>
            </a:r>
          </a:p>
          <a:p xmlns:a="http://schemas.openxmlformats.org/drawingml/2006/main">
            <a:r>
              <a:t>https://uml.iut.nsysu.edu.tw/ycchou/courses/113-1/FLC/Book/Fuzzy_Logic_with_Engineering_Applications_3rd_Edition.pdf</a:t>
            </a:r>
          </a:p>
          <a:p xmlns:a="http://schemas.openxmlformats.org/drawingml/2006/main">
            <a:r>
              <a:t>Áreas exactas de triángulos recortados: ancho50,alpha.6=&gt;50*(.6-.6²/2)=21;alpha.3=&gt;12.75. No hay solape con área positiva, así que se pueden sumar momentos y áreas. El ejemplo no autoriza esa suma simple cuando los recortes se solapan: en ese caso se integra el máximo agregado.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Defuzzification to Scalars; adaptación numérica docente.</a:t>
            </a:r>
          </a:p>
          <a:p xmlns:a="http://schemas.openxmlformats.org/drawingml/2006/main">
            <a:r>
              <a:t>https://uml.iut.nsysu.edu.tw/ycchou/courses/113-1/FLC/Book/Fuzzy_Logic_with_Engineering_Applications_3rd_Edition.pdf</a:t>
            </a:r>
          </a:p>
          <a:p xmlns:a="http://schemas.openxmlformats.org/drawingml/2006/main">
            <a:r>
              <a:t>Ejemplo docente distinto del centroide anterior. La suma representa el centroide de un conjunto discreto; una malla uniforme puede aproximar una salida continua. En esta tabla los extremos tienen mu=0, así que el cociente trapezoidal coincide. Refinar la malla y comprobar convergencia. Para puntos no equidistantes se deben ponderar anchos o integrar.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centroide; implementación docente.</a:t>
            </a:r>
          </a:p>
          <a:p xmlns:a="http://schemas.openxmlformats.org/drawingml/2006/main">
            <a:r>
              <a:t>https://uml.iut.nsysu.edu.tw/ycchou/courses/113-1/FLC/Book/Fuzzy_Logic_with_Engineering_Applications_3rd_Edition.pdf</a:t>
            </a:r>
          </a:p>
          <a:p xmlns:a="http://schemas.openxmlformats.org/drawingml/2006/main">
            <a:r>
              <a:t>Código NumPy 2.x para arrays numéricos u y mu de igual longitud, con u estrictamente creciente, mu finita y no negativa. np.trapezoid aproxima ambas integrales. Lanzar error ayuda a detectar falta de cobertura durante desarrollo; en un sistema real se debe diseñar una respuesta de respaldo apropiada al proceso. No se adopta potencia 0 como valor universal de seguridad.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pp.99-100, figura4.14.</a:t>
            </a:r>
          </a:p>
          <a:p xmlns:a="http://schemas.openxmlformats.org/drawingml/2006/main">
            <a:r>
              <a:t>https://uml.iut.nsysu.edu.tw/ycchou/courses/113-1/FLC/Book/Fuzzy_Logic_with_Engineering_Applications_3rd_Edition.pdf</a:t>
            </a:r>
          </a:p>
          <a:p xmlns:a="http://schemas.openxmlformats.org/drawingml/2006/main">
            <a:r>
              <a:t>Weighted average de Ross. Se utilizan conjuntos simétricos y pesos dados por sus alturas. No es el centroide de la unión max: aquí da41.67frente43.89. Más adelante Sugeno tendrá una fórmula de media ponderada con consecuentes numéricos; distinguir ambos contextos.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p.100, figura4.15.</a:t>
            </a:r>
          </a:p>
          <a:p xmlns:a="http://schemas.openxmlformats.org/drawingml/2006/main">
            <a:r>
              <a:t>https://uml.iut.nsysu.edu.tw/ycchou/courses/113-1/FLC/Book/Fuzzy_Logic_with_Engineering_Applications_3rd_Edition.pdf</a:t>
            </a:r>
          </a:p>
          <a:p xmlns:a="http://schemas.openxmlformats.org/drawingml/2006/main">
            <a:r>
              <a:t>Ross llama mean max membership o middle-of-maxima a(a+b)/2. En una meseta continua coincide con el promedio de todos sus máximos. En conjuntos de máximos separados algunas bibliotecas diferencian middle-of-maxima del promedio de todas las muestras máximas; declarar la convención.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pp.105-106, figura4.28.</a:t>
            </a:r>
          </a:p>
          <a:p xmlns:a="http://schemas.openxmlformats.org/drawingml/2006/main">
            <a:r>
              <a:t>https://uml.iut.nsysu.edu.tw/ycchou/courses/113-1/FLC/Book/Fuzzy_Logic_with_Engineering_Applications_3rd_Edition.pdf</a:t>
            </a:r>
          </a:p>
          <a:p xmlns:a="http://schemas.openxmlformats.org/drawingml/2006/main">
            <a:r>
              <a:t>Center of sums. Ejemplo propio con triángulos(0,30,60)y(30,60,90), recortadosa0.6y0.3. Áreas25.2y15.3ycentros30y60. Suma de momentos1674, áreas40.5:41.3333. Solapeárea6.3,momento283.5. Unión:1390.5/34.2=40.6579. La suma puede exceder1en otros casos, no se trata como una unión fuzzy max.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p.106, figura4.29.</a:t>
            </a:r>
          </a:p>
          <a:p xmlns:a="http://schemas.openxmlformats.org/drawingml/2006/main">
            <a:r>
              <a:t>https://uml.iut.nsysu.edu.tw/ycchou/courses/113-1/FLC/Book/Fuzzy_Logic_with_Engineering_Applications_3rd_Edition.pdf</a:t>
            </a:r>
          </a:p>
          <a:p xmlns:a="http://schemas.openxmlformats.org/drawingml/2006/main">
            <a:r>
              <a:t>Center of largest area aplicado a dos regiones convexas con soportes sin solape positivo. En salidas conectadas no convexas hay que precisar la partición en subregiones; este ejemplo evita esa ambigüedad. No confundir escoger la región mayor con escoger siempre el conjunto original más alto.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pp.106-107, figura4.30.</a:t>
            </a:r>
          </a:p>
          <a:p xmlns:a="http://schemas.openxmlformats.org/drawingml/2006/main">
            <a:r>
              <a:t>https://uml.iut.nsysu.edu.tw/ycchou/courses/113-1/FLC/Book/Fuzzy_Logic_with_Engineering_Applications_3rd_Edition.pdf</a:t>
            </a:r>
          </a:p>
          <a:p xmlns:a="http://schemas.openxmlformats.org/drawingml/2006/main">
            <a:r>
              <a:t>First of maxima y last of maxima, también smallest/largest of maxima en algunas bibliotecas. Se muestran como las dos variantes del séptimo método de Ross.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métodos; cálculos docentes propios.</a:t>
            </a:r>
          </a:p>
          <a:p xmlns:a="http://schemas.openxmlformats.org/drawingml/2006/main">
            <a:r>
              <a:t>https://uml.iut.nsysu.edu.tw/ycchou/courses/113-1/FLC/Book/Fuzzy_Logic_with_Engineering_Applications_3rd_Edition.pdf</a:t>
            </a:r>
          </a:p>
          <a:p xmlns:a="http://schemas.openxmlformats.org/drawingml/2006/main">
            <a:r>
              <a:t>Resultados del ejemplo inicial: triángulos(0,25,50)y(50,75,100), recortes0.6y0.3. Centro de sumas coincide con centroide solo porque no hay solape con área positiva. La diapositiva anterior de centro de sumas empleó otro ejemplo para mostrar la diferencia con solape.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Summary, pp.110-111.</a:t>
            </a:r>
          </a:p>
          <a:p xmlns:a="http://schemas.openxmlformats.org/drawingml/2006/main">
            <a:r>
              <a:t>https://uml.iut.nsysu.edu.tw/ycchou/courses/113-1/FLC/Book/Fuzzy_Logic_with_Engineering_Applications_3rd_Edition.pdf</a:t>
            </a:r>
          </a:p>
          <a:p xmlns:a="http://schemas.openxmlformats.org/drawingml/2006/main">
            <a:r>
              <a:t>Ross recoge los criterios de Hellendoorn y Thomas(1993) en el resumen del capítulo4. Disambiguity se traduce aquí por unicidad o ausencia de ambigüedad. Plausibilidad reúne posición aproximadamente central y grado alto; no equivale a validez física ni a probabilidad. El quinto criterio compara formas de ponderar y no es una técnica adicional ni una escala con un ganador universal.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criterios1y2, p.111; cálculo docente.</a:t>
            </a:r>
          </a:p>
          <a:p xmlns:a="http://schemas.openxmlformats.org/drawingml/2006/main">
            <a:r>
              <a:t>https://uml.iut.nsysu.edu.tw/ycchou/courses/113-1/FLC/Book/Fuzzy_Logic_with_Engineering_Applications_3rd_Edition.pdf</a:t>
            </a:r>
          </a:p>
          <a:p xmlns:a="http://schemas.openxmlformats.org/drawingml/2006/main">
            <a:r>
              <a:t>Ejemplo docente de dos triángulos disjuntos de igual anchura, escalados a0.51y0.49. Áreas proporcionales a alturas; centroides49.4y50.6. En el empate, máximo y centro del área mayor no determinan un único valor sin convención. Primero/último pueden resolver la unicidad, pero no evitan necesariamente saltos. Continuidad del centroide exige variación regular de la salida y área positiva, suficientemente alejada de cero para buena sensibilidad.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criterio3, p.111.</a:t>
            </a:r>
          </a:p>
          <a:p xmlns:a="http://schemas.openxmlformats.org/drawingml/2006/main">
            <a:r>
              <a:t>https://uml.iut.nsysu.edu.tw/ycchou/courses/113-1/FLC/Book/Fuzzy_Logic_with_Engineering_Applications_3rd_Edition.pdf</a:t>
            </a:r>
          </a:p>
          <a:p xmlns:a="http://schemas.openxmlformats.org/drawingml/2006/main">
            <a:r>
              <a:t>Ejemplo docente simétrico con soportes(0,40)y(60,100). Centroide50y pertenencia0. Falla la parte de alta pertenencia del criterio de plausibilidad de Ross; no significa que todo centroide falle ni que una pertenencia baja haga físicamente imposible una acción. Si las regiones expresan alternativas incompatibles, no conviene promediarlas sin revisar reglas y restricciones. No interpretar el grado como probabilidad de éxito.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criterio5, p.111; ejemplo docente.</a:t>
            </a:r>
          </a:p>
          <a:p xmlns:a="http://schemas.openxmlformats.org/drawingml/2006/main">
            <a:r>
              <a:t>https://uml.iut.nsysu.edu.tw/ycchou/courses/113-1/FLC/Book/Fuzzy_Logic_with_Engineering_Applications_3rd_Edition.pdf</a:t>
            </a:r>
          </a:p>
          <a:p xmlns:a="http://schemas.openxmlformats.org/drawingml/2006/main">
            <a:r>
              <a:t>Quinto criterio, weighting method: forma de dar influencia a los conjuntos de salida. Ejemplo de dos triángulos escalados a0.8, centros20y70y bases20y60. Media ponderada por alturas45. Centro de sumas usa áreas8y24:57.5. Aquí el centroide de la unión coincide con centro de sumas porque no existe solape positivo. Con solape, centroide integra max y cuenta cada zona una vez; centro de sumas acumula las contribuciones de las reglas. No confundir este criterio con pesos de confianza de reglas ni con el método concreto weighted average.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Ross4, Summary, pp.110-111; recomendación docente aplicada al control.</a:t>
            </a:r>
          </a:p>
          <a:p xmlns:a="http://schemas.openxmlformats.org/drawingml/2006/main">
            <a:r>
              <a:t>https://uml.iut.nsysu.edu.tw/ycchou/courses/113-1/FLC/Book/Fuzzy_Logic_with_Engineering_Applications_3rd_Edition.pdf</a:t>
            </a:r>
          </a:p>
          <a:p xmlns:a="http://schemas.openxmlformats.org/drawingml/2006/main">
            <a:r>
              <a:t>Recomendación docente para esta práctica, no clasificación universal ni afirmación de superioridad de Ross. Centroide requiere área positiva y cuidado con salidas no convexas. Máximos suele ser económico en una malla, pero puede saltar o necesitar desempate. Centroide discreto y máximo tienen ambos recorridos lineales sobre una malla; el coste real depende de la implementación y de la representación. Media ponderada es eficiente cuando centros y pesos están disponibles. Centro de sumas depende de áreas; centro del área mayor puede ser ambiguo en empates y discontinuo al cambiar la región ganadora. No se asigna una nota global arbitraria a los métodos.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Ampliación docente sobre desdifusificación.</a:t>
            </a:r>
          </a:p>
          <a:p xmlns:a="http://schemas.openxmlformats.org/drawingml/2006/main">
            <a:r>
              <a:t>https://uml.iut.nsysu.edu.tw/ycchou/courses/113-1/FLC/Book/Fuzzy_Logic_with_Engineering_Applications_3rd_Edition.pdf</a:t>
            </a:r>
          </a:p>
          <a:p xmlns:a="http://schemas.openxmlformats.org/drawingml/2006/main">
            <a:r>
              <a:t>Bisector de la salida inicial. Hasta35eláreaes16.5. Resolver0.6d-d²/50=0.375 da d=(30-sqrt(825))/2 y u=35+d. Su valor difiere del centroide, que equilibra momentos. Cálculo docente.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Sugeno, pp.148-159.</a:t>
            </a:r>
          </a:p>
          <a:p xmlns:a="http://schemas.openxmlformats.org/drawingml/2006/main">
            <a:r>
              <a:t>https://uml.iut.nsysu.edu.tw/ycchou/courses/113-1/FLC/Book/Fuzzy_Logic_with_Engineering_Applications_3rd_Edition.pdf</a:t>
            </a:r>
          </a:p>
          <a:p xmlns:a="http://schemas.openxmlformats.org/drawingml/2006/main">
            <a:r>
              <a:t>Sugeno de orden0con constantes25y75y pesos.6,.3. No coincide necesariamente conMamdani aunque se usen los centros de las mismas etiquetas: las áreas de triángulos recortados no son proporcionales a alpha. Elegir Sugeno para el ejemplo programable reduce el código del cálculo de salida.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Ross13.</a:t>
            </a:r>
          </a:p>
          <a:p xmlns:a="http://schemas.openxmlformats.org/drawingml/2006/main">
            <a:r>
              <a:t>https://uml.iut.nsysu.edu.tw/ycchou/courses/113-1/FLC/Book/Fuzzy_Logic_with_Engineering_Applications_3rd_Edition.pdf</a:t>
            </a:r>
          </a:p>
          <a:p xmlns:a="http://schemas.openxmlformats.org/drawingml/2006/main">
            <a:r>
              <a:t>Ilustración generada con IA de hardware conceptual. El48%corresponde al cálculo Sugeno del ejemplo térmico, no al centroide43.89del ejemplo Mamdani. En un equipo real se añade una interfaz de actuación adecuada.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Modelo propio; metodología de simulación de Ross8y13.</a:t>
            </a:r>
          </a:p>
          <a:p xmlns:a="http://schemas.openxmlformats.org/drawingml/2006/main">
            <a:r>
              <a:t>https://uml.iut.nsysu.edu.tw/ycchou/courses/113-1/FLC/Book/Fuzzy_Logic_with_Engineering_Applications_3rd_Edition.pdf</a:t>
            </a:r>
          </a:p>
          <a:p xmlns:a="http://schemas.openxmlformats.org/drawingml/2006/main">
            <a:r>
              <a:t>Planta docente propia deprimerorden. Puede derivarse de capacidad térmica60kJ/K,pérdidas.1kW/Ky calefactor2kW. No incorpora retardos deactuación, radiación ni variaciones de capacidad. Las conclusiones del ensayo se limitan a estemodelo.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Modelo propio; diseño de control, Ross13.</a:t>
            </a:r>
          </a:p>
          <a:p xmlns:a="http://schemas.openxmlformats.org/drawingml/2006/main">
            <a:r>
              <a:t>https://uml.iut.nsysu.edu.tw/ycchou/courses/113-1/FLC/Book/Fuzzy_Logic_with_Engineering_Applications_3rd_Edition.pdf</a:t>
            </a:r>
          </a:p>
          <a:p xmlns:a="http://schemas.openxmlformats.org/drawingml/2006/main">
            <a:r>
              <a:t>Enmodelo0=-(T-18)/10+.02*100=&gt;T38. Esun límitealcanzableconu100constante, no lapromesa dequeelcontroladorfuzzyloalcance. Si seusaacciónincrementalo integral,considerar acumulaciónen saturación.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Timothy J. Ross, Fuzzy Logic with Engineering Applications, 3.ª ed., Wiley, 2010, cap. 1. https://doi.org/10.1002/9781119994374.ch1</a:t>
            </a:r>
          </a:p>
          <a:p xmlns:a="http://schemas.openxmlformats.org/drawingml/2006/main">
            <a:r>
              <a:t>MathWorks, Analyze Absolute Stability of Fuzzy Controller. https://www.mathworks.com/help/fuzzy/analyze-absolute-stability-of-fuzzy-controller.html</a:t>
            </a:r>
          </a:p>
          <a:p xmlns:a="http://schemas.openxmlformats.org/drawingml/2006/main">
            <a:r>
              <a:t>La robustez que se introduce aquí es la baja sensibilidad de la acción ante pequeñas variaciones de entrada. En el ejemplo u=20+60e para e en [0,1] °C; las pertenencias solapadas permiten interpolar acciones. Un diseño adecuado requiere cobertura del dominio, pertenencias continuas y consecuentes compatibles. La continuidad de una ley estática no demuestra por sí sola estabilidad o robustez del lazo cerrado frente a toda incertidumbre.</a:t>
            </a:r>
          </a:p>
          <a:p xmlns:a="http://schemas.openxmlformats.org/drawingml/2006/main">
            <a:r>
              <a:t/>
            </a:r>
          </a:p>
          <a:p xmlns:a="http://schemas.openxmlformats.org/drawingml/2006/main">
            <a:r>
              <a:t/>
            </a:r>
          </a:p>
          <a:p xmlns:a="http://schemas.openxmlformats.org/drawingml/2006/main">
            <a:r>
              <a:t>Cierre: ya sabemos representar conceptos, calcular grados y combinar reglas para decidir una acción. El siguiente bloque desarrollará la arquitectura y el diseño completo del controlador.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Adaptación sencilla de Ross capítulo 13, Control System Design Problem, pp.439–442. La ley de control u=h(t,x,r) se concreta aquí en u=h(e,de/dt). Sus nueve pasos incluyen identificar variables, particionar universos, asignar pertenencias, reglas, escalas, fuzzificar, inferir, agregar y desdifusificar. Se agrupan para dar una guía práctica; las pruebas de respuesta corresponden a comprobar las prestaciones del sistema completo. Nuestro ejemplo usa Sugeno, cuya salida es una media ponderada en lugar de una curva agregada y un centroide. El objetivo y las variables deben poder medirse y el actuador debe tener capacidad suficiente. No se promete estabilidad por usar fuzzy.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Dos lecturas ilustrativas para resolver un instante. Imagen generada con IA y revisada. Se usa el minuto como unidad temporal en las ecuaciones de este caso.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Cálculo explícito del instante manual. Consigna constante. La variación del error es opuesta a la variación de temperatura. No confundir0.2°C/mincon0.2°Cpor muestra.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Mismas tres funciones por entrada, con nombres físicos distintos: N/Z/P para error y Disminuye/Estable/Crece para tendencia. En ambos casos la función negativa tiene grado0en esta muestra. Colores de las tres curvas siguen el orden N/Z/P; la línea gris marca la coordenada evaluada.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propio según procedimiento de Ross13.</a:t>
            </a:r>
          </a:p>
          <a:p xmlns:a="http://schemas.openxmlformats.org/drawingml/2006/main">
            <a:r>
              <a:t>https://uml.iut.nsysu.edu.tw/ycchou/courses/113-1/FLC/Book/Fuzzy_Logic_with_Engineering_Applications_3rd_Edition.pdf</a:t>
            </a:r>
          </a:p>
          <a:p xmlns:a="http://schemas.openxmlformats.org/drawingml/2006/main">
            <a:r>
              <a:t>La tablatieneconsecuentes Sugenoorden0. EnT22,Ta18yplantadefinida,lapérdidaes.4°C/min;u20aporta.4°C/min. Esta compensación nominalnoeliminaelerrorantecualquier perturbación. Matriz código[[0,0,20],[0,20,60],[20,60,100]].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Ross5, Sugeno; ejemplo propio.</a:t>
            </a:r>
          </a:p>
          <a:p xmlns:a="http://schemas.openxmlformats.org/drawingml/2006/main">
            <a:r>
              <a:t>https://uml.iut.nsysu.edu.tw/ycchou/courses/113-1/FLC/Book/Fuzzy_Logic_with_Engineering_Applications_3rd_Edition.pdf</a:t>
            </a:r>
          </a:p>
          <a:p xmlns:a="http://schemas.openxmlformats.org/drawingml/2006/main">
            <a:r>
              <a:t>Cálculo propio validado por elcódigodelasimulación. Se eligió productoenantecedentes y media ponderada; no se mezcla con la activaciónmínimo del ejemploMamdani. Las reglasdepesocero noaportan.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Mismos pesos y consecuentes de la tabla anterior. Las barras muestran aportaciones ponderadas, no grados de pertenencia ni cuatro órdenes simultáneas al calefactor. La suma de pesos vale1por la partición elegida, no por una ley general de fuzzy.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Un paso Euler explícito del modelo docente. Este instante usaT20yTa18conacción48. Derivada0.76°C/min y aumento0.076°Ctras6s. No interpretar los decimales de la simulación como resolución real de un sensor.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docente propio.</a:t>
            </a:r>
          </a:p>
          <a:p xmlns:a="http://schemas.openxmlformats.org/drawingml/2006/main">
            <a:r>
              <a:t>https://uml.iut.nsysu.edu.tw/ycchou/courses/113-1/FLC/Book/Fuzzy_Logic_with_Engineering_Applications_3rd_Edition.pdf</a:t>
            </a:r>
          </a:p>
          <a:p xmlns:a="http://schemas.openxmlformats.org/drawingml/2006/main">
            <a:r>
              <a:t>Siguiente error1.924 y variación(1.924-2)/.1=-.76. E=.481,D=-.76. Pesos .39444,.12456,.36556,.11544 para consecuentes0,20,20,60. Potencia16.7288. Cálculo verificado. Es un recorrido manual con condiciones ilustrativas; la simulación nominal completa siguiente comienza en18°C.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Implementación propia del ejemplo térmico.</a:t>
            </a:r>
          </a:p>
          <a:p xmlns:a="http://schemas.openxmlformats.org/drawingml/2006/main">
            <a:r>
              <a:t>https://uml.iut.nsysu.edu.tw/ycchou/courses/113-1/FLC/Book/Fuzzy_Logic_with_Engineering_Applications_3rd_Edition.pdf</a:t>
            </a:r>
          </a:p>
          <a:p xmlns:a="http://schemas.openxmlformats.org/drawingml/2006/main">
            <a:r>
              <a:t>Fragmento equivalente alcódigo ejecutado. Entradaescalares finitos. Controlar lapresenciadeNaNolecturasinválidas antesde llamar. np.outercombina pesoproducto; aquíla sumadepesoses1por la partición elegida.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Ejemplo propio; Ross8y13.</a:t>
            </a:r>
          </a:p>
          <a:p xmlns:a="http://schemas.openxmlformats.org/drawingml/2006/main">
            <a:r>
              <a:t>https://uml.iut.nsysu.edu.tw/ycchou/courses/113-1/FLC/Book/Fuzzy_Logic_with_Engineering_Applications_3rd_Edition.pdf</a:t>
            </a:r>
          </a:p>
          <a:p xmlns:a="http://schemas.openxmlformats.org/drawingml/2006/main">
            <a:r>
              <a:t>IntegraciónEulerexplícitaconpaso.1min. registro almacena tiempo, temperatura y potencia antes de actualizar. Enelcódigodecálculo se añade la muestra finalt60. ParaunensayoconruidosustituirTmedidaen elerror; para perturbacióncambiarTa. Comprobarconpasomáspequeñoque los resultadosno dependanexcesivamentedelaintegración.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Simulación propia reproducible.</a:t>
            </a:r>
          </a:p>
          <a:p xmlns:a="http://schemas.openxmlformats.org/drawingml/2006/main">
            <a:r>
              <a:t>https://uml.iut.nsysu.edu.tw/ycchou/courses/113-1/FLC/Book/Fuzzy_Logic_with_Engineering_Applications_3rd_Edition.pdf</a:t>
            </a:r>
          </a:p>
          <a:p xmlns:a="http://schemas.openxmlformats.org/drawingml/2006/main">
            <a:r>
              <a:t>Datos simulados:dt.1min,duración60min,Ta18,r22,T018. Los gráficos muestranuna muestra cada.5min; métricas calculadascon todas lasmuestras. uinicial60,no100; uconverge20. Elerrorfinalnominal es≈1.3e-5°C. No se debe interpretar comoprecisión realdeun sensor.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Simulación propia; rechazo deperturbaciones, Ross13.</a:t>
            </a:r>
          </a:p>
          <a:p xmlns:a="http://schemas.openxmlformats.org/drawingml/2006/main">
            <a:r>
              <a:t>https://uml.iut.nsysu.edu.tw/ycchou/courses/113-1/FLC/Book/Fuzzy_Logic_with_Engineering_Applications_3rd_Edition.pdf</a:t>
            </a:r>
          </a:p>
          <a:p xmlns:a="http://schemas.openxmlformats.org/drawingml/2006/main">
            <a:r>
              <a:t>Resultado simulado. La compensación20%depotenciaequilibraba elescenarioTa18; conTa16yde0se necesitau30paraT22, peroelcontroladorconerror0devuelve20. El equilibrioquedaaproximadamente21.333°C. Unaacciónintegral oajustebasadoenplantapodríareducirlo;no seintroducesincomprobación.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Simulación propia; conceptos de medida y control, Ross13.</a:t>
            </a:r>
          </a:p>
          <a:p xmlns:a="http://schemas.openxmlformats.org/drawingml/2006/main">
            <a:r>
              <a:t>https://uml.iut.nsysu.edu.tw/ycchou/courses/113-1/FLC/Book/Fuzzy_Logic_with_Engineering_Applications_3rd_Edition.pdf</a:t>
            </a:r>
          </a:p>
          <a:p xmlns:a="http://schemas.openxmlformats.org/drawingml/2006/main">
            <a:r>
              <a:t>Mismasemilla42yruido gaussianosigma.05°C aplicadoalamedida, no directamenteala planta. Curvas sonTreal simulada. Filtrado deT: Tf=.3Tmed+.7Tfprev; derivadafiltradaDf=.1D+.9Dfprev. Sinfiltroerrorfinal≈-.606°C;con filtro≈-.022°C. No generalizar: esunejemplodel efectoenesta base.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Simulación propia comparativa.</a:t>
            </a:r>
          </a:p>
          <a:p xmlns:a="http://schemas.openxmlformats.org/drawingml/2006/main">
            <a:r>
              <a:t>https://uml.iut.nsysu.edu.tw/ycchou/courses/113-1/FLC/Book/Fuzzy_Logic_with_Engineering_Applications_3rd_Edition.pdf</a:t>
            </a:r>
          </a:p>
          <a:p xmlns:a="http://schemas.openxmlformats.org/drawingml/2006/main">
            <a:r>
              <a:t>Mismaplanta, inicialización, consigna ypotencialmáximo. Termostato: si e&gt;.2u100;si e&lt;-.2u0;enbanda mantieneacciónprevia. Gráfica sobremuestras cada.5min: hayoscilacionesintermediasmásrápidas. No se afirma que fuzzy supereunPID bienajustado ni que optimiceenergía.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Resultados propios; conexión con decisionesmultiobjetivo de Ross9.</a:t>
            </a:r>
          </a:p>
          <a:p xmlns:a="http://schemas.openxmlformats.org/drawingml/2006/main">
            <a:r>
              <a:t>https://uml.iut.nsysu.edu.tw/ycchou/courses/113-1/FLC/Book/Fuzzy_Logic_with_Engineering_Applications_3rd_Edition.pdf</a:t>
            </a:r>
          </a:p>
          <a:p xmlns:a="http://schemas.openxmlformats.org/drawingml/2006/main">
            <a:r>
              <a:t>IAE=integral|r-T|dt calculadoconpaso.1min. Energía=integral2kW*(u/100)dt/60. Máximonominalfuzzyde22pordebajo redondeado0. Encriteriopermanenciase exige quedar dentrohastaelfinalymínimo5minrestantes;nofinalizarúnicamenteporúltimamuestra.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Ross6 y13; guía práctica docente.</a:t>
            </a:r>
          </a:p>
          <a:p xmlns:a="http://schemas.openxmlformats.org/drawingml/2006/main">
            <a:r>
              <a:t>https://uml.iut.nsysu.edu.tw/ycchou/courses/113-1/FLC/Book/Fuzzy_Logic_with_Engineering_Applications_3rd_Edition.pdf</a:t>
            </a:r>
          </a:p>
          <a:p xmlns:a="http://schemas.openxmlformats.org/drawingml/2006/main">
            <a:r>
              <a:t>Estas son hipótesisdeajuste,no garantíasciegas. Verificardespuésdela modificaciónestabilidad, límites yotrosescenarios. Mantener unregistro deparámetrosyresultados. Laacciónintegralrequiereun diseñoaparte yprotecciónante saturación.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Ross13; interpretación docente.</a:t>
            </a:r>
          </a:p>
          <a:p xmlns:a="http://schemas.openxmlformats.org/drawingml/2006/main">
            <a:r>
              <a:t>https://uml.iut.nsysu.edu.tw/ycchou/courses/113-1/FLC/Book/Fuzzy_Logic_with_Engineering_Applications_3rd_Edition.pdf</a:t>
            </a:r>
          </a:p>
          <a:p xmlns:a="http://schemas.openxmlformats.org/drawingml/2006/main">
            <a:r>
              <a:t>Lista inicial de diagnóstico, no demostración de una causa única. Estabilidad y prestaciones dependen del lazo completo.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Síntesis docente de Ross4,5,6,8,9y13.</a:t>
            </a:r>
          </a:p>
          <a:p xmlns:a="http://schemas.openxmlformats.org/drawingml/2006/main">
            <a:r>
              <a:t>https://uml.iut.nsysu.edu.tw/ycchou/courses/113-1/FLC/Book/Fuzzy_Logic_with_Engineering_Applications_3rd_Edition.pdf</a:t>
            </a:r>
          </a:p>
          <a:p xmlns:a="http://schemas.openxmlformats.org/drawingml/2006/main">
            <a:r>
              <a:t>Guía docente para la práctica. No se exigeelcontroladortérmico concreto: sirve comoestructura de trabajo. Evitarinformesquese limitena enseñarcurvas sinexplicarvariables,escalas,criteriosyfallos.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Ross, 2010, tercera edición.</a:t>
            </a:r>
          </a:p>
          <a:p xmlns:a="http://schemas.openxmlformats.org/drawingml/2006/main">
            <a:r>
              <a:t>https://uml.iut.nsysu.edu.tw/ycchou/courses/113-1/FLC/Book/Fuzzy_Logic_with_Engineering_Applications_3rd_Edition.pdf</a:t>
            </a:r>
          </a:p>
          <a:p xmlns:a="http://schemas.openxmlformats.org/drawingml/2006/main">
            <a:r>
              <a:t>Referencia verificada en la portada y páginas legales del PDF local. Portada original reproducida del PDF, no generada con IA. Referencia: Ross, T. J. (2010). Fuzzy Logic with Engineering Applications (3rd ed.). John Wiley &amp; Sons. ISBN9780470743768. El caso térmico y sus simulaciones son una adaptación docente propia, no un ejercicio literal del libro.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32e39c2b3cf407e"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dfb94071da248c9" /><Relationship Type="http://schemas.openxmlformats.org/officeDocument/2006/relationships/slideLayout" Target="/ppt/slideLayouts/slideLayout1.xml" Id="R92d76cdc7d4446b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2d76cdc7d4446b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bfe037006144e3a" /><Relationship Type="http://schemas.openxmlformats.org/officeDocument/2006/relationships/notesSlide" Target="/ppt/notesSlides/notesSlide1.xml" Id="Ra882f0936ce249a6"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65e12d8d8f68422d" /><Relationship Type="http://schemas.openxmlformats.org/officeDocument/2006/relationships/notesSlide" Target="/ppt/notesSlides/notesSlide2.xml" Id="R33439952a4e54ef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b591afef1e4c4e63" /><Relationship Type="http://schemas.openxmlformats.org/officeDocument/2006/relationships/image" Target="/ppt/media/image.png" Id="R145ac4ba8ee14546" /><Relationship Type="http://schemas.openxmlformats.org/officeDocument/2006/relationships/notesSlide" Target="/ppt/notesSlides/notesSlide3.xml" Id="R8d54b5c854cf47ee"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005c5f50b084ab4" /><Relationship Type="http://schemas.openxmlformats.org/officeDocument/2006/relationships/image" Target="/ppt/media/image2.png" Id="Red745c37f6a342ed" /><Relationship Type="http://schemas.openxmlformats.org/officeDocument/2006/relationships/notesSlide" Target="/ppt/notesSlides/notesSlide4.xml" Id="Rfc9eab3c5bdd42d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7c97f5f95ab4064" /><Relationship Type="http://schemas.openxmlformats.org/officeDocument/2006/relationships/notesSlide" Target="/ppt/notesSlides/notesSlide5.xml" Id="Ra0eb7107c6cc43d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c8edbde949749f9" /><Relationship Type="http://schemas.openxmlformats.org/officeDocument/2006/relationships/notesSlide" Target="/ppt/notesSlides/notesSlide6.xml" Id="R163aed24cffe47e4"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1514c89d6424032" /><Relationship Type="http://schemas.openxmlformats.org/officeDocument/2006/relationships/chart" Target="/ppt/slides/charts/chart1.xml" Id="Re2683b88ddff47cd" /><Relationship Type="http://schemas.openxmlformats.org/officeDocument/2006/relationships/notesSlide" Target="/ppt/notesSlides/notesSlide7.xml" Id="R833f0f69002e4c42"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12c268d648f47b2" /><Relationship Type="http://schemas.openxmlformats.org/officeDocument/2006/relationships/chart" Target="/ppt/slides/charts/chart2.xml" Id="R43d80cb452684148" /><Relationship Type="http://schemas.openxmlformats.org/officeDocument/2006/relationships/chart" Target="/ppt/slides/charts/chart3.xml" Id="R5329e7e4c50f452b" /><Relationship Type="http://schemas.openxmlformats.org/officeDocument/2006/relationships/notesSlide" Target="/ppt/notesSlides/notesSlide8.xml" Id="Raa45f7a0b22c429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b0f97d77a1844b5" /><Relationship Type="http://schemas.openxmlformats.org/officeDocument/2006/relationships/chart" Target="/ppt/slides/charts/chart4.xml" Id="Rc12b048c55614358" /><Relationship Type="http://schemas.openxmlformats.org/officeDocument/2006/relationships/notesSlide" Target="/ppt/notesSlides/notesSlide9.xml" Id="Ra8aae577c4c440f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262c80078ee4219" /><Relationship Type="http://schemas.openxmlformats.org/officeDocument/2006/relationships/chart" Target="/ppt/slides/charts/chart5.xml" Id="R65bfdf39d8d1408f" /><Relationship Type="http://schemas.openxmlformats.org/officeDocument/2006/relationships/notesSlide" Target="/ppt/notesSlides/notesSlide10.xml" Id="R5725e1ac6d474f41"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bd328a62347242d9" /><Relationship Type="http://schemas.openxmlformats.org/officeDocument/2006/relationships/image" Target="/ppt/media/image3.png" Id="Rc7a787100f7843b0" /><Relationship Type="http://schemas.openxmlformats.org/officeDocument/2006/relationships/notesSlide" Target="/ppt/notesSlides/notesSlide11.xml" Id="Rb0f4ca765ea74f4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6fe8d46f9b8451d" /><Relationship Type="http://schemas.openxmlformats.org/officeDocument/2006/relationships/notesSlide" Target="/ppt/notesSlides/notesSlide12.xml" Id="Raa544dd0549f451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3e094f6034bf49b2" /><Relationship Type="http://schemas.openxmlformats.org/officeDocument/2006/relationships/chart" Target="/ppt/slides/charts/chart6.xml" Id="R08c4a5c9ccd243e8" /><Relationship Type="http://schemas.openxmlformats.org/officeDocument/2006/relationships/chart" Target="/ppt/slides/charts/chart7.xml" Id="Rde8d5908bff54165" /><Relationship Type="http://schemas.openxmlformats.org/officeDocument/2006/relationships/notesSlide" Target="/ppt/notesSlides/notesSlide13.xml" Id="R5c4bccc3d7074b1d"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7bb98439bb7f4f4d" /><Relationship Type="http://schemas.openxmlformats.org/officeDocument/2006/relationships/notesSlide" Target="/ppt/notesSlides/notesSlide14.xml" Id="R588643e80456409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e290a6a662144a7" /><Relationship Type="http://schemas.openxmlformats.org/officeDocument/2006/relationships/notesSlide" Target="/ppt/notesSlides/notesSlide15.xml" Id="R81c1800c370341cc"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111f5f6ef1f54ff2" /><Relationship Type="http://schemas.openxmlformats.org/officeDocument/2006/relationships/notesSlide" Target="/ppt/notesSlides/notesSlide16.xml" Id="Rcccaddb0ad904ec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2f42bd274ef4797" /><Relationship Type="http://schemas.openxmlformats.org/officeDocument/2006/relationships/chart" Target="/ppt/slides/charts/chart8.xml" Id="R719456df711e411b" /><Relationship Type="http://schemas.openxmlformats.org/officeDocument/2006/relationships/notesSlide" Target="/ppt/notesSlides/notesSlide17.xml" Id="R92679d0dfe97466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c8f561d50b040fe" /><Relationship Type="http://schemas.openxmlformats.org/officeDocument/2006/relationships/chart" Target="/ppt/slides/charts/chart9.xml" Id="R55f51626eee3421b" /><Relationship Type="http://schemas.openxmlformats.org/officeDocument/2006/relationships/notesSlide" Target="/ppt/notesSlides/notesSlide18.xml" Id="R7c7d4d2e1dc24c38"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96ee2a6f78a14d70" /><Relationship Type="http://schemas.openxmlformats.org/officeDocument/2006/relationships/chart" Target="/ppt/slides/charts/chart10.xml" Id="Rb54ed54306ce462f" /><Relationship Type="http://schemas.openxmlformats.org/officeDocument/2006/relationships/notesSlide" Target="/ppt/notesSlides/notesSlide19.xml" Id="R3b231d58cc684975"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374ad9fb3e5a48a9" /><Relationship Type="http://schemas.openxmlformats.org/officeDocument/2006/relationships/notesSlide" Target="/ppt/notesSlides/notesSlide20.xml" Id="Rd332857690604934"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a9e4da51f0f14a4e" /><Relationship Type="http://schemas.openxmlformats.org/officeDocument/2006/relationships/chart" Target="/ppt/slides/charts/chart11.xml" Id="Rc6f308c078d1446f" /><Relationship Type="http://schemas.openxmlformats.org/officeDocument/2006/relationships/notesSlide" Target="/ppt/notesSlides/notesSlide21.xml" Id="R63ed67bfa0e64b97"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00959fb2306246ac" /><Relationship Type="http://schemas.openxmlformats.org/officeDocument/2006/relationships/chart" Target="/ppt/slides/charts/chart12.xml" Id="R80b6e21696464a56" /><Relationship Type="http://schemas.openxmlformats.org/officeDocument/2006/relationships/notesSlide" Target="/ppt/notesSlides/notesSlide22.xml" Id="R87556e5919fc4f98"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52a1105015114199" /><Relationship Type="http://schemas.openxmlformats.org/officeDocument/2006/relationships/chart" Target="/ppt/slides/charts/chart13.xml" Id="R0ff44e636eef4460" /><Relationship Type="http://schemas.openxmlformats.org/officeDocument/2006/relationships/notesSlide" Target="/ppt/notesSlides/notesSlide23.xml" Id="R1a4124d559594de5"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0fa931b6f76147ba" /><Relationship Type="http://schemas.openxmlformats.org/officeDocument/2006/relationships/chart" Target="/ppt/slides/charts/chart14.xml" Id="R6b81d4cd93914438" /><Relationship Type="http://schemas.openxmlformats.org/officeDocument/2006/relationships/chart" Target="/ppt/slides/charts/chart15.xml" Id="Rc7ff9738139d4dd4" /><Relationship Type="http://schemas.openxmlformats.org/officeDocument/2006/relationships/notesSlide" Target="/ppt/notesSlides/notesSlide24.xml" Id="R4a59d477765a4b3c"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a091a558f1fe4302" /><Relationship Type="http://schemas.openxmlformats.org/officeDocument/2006/relationships/notesSlide" Target="/ppt/notesSlides/notesSlide25.xml" Id="R3a3ca4657e6d4263"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a4617ff1d3084f6b" /><Relationship Type="http://schemas.openxmlformats.org/officeDocument/2006/relationships/chart" Target="/ppt/slides/charts/chart16.xml" Id="R487ab7b833a34c53" /><Relationship Type="http://schemas.openxmlformats.org/officeDocument/2006/relationships/notesSlide" Target="/ppt/notesSlides/notesSlide26.xml" Id="Rcd404a598c494ec2"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586776825d43447d" /><Relationship Type="http://schemas.openxmlformats.org/officeDocument/2006/relationships/chart" Target="/ppt/slides/charts/chart17.xml" Id="R4f4193ea57514341" /><Relationship Type="http://schemas.openxmlformats.org/officeDocument/2006/relationships/chart" Target="/ppt/slides/charts/chart18.xml" Id="Rc5a70567ed9c438a" /><Relationship Type="http://schemas.openxmlformats.org/officeDocument/2006/relationships/chart" Target="/ppt/slides/charts/chart19.xml" Id="R153671c49eb64c22" /><Relationship Type="http://schemas.openxmlformats.org/officeDocument/2006/relationships/notesSlide" Target="/ppt/notesSlides/notesSlide27.xml" Id="R3b6a037bf41d43a5"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58f8d9d13e8a4523" /><Relationship Type="http://schemas.openxmlformats.org/officeDocument/2006/relationships/notesSlide" Target="/ppt/notesSlides/notesSlide28.xml" Id="R7d24813625d04c91"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c1f52f775afe4935" /><Relationship Type="http://schemas.openxmlformats.org/officeDocument/2006/relationships/chart" Target="/ppt/slides/charts/chart20.xml" Id="Rd939db4239dd4dcd" /><Relationship Type="http://schemas.openxmlformats.org/officeDocument/2006/relationships/notesSlide" Target="/ppt/notesSlides/notesSlide29.xml" Id="Rcf8df997089643b9"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e25e82748fa14354" /><Relationship Type="http://schemas.openxmlformats.org/officeDocument/2006/relationships/notesSlide" Target="/ppt/notesSlides/notesSlide30.xml" Id="Rc8280be4c6ef4226"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4b4ab71826ca4253" /><Relationship Type="http://schemas.openxmlformats.org/officeDocument/2006/relationships/notesSlide" Target="/ppt/notesSlides/notesSlide31.xml" Id="R1c4fb35576be47e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deeaa664364d49f4" /><Relationship Type="http://schemas.openxmlformats.org/officeDocument/2006/relationships/notesSlide" Target="/ppt/notesSlides/notesSlide32.xml" Id="R7212ff664c874e1f"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f9504abdbe1d4be5" /><Relationship Type="http://schemas.openxmlformats.org/officeDocument/2006/relationships/notesSlide" Target="/ppt/notesSlides/notesSlide33.xml" Id="R69a2f27ce7194a7c"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0d7b74110d2b45ce" /><Relationship Type="http://schemas.openxmlformats.org/officeDocument/2006/relationships/notesSlide" Target="/ppt/notesSlides/notesSlide34.xml" Id="R1fa02d0b828a493e"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c32a373349a04669" /><Relationship Type="http://schemas.openxmlformats.org/officeDocument/2006/relationships/notesSlide" Target="/ppt/notesSlides/notesSlide35.xml" Id="Rbff08c7ac872455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201a905f7b574f7a" /><Relationship Type="http://schemas.openxmlformats.org/officeDocument/2006/relationships/notesSlide" Target="/ppt/notesSlides/notesSlide36.xml" Id="R63d29faf8de64793" /></Relationships>
</file>

<file path=ppt/slides/_rels/slide37.xml.rels>&#65279;<?xml version="1.0" encoding="utf-8"?><Relationships xmlns="http://schemas.openxmlformats.org/package/2006/relationships"><Relationship Type="http://schemas.openxmlformats.org/officeDocument/2006/relationships/slideLayout" Target="/ppt/slideLayouts/slideLayout1.xml" Id="Rae2f195998b74c33" /><Relationship Type="http://schemas.openxmlformats.org/officeDocument/2006/relationships/notesSlide" Target="/ppt/notesSlides/notesSlide37.xml" Id="R6726c971dca047e6"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26c033e8eb6f432c" /><Relationship Type="http://schemas.openxmlformats.org/officeDocument/2006/relationships/notesSlide" Target="/ppt/notesSlides/notesSlide38.xml" Id="Re0ade74285f5443e"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38f87aae35c7428a" /><Relationship Type="http://schemas.openxmlformats.org/officeDocument/2006/relationships/notesSlide" Target="/ppt/notesSlides/notesSlide39.xml" Id="R13d98319c4ed483e"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40795f4e3aca4e31" /><Relationship Type="http://schemas.openxmlformats.org/officeDocument/2006/relationships/chart" Target="/ppt/slides/charts/chart21.xml" Id="Rb43b08ff7dc242d1" /><Relationship Type="http://schemas.openxmlformats.org/officeDocument/2006/relationships/notesSlide" Target="/ppt/notesSlides/notesSlide40.xml" Id="R7b22043fe1db4147"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e80aaaf201554663" /><Relationship Type="http://schemas.openxmlformats.org/officeDocument/2006/relationships/chart" Target="/ppt/slides/charts/chart22.xml" Id="Reaab90bf30cc44c1" /><Relationship Type="http://schemas.openxmlformats.org/officeDocument/2006/relationships/notesSlide" Target="/ppt/notesSlides/notesSlide41.xml" Id="R5c20050d827d4700" /></Relationships>
</file>

<file path=ppt/slides/_rels/slide42.xml.rels>&#65279;<?xml version="1.0" encoding="utf-8"?><Relationships xmlns="http://schemas.openxmlformats.org/package/2006/relationships"><Relationship Type="http://schemas.openxmlformats.org/officeDocument/2006/relationships/slideLayout" Target="/ppt/slideLayouts/slideLayout1.xml" Id="Re51051fd0cfb4e24" /><Relationship Type="http://schemas.openxmlformats.org/officeDocument/2006/relationships/notesSlide" Target="/ppt/notesSlides/notesSlide42.xml" Id="R58666442cd774ba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1.xml" Id="Rb0ca90de03454b22" /><Relationship Type="http://schemas.openxmlformats.org/officeDocument/2006/relationships/chart" Target="/ppt/slides/charts/chart23.xml" Id="R34c4aa7c56ea4851" /><Relationship Type="http://schemas.openxmlformats.org/officeDocument/2006/relationships/notesSlide" Target="/ppt/notesSlides/notesSlide43.xml" Id="Rf2c629e42ed04509" /></Relationships>
</file>

<file path=ppt/slides/_rels/slide44.xml.rels>&#65279;<?xml version="1.0" encoding="utf-8"?><Relationships xmlns="http://schemas.openxmlformats.org/package/2006/relationships"><Relationship Type="http://schemas.openxmlformats.org/officeDocument/2006/relationships/slideLayout" Target="/ppt/slideLayouts/slideLayout1.xml" Id="Rdcdefceb03c043fe" /><Relationship Type="http://schemas.openxmlformats.org/officeDocument/2006/relationships/notesSlide" Target="/ppt/notesSlides/notesSlide44.xml" Id="Re31d05d547ed4ec3" /></Relationships>
</file>

<file path=ppt/slides/_rels/slide45.xml.rels>&#65279;<?xml version="1.0" encoding="utf-8"?><Relationships xmlns="http://schemas.openxmlformats.org/package/2006/relationships"><Relationship Type="http://schemas.openxmlformats.org/officeDocument/2006/relationships/slideLayout" Target="/ppt/slideLayouts/slideLayout1.xml" Id="R2cd21a439a184396" /><Relationship Type="http://schemas.openxmlformats.org/officeDocument/2006/relationships/chart" Target="/ppt/slides/charts/chart24.xml" Id="Rb0cc9d0ab0434444" /><Relationship Type="http://schemas.openxmlformats.org/officeDocument/2006/relationships/notesSlide" Target="/ppt/notesSlides/notesSlide45.xml" Id="Rc9c80fee0fc54c04" /></Relationships>
</file>

<file path=ppt/slides/_rels/slide46.xml.rels>&#65279;<?xml version="1.0" encoding="utf-8"?><Relationships xmlns="http://schemas.openxmlformats.org/package/2006/relationships"><Relationship Type="http://schemas.openxmlformats.org/officeDocument/2006/relationships/slideLayout" Target="/ppt/slideLayouts/slideLayout1.xml" Id="Rfc2aa3a433af49e6" /><Relationship Type="http://schemas.openxmlformats.org/officeDocument/2006/relationships/chart" Target="/ppt/slides/charts/chart25.xml" Id="Rd12041d39a7f442f" /><Relationship Type="http://schemas.openxmlformats.org/officeDocument/2006/relationships/notesSlide" Target="/ppt/notesSlides/notesSlide46.xml" Id="R2b717598575c4a9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1.xml" Id="R6882fca59a3b459b" /><Relationship Type="http://schemas.openxmlformats.org/officeDocument/2006/relationships/notesSlide" Target="/ppt/notesSlides/notesSlide47.xml" Id="R38a883bfc3394bfc" /></Relationships>
</file>

<file path=ppt/slides/_rels/slide48.xml.rels>&#65279;<?xml version="1.0" encoding="utf-8"?><Relationships xmlns="http://schemas.openxmlformats.org/package/2006/relationships"><Relationship Type="http://schemas.openxmlformats.org/officeDocument/2006/relationships/slideLayout" Target="/ppt/slideLayouts/slideLayout1.xml" Id="Rfc33ea497e39431d" /><Relationship Type="http://schemas.openxmlformats.org/officeDocument/2006/relationships/notesSlide" Target="/ppt/notesSlides/notesSlide48.xml" Id="R52db416a4dbb4602" /></Relationships>
</file>

<file path=ppt/slides/_rels/slide49.xml.rels>&#65279;<?xml version="1.0" encoding="utf-8"?><Relationships xmlns="http://schemas.openxmlformats.org/package/2006/relationships"><Relationship Type="http://schemas.openxmlformats.org/officeDocument/2006/relationships/slideLayout" Target="/ppt/slideLayouts/slideLayout1.xml" Id="R5db7b970fd7a4bd8" /><Relationship Type="http://schemas.openxmlformats.org/officeDocument/2006/relationships/chart" Target="/ppt/slides/charts/chart26.xml" Id="R0c2a91627d9142e9" /><Relationship Type="http://schemas.openxmlformats.org/officeDocument/2006/relationships/notesSlide" Target="/ppt/notesSlides/notesSlide49.xml" Id="Rd2f453a574cd4dd0" /></Relationships>
</file>

<file path=ppt/slides/_rels/slide50.xml.rels>&#65279;<?xml version="1.0" encoding="utf-8"?><Relationships xmlns="http://schemas.openxmlformats.org/package/2006/relationships"><Relationship Type="http://schemas.openxmlformats.org/officeDocument/2006/relationships/slideLayout" Target="/ppt/slideLayouts/slideLayout1.xml" Id="R6d70f71c1a5147e8" /><Relationship Type="http://schemas.openxmlformats.org/officeDocument/2006/relationships/chart" Target="/ppt/slides/charts/chart27.xml" Id="Rae3fd8a78bd44c3c" /><Relationship Type="http://schemas.openxmlformats.org/officeDocument/2006/relationships/notesSlide" Target="/ppt/notesSlides/notesSlide50.xml" Id="R9f1e7d49cdb44917" /></Relationships>
</file>

<file path=ppt/slides/_rels/slide51.xml.rels>&#65279;<?xml version="1.0" encoding="utf-8"?><Relationships xmlns="http://schemas.openxmlformats.org/package/2006/relationships"><Relationship Type="http://schemas.openxmlformats.org/officeDocument/2006/relationships/slideLayout" Target="/ppt/slideLayouts/slideLayout1.xml" Id="R745ace25d38f4d7e" /><Relationship Type="http://schemas.openxmlformats.org/officeDocument/2006/relationships/chart" Target="/ppt/slides/charts/chart28.xml" Id="R558ee395d839467e" /><Relationship Type="http://schemas.openxmlformats.org/officeDocument/2006/relationships/notesSlide" Target="/ppt/notesSlides/notesSlide51.xml" Id="Rf1e3440f46b44e99" /></Relationships>
</file>

<file path=ppt/slides/_rels/slide52.xml.rels>&#65279;<?xml version="1.0" encoding="utf-8"?><Relationships xmlns="http://schemas.openxmlformats.org/package/2006/relationships"><Relationship Type="http://schemas.openxmlformats.org/officeDocument/2006/relationships/slideLayout" Target="/ppt/slideLayouts/slideLayout1.xml" Id="R173f14252d9045c3" /><Relationship Type="http://schemas.openxmlformats.org/officeDocument/2006/relationships/chart" Target="/ppt/slides/charts/chart29.xml" Id="Rb768792483a14a2c" /><Relationship Type="http://schemas.openxmlformats.org/officeDocument/2006/relationships/notesSlide" Target="/ppt/notesSlides/notesSlide52.xml" Id="Rfed079ce78454bb4" /></Relationships>
</file>

<file path=ppt/slides/_rels/slide53.xml.rels>&#65279;<?xml version="1.0" encoding="utf-8"?><Relationships xmlns="http://schemas.openxmlformats.org/package/2006/relationships"><Relationship Type="http://schemas.openxmlformats.org/officeDocument/2006/relationships/slideLayout" Target="/ppt/slideLayouts/slideLayout1.xml" Id="R20d133e8f8c8498e" /><Relationship Type="http://schemas.openxmlformats.org/officeDocument/2006/relationships/chart" Target="/ppt/slides/charts/chart30.xml" Id="R3ac8874959034420" /><Relationship Type="http://schemas.openxmlformats.org/officeDocument/2006/relationships/notesSlide" Target="/ppt/notesSlides/notesSlide53.xml" Id="R1c2e5a01c18a455d" /></Relationships>
</file>

<file path=ppt/slides/_rels/slide54.xml.rels>&#65279;<?xml version="1.0" encoding="utf-8"?><Relationships xmlns="http://schemas.openxmlformats.org/package/2006/relationships"><Relationship Type="http://schemas.openxmlformats.org/officeDocument/2006/relationships/slideLayout" Target="/ppt/slideLayouts/slideLayout1.xml" Id="R2c9828b786ad46d6" /><Relationship Type="http://schemas.openxmlformats.org/officeDocument/2006/relationships/notesSlide" Target="/ppt/notesSlides/notesSlide54.xml" Id="R06677c94bc084884" /></Relationships>
</file>

<file path=ppt/slides/_rels/slide55.xml.rels>&#65279;<?xml version="1.0" encoding="utf-8"?><Relationships xmlns="http://schemas.openxmlformats.org/package/2006/relationships"><Relationship Type="http://schemas.openxmlformats.org/officeDocument/2006/relationships/slideLayout" Target="/ppt/slideLayouts/slideLayout1.xml" Id="R5e819f740cc847b2" /><Relationship Type="http://schemas.openxmlformats.org/officeDocument/2006/relationships/notesSlide" Target="/ppt/notesSlides/notesSlide55.xml" Id="R1e05d7ba463c42cf" /></Relationships>
</file>

<file path=ppt/slides/_rels/slide56.xml.rels>&#65279;<?xml version="1.0" encoding="utf-8"?><Relationships xmlns="http://schemas.openxmlformats.org/package/2006/relationships"><Relationship Type="http://schemas.openxmlformats.org/officeDocument/2006/relationships/slideLayout" Target="/ppt/slideLayouts/slideLayout1.xml" Id="R048e93aadfb94f84" /><Relationship Type="http://schemas.openxmlformats.org/officeDocument/2006/relationships/chart" Target="/ppt/slides/charts/chart31.xml" Id="Rdc99a014dfce4abd" /><Relationship Type="http://schemas.openxmlformats.org/officeDocument/2006/relationships/chart" Target="/ppt/slides/charts/chart32.xml" Id="Rfe76e434c6d44d63" /><Relationship Type="http://schemas.openxmlformats.org/officeDocument/2006/relationships/notesSlide" Target="/ppt/notesSlides/notesSlide56.xml" Id="R32b8086c35fb4c48" /></Relationships>
</file>

<file path=ppt/slides/_rels/slide57.xml.rels>&#65279;<?xml version="1.0" encoding="utf-8"?><Relationships xmlns="http://schemas.openxmlformats.org/package/2006/relationships"><Relationship Type="http://schemas.openxmlformats.org/officeDocument/2006/relationships/slideLayout" Target="/ppt/slideLayouts/slideLayout1.xml" Id="Rcd90a7c9292b49df" /><Relationship Type="http://schemas.openxmlformats.org/officeDocument/2006/relationships/chart" Target="/ppt/slides/charts/chart33.xml" Id="R8085da551d2e4479" /><Relationship Type="http://schemas.openxmlformats.org/officeDocument/2006/relationships/notesSlide" Target="/ppt/notesSlides/notesSlide57.xml" Id="Rb260dbb95e384bba" /></Relationships>
</file>

<file path=ppt/slides/_rels/slide58.xml.rels>&#65279;<?xml version="1.0" encoding="utf-8"?><Relationships xmlns="http://schemas.openxmlformats.org/package/2006/relationships"><Relationship Type="http://schemas.openxmlformats.org/officeDocument/2006/relationships/slideLayout" Target="/ppt/slideLayouts/slideLayout1.xml" Id="R7b9a9e38b3b644e6" /><Relationship Type="http://schemas.openxmlformats.org/officeDocument/2006/relationships/chart" Target="/ppt/slides/charts/chart34.xml" Id="Ra3ec960b07524f52" /><Relationship Type="http://schemas.openxmlformats.org/officeDocument/2006/relationships/notesSlide" Target="/ppt/notesSlides/notesSlide58.xml" Id="Re5a86686131448f7" /></Relationships>
</file>

<file path=ppt/slides/_rels/slide59.xml.rels>&#65279;<?xml version="1.0" encoding="utf-8"?><Relationships xmlns="http://schemas.openxmlformats.org/package/2006/relationships"><Relationship Type="http://schemas.openxmlformats.org/officeDocument/2006/relationships/slideLayout" Target="/ppt/slideLayouts/slideLayout1.xml" Id="R0b475da1bb174aa9" /><Relationship Type="http://schemas.openxmlformats.org/officeDocument/2006/relationships/notesSlide" Target="/ppt/notesSlides/notesSlide59.xml" Id="Rc9331d5d7e1e4a48" /></Relationships>
</file>

<file path=ppt/slides/_rels/slide60.xml.rels>&#65279;<?xml version="1.0" encoding="utf-8"?><Relationships xmlns="http://schemas.openxmlformats.org/package/2006/relationships"><Relationship Type="http://schemas.openxmlformats.org/officeDocument/2006/relationships/slideLayout" Target="/ppt/slideLayouts/slideLayout1.xml" Id="R65d692cb53ec4bdf" /><Relationship Type="http://schemas.openxmlformats.org/officeDocument/2006/relationships/chart" Target="/ppt/slides/charts/chart35.xml" Id="Rf16bf9747eed445e" /><Relationship Type="http://schemas.openxmlformats.org/officeDocument/2006/relationships/notesSlide" Target="/ppt/notesSlides/notesSlide60.xml" Id="R3306b442ba5f4fa4" /></Relationships>
</file>

<file path=ppt/slides/_rels/slide61.xml.rels>&#65279;<?xml version="1.0" encoding="utf-8"?><Relationships xmlns="http://schemas.openxmlformats.org/package/2006/relationships"><Relationship Type="http://schemas.openxmlformats.org/officeDocument/2006/relationships/slideLayout" Target="/ppt/slideLayouts/slideLayout1.xml" Id="Rb5aaf67a129f4fa9" /><Relationship Type="http://schemas.openxmlformats.org/officeDocument/2006/relationships/notesSlide" Target="/ppt/notesSlides/notesSlide61.xml" Id="Rf50a48cc4db64a59" /></Relationships>
</file>

<file path=ppt/slides/_rels/slide62.xml.rels>&#65279;<?xml version="1.0" encoding="utf-8"?><Relationships xmlns="http://schemas.openxmlformats.org/package/2006/relationships"><Relationship Type="http://schemas.openxmlformats.org/officeDocument/2006/relationships/slideLayout" Target="/ppt/slideLayouts/slideLayout1.xml" Id="R97911cb465664387" /><Relationship Type="http://schemas.openxmlformats.org/officeDocument/2006/relationships/image" Target="/ppt/media/image4.png" Id="R30246645e2c9437f" /><Relationship Type="http://schemas.openxmlformats.org/officeDocument/2006/relationships/notesSlide" Target="/ppt/notesSlides/notesSlide62.xml" Id="R85f5414b9e884778" /></Relationships>
</file>

<file path=ppt/slides/_rels/slide63.xml.rels>&#65279;<?xml version="1.0" encoding="utf-8"?><Relationships xmlns="http://schemas.openxmlformats.org/package/2006/relationships"><Relationship Type="http://schemas.openxmlformats.org/officeDocument/2006/relationships/slideLayout" Target="/ppt/slideLayouts/slideLayout1.xml" Id="R13bb9444cd6d4056" /><Relationship Type="http://schemas.openxmlformats.org/officeDocument/2006/relationships/notesSlide" Target="/ppt/notesSlides/notesSlide63.xml" Id="R21432801ee134061" /></Relationships>
</file>

<file path=ppt/slides/_rels/slide64.xml.rels>&#65279;<?xml version="1.0" encoding="utf-8"?><Relationships xmlns="http://schemas.openxmlformats.org/package/2006/relationships"><Relationship Type="http://schemas.openxmlformats.org/officeDocument/2006/relationships/slideLayout" Target="/ppt/slideLayouts/slideLayout1.xml" Id="Racd4fcf103f745b3" /><Relationship Type="http://schemas.openxmlformats.org/officeDocument/2006/relationships/notesSlide" Target="/ppt/notesSlides/notesSlide64.xml" Id="R397e2a7f75bf48d8" /></Relationships>
</file>

<file path=ppt/slides/_rels/slide65.xml.rels>&#65279;<?xml version="1.0" encoding="utf-8"?><Relationships xmlns="http://schemas.openxmlformats.org/package/2006/relationships"><Relationship Type="http://schemas.openxmlformats.org/officeDocument/2006/relationships/slideLayout" Target="/ppt/slideLayouts/slideLayout1.xml" Id="R8063241cf513425a" /><Relationship Type="http://schemas.openxmlformats.org/officeDocument/2006/relationships/chart" Target="/ppt/slides/charts/chart36.xml" Id="Rc08837457f2c461b" /><Relationship Type="http://schemas.openxmlformats.org/officeDocument/2006/relationships/notesSlide" Target="/ppt/notesSlides/notesSlide65.xml" Id="Rfc34e67062cd42f2" /></Relationships>
</file>

<file path=ppt/slides/_rels/slide66.xml.rels>&#65279;<?xml version="1.0" encoding="utf-8"?><Relationships xmlns="http://schemas.openxmlformats.org/package/2006/relationships"><Relationship Type="http://schemas.openxmlformats.org/officeDocument/2006/relationships/slideLayout" Target="/ppt/slideLayouts/slideLayout1.xml" Id="R60795d0a94dd4f3a" /><Relationship Type="http://schemas.openxmlformats.org/officeDocument/2006/relationships/notesSlide" Target="/ppt/notesSlides/notesSlide66.xml" Id="Rf45ee17715564af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1.xml" Id="R6160cb4cdde74877" /><Relationship Type="http://schemas.openxmlformats.org/officeDocument/2006/relationships/image" Target="/ppt/media/image5.png" Id="Rfbd63fabf220472f" /><Relationship Type="http://schemas.openxmlformats.org/officeDocument/2006/relationships/notesSlide" Target="/ppt/notesSlides/notesSlide67.xml" Id="R8bfc512e5d9042fb" /></Relationships>
</file>

<file path=ppt/slides/_rels/slide68.xml.rels>&#65279;<?xml version="1.0" encoding="utf-8"?><Relationships xmlns="http://schemas.openxmlformats.org/package/2006/relationships"><Relationship Type="http://schemas.openxmlformats.org/officeDocument/2006/relationships/slideLayout" Target="/ppt/slideLayouts/slideLayout1.xml" Id="Rdbfb62ebc05d45ec" /><Relationship Type="http://schemas.openxmlformats.org/officeDocument/2006/relationships/notesSlide" Target="/ppt/notesSlides/notesSlide68.xml" Id="R79fbc9b26f0d4ab0" /></Relationships>
</file>

<file path=ppt/slides/_rels/slide69.xml.rels>&#65279;<?xml version="1.0" encoding="utf-8"?><Relationships xmlns="http://schemas.openxmlformats.org/package/2006/relationships"><Relationship Type="http://schemas.openxmlformats.org/officeDocument/2006/relationships/slideLayout" Target="/ppt/slideLayouts/slideLayout1.xml" Id="Ra9ed8ad0f6454f2a" /><Relationship Type="http://schemas.openxmlformats.org/officeDocument/2006/relationships/chart" Target="/ppt/slides/charts/chart37.xml" Id="R5e8ffe4489d1411a" /><Relationship Type="http://schemas.openxmlformats.org/officeDocument/2006/relationships/chart" Target="/ppt/slides/charts/chart38.xml" Id="R557bd3269a7740a4" /><Relationship Type="http://schemas.openxmlformats.org/officeDocument/2006/relationships/notesSlide" Target="/ppt/notesSlides/notesSlide69.xml" Id="Rd350c305bbbf4f5e" /></Relationships>
</file>

<file path=ppt/slides/_rels/slide70.xml.rels>&#65279;<?xml version="1.0" encoding="utf-8"?><Relationships xmlns="http://schemas.openxmlformats.org/package/2006/relationships"><Relationship Type="http://schemas.openxmlformats.org/officeDocument/2006/relationships/slideLayout" Target="/ppt/slideLayouts/slideLayout1.xml" Id="R7f7f28ac0655474f" /><Relationship Type="http://schemas.openxmlformats.org/officeDocument/2006/relationships/notesSlide" Target="/ppt/notesSlides/notesSlide70.xml" Id="R98a94c81670c45df" /></Relationships>
</file>

<file path=ppt/slides/_rels/slide71.xml.rels>&#65279;<?xml version="1.0" encoding="utf-8"?><Relationships xmlns="http://schemas.openxmlformats.org/package/2006/relationships"><Relationship Type="http://schemas.openxmlformats.org/officeDocument/2006/relationships/slideLayout" Target="/ppt/slideLayouts/slideLayout1.xml" Id="R767be910490f4ba8" /><Relationship Type="http://schemas.openxmlformats.org/officeDocument/2006/relationships/notesSlide" Target="/ppt/notesSlides/notesSlide71.xml" Id="Rc5c6cd1815b74258" /></Relationships>
</file>

<file path=ppt/slides/_rels/slide72.xml.rels>&#65279;<?xml version="1.0" encoding="utf-8"?><Relationships xmlns="http://schemas.openxmlformats.org/package/2006/relationships"><Relationship Type="http://schemas.openxmlformats.org/officeDocument/2006/relationships/slideLayout" Target="/ppt/slideLayouts/slideLayout1.xml" Id="Rf0132517ac874b26" /><Relationship Type="http://schemas.openxmlformats.org/officeDocument/2006/relationships/chart" Target="/ppt/slides/charts/chart39.xml" Id="R06031189ff6e4aea" /><Relationship Type="http://schemas.openxmlformats.org/officeDocument/2006/relationships/notesSlide" Target="/ppt/notesSlides/notesSlide72.xml" Id="Rd516237ed8574f94" /></Relationships>
</file>

<file path=ppt/slides/_rels/slide73.xml.rels>&#65279;<?xml version="1.0" encoding="utf-8"?><Relationships xmlns="http://schemas.openxmlformats.org/package/2006/relationships"><Relationship Type="http://schemas.openxmlformats.org/officeDocument/2006/relationships/slideLayout" Target="/ppt/slideLayouts/slideLayout1.xml" Id="R3772abc374aa4ff3" /><Relationship Type="http://schemas.openxmlformats.org/officeDocument/2006/relationships/notesSlide" Target="/ppt/notesSlides/notesSlide73.xml" Id="Rcb08c70556774f5d" /></Relationships>
</file>

<file path=ppt/slides/_rels/slide74.xml.rels>&#65279;<?xml version="1.0" encoding="utf-8"?><Relationships xmlns="http://schemas.openxmlformats.org/package/2006/relationships"><Relationship Type="http://schemas.openxmlformats.org/officeDocument/2006/relationships/slideLayout" Target="/ppt/slideLayouts/slideLayout1.xml" Id="R44b5aa58ac514aa9" /><Relationship Type="http://schemas.openxmlformats.org/officeDocument/2006/relationships/notesSlide" Target="/ppt/notesSlides/notesSlide74.xml" Id="R136d4763d3b84432" /></Relationships>
</file>

<file path=ppt/slides/_rels/slide75.xml.rels>&#65279;<?xml version="1.0" encoding="utf-8"?><Relationships xmlns="http://schemas.openxmlformats.org/package/2006/relationships"><Relationship Type="http://schemas.openxmlformats.org/officeDocument/2006/relationships/slideLayout" Target="/ppt/slideLayouts/slideLayout1.xml" Id="R792103880c654b3e" /><Relationship Type="http://schemas.openxmlformats.org/officeDocument/2006/relationships/notesSlide" Target="/ppt/notesSlides/notesSlide75.xml" Id="R903107598c77490b" /></Relationships>
</file>

<file path=ppt/slides/_rels/slide76.xml.rels>&#65279;<?xml version="1.0" encoding="utf-8"?><Relationships xmlns="http://schemas.openxmlformats.org/package/2006/relationships"><Relationship Type="http://schemas.openxmlformats.org/officeDocument/2006/relationships/slideLayout" Target="/ppt/slideLayouts/slideLayout1.xml" Id="Rdb37257c56d34ab7" /><Relationship Type="http://schemas.openxmlformats.org/officeDocument/2006/relationships/notesSlide" Target="/ppt/notesSlides/notesSlide76.xml" Id="R3ca5bd639fe244ed" /></Relationships>
</file>

<file path=ppt/slides/_rels/slide77.xml.rels>&#65279;<?xml version="1.0" encoding="utf-8"?><Relationships xmlns="http://schemas.openxmlformats.org/package/2006/relationships"><Relationship Type="http://schemas.openxmlformats.org/officeDocument/2006/relationships/slideLayout" Target="/ppt/slideLayouts/slideLayout1.xml" Id="R95387dd0b0724984" /><Relationship Type="http://schemas.openxmlformats.org/officeDocument/2006/relationships/chart" Target="/ppt/slides/charts/chart40.xml" Id="R109515fd5df04e31" /><Relationship Type="http://schemas.openxmlformats.org/officeDocument/2006/relationships/chart" Target="/ppt/slides/charts/chart41.xml" Id="R596d012fdc9e4abc" /><Relationship Type="http://schemas.openxmlformats.org/officeDocument/2006/relationships/notesSlide" Target="/ppt/notesSlides/notesSlide77.xml" Id="R0aeb900f9cce43d0" /></Relationships>
</file>

<file path=ppt/slides/_rels/slide78.xml.rels>&#65279;<?xml version="1.0" encoding="utf-8"?><Relationships xmlns="http://schemas.openxmlformats.org/package/2006/relationships"><Relationship Type="http://schemas.openxmlformats.org/officeDocument/2006/relationships/slideLayout" Target="/ppt/slideLayouts/slideLayout1.xml" Id="R1abfed11029543bf" /><Relationship Type="http://schemas.openxmlformats.org/officeDocument/2006/relationships/chart" Target="/ppt/slides/charts/chart42.xml" Id="Rb3f1f8ec190e413b" /><Relationship Type="http://schemas.openxmlformats.org/officeDocument/2006/relationships/notesSlide" Target="/ppt/notesSlides/notesSlide78.xml" Id="R0fb34c1decbf4fb2" /></Relationships>
</file>

<file path=ppt/slides/_rels/slide79.xml.rels>&#65279;<?xml version="1.0" encoding="utf-8"?><Relationships xmlns="http://schemas.openxmlformats.org/package/2006/relationships"><Relationship Type="http://schemas.openxmlformats.org/officeDocument/2006/relationships/slideLayout" Target="/ppt/slideLayouts/slideLayout1.xml" Id="Rb276735459c24d93" /><Relationship Type="http://schemas.openxmlformats.org/officeDocument/2006/relationships/chart" Target="/ppt/slides/charts/chart43.xml" Id="R63d754f8ab604386" /><Relationship Type="http://schemas.openxmlformats.org/officeDocument/2006/relationships/notesSlide" Target="/ppt/notesSlides/notesSlide79.xml" Id="Rea99053a5bf04540" /></Relationships>
</file>

<file path=ppt/slides/_rels/slide80.xml.rels>&#65279;<?xml version="1.0" encoding="utf-8"?><Relationships xmlns="http://schemas.openxmlformats.org/package/2006/relationships"><Relationship Type="http://schemas.openxmlformats.org/officeDocument/2006/relationships/slideLayout" Target="/ppt/slideLayouts/slideLayout1.xml" Id="R515d55052fae40bd" /><Relationship Type="http://schemas.openxmlformats.org/officeDocument/2006/relationships/chart" Target="/ppt/slides/charts/chart44.xml" Id="Rb1034b0b40e647de" /><Relationship Type="http://schemas.openxmlformats.org/officeDocument/2006/relationships/notesSlide" Target="/ppt/notesSlides/notesSlide80.xml" Id="Rd116abaa14df4016" /></Relationships>
</file>

<file path=ppt/slides/_rels/slide81.xml.rels>&#65279;<?xml version="1.0" encoding="utf-8"?><Relationships xmlns="http://schemas.openxmlformats.org/package/2006/relationships"><Relationship Type="http://schemas.openxmlformats.org/officeDocument/2006/relationships/slideLayout" Target="/ppt/slideLayouts/slideLayout1.xml" Id="R727466a039de4469" /><Relationship Type="http://schemas.openxmlformats.org/officeDocument/2006/relationships/notesSlide" Target="/ppt/notesSlides/notesSlide81.xml" Id="R7560395bda03446a" /></Relationships>
</file>

<file path=ppt/slides/_rels/slide82.xml.rels>&#65279;<?xml version="1.0" encoding="utf-8"?><Relationships xmlns="http://schemas.openxmlformats.org/package/2006/relationships"><Relationship Type="http://schemas.openxmlformats.org/officeDocument/2006/relationships/slideLayout" Target="/ppt/slideLayouts/slideLayout1.xml" Id="Rd6016a5e70a048ed" /><Relationship Type="http://schemas.openxmlformats.org/officeDocument/2006/relationships/notesSlide" Target="/ppt/notesSlides/notesSlide82.xml" Id="R4fb353e996904be5" /></Relationships>
</file>

<file path=ppt/slides/_rels/slide83.xml.rels>&#65279;<?xml version="1.0" encoding="utf-8"?><Relationships xmlns="http://schemas.openxmlformats.org/package/2006/relationships"><Relationship Type="http://schemas.openxmlformats.org/officeDocument/2006/relationships/slideLayout" Target="/ppt/slideLayouts/slideLayout1.xml" Id="Rdd7ea93415b84ecd" /><Relationship Type="http://schemas.openxmlformats.org/officeDocument/2006/relationships/notesSlide" Target="/ppt/notesSlides/notesSlide83.xml" Id="R417b9c817c224cac" /></Relationships>
</file>

<file path=ppt/slides/_rels/slide84.xml.rels>&#65279;<?xml version="1.0" encoding="utf-8"?><Relationships xmlns="http://schemas.openxmlformats.org/package/2006/relationships"><Relationship Type="http://schemas.openxmlformats.org/officeDocument/2006/relationships/slideLayout" Target="/ppt/slideLayouts/slideLayout1.xml" Id="R090b0f8ecc934983" /><Relationship Type="http://schemas.openxmlformats.org/officeDocument/2006/relationships/notesSlide" Target="/ppt/notesSlides/notesSlide84.xml" Id="R1adeb0ed92bf454a" /></Relationships>
</file>

<file path=ppt/slides/_rels/slide85.xml.rels>&#65279;<?xml version="1.0" encoding="utf-8"?><Relationships xmlns="http://schemas.openxmlformats.org/package/2006/relationships"><Relationship Type="http://schemas.openxmlformats.org/officeDocument/2006/relationships/slideLayout" Target="/ppt/slideLayouts/slideLayout1.xml" Id="R0f09612a7bb14f74" /><Relationship Type="http://schemas.openxmlformats.org/officeDocument/2006/relationships/image" Target="/ppt/media/image6.png" Id="Ra2e58ad844084385" /><Relationship Type="http://schemas.openxmlformats.org/officeDocument/2006/relationships/notesSlide" Target="/ppt/notesSlides/notesSlide85.xml" Id="Rad9ffefaec6249f8" /></Relationships>
</file>

<file path=ppt/slides/charts/chart1.xml><?xml version="1.0" encoding="utf-8"?>
<c:chartSpace xmlns:c="http://schemas.openxmlformats.org/drawingml/2006/chart">
  <c:lang val="en-US"/>
  <c:chart>
    <c:plotArea>
      <c:scatterChart>
        <c:scatterStyle val="line"/>
        <c:ser>
          <c:idx val="0"/>
          <c:order val="0"/>
          <c:tx>
            <c:v>Aproximadamente 2 minutos</c:v>
          </c:tx>
          <c:spPr>
            <a:ln xmlns:a="http://schemas.openxmlformats.org/drawingml/2006/main" w="28575">
              <a:solidFill>
                <a:srgbClr val="D96B18"/>
              </a:solidFill>
            </a:ln>
          </c:spPr>
          <c:marker>
            <c:symbol val="none"/>
          </c:marker>
          <c:xVal>
            <c:numLit>
              <c:formatCode>General</c:formatCode>
              <c:ptCount val="5"/>
              <c:pt idx="0">
                <c:v>0</c:v>
              </c:pt>
              <c:pt idx="1">
                <c:v>1</c:v>
              </c:pt>
              <c:pt idx="2">
                <c:v>2</c:v>
              </c:pt>
              <c:pt idx="3">
                <c:v>3</c:v>
              </c:pt>
              <c:pt idx="4">
                <c:v>4</c:v>
              </c:pt>
            </c:numLit>
          </c:xVal>
          <c:yVal>
            <c:numLit>
              <c:formatCode>0.00</c:formatCode>
              <c:ptCount val="5"/>
              <c:pt idx="0">
                <c:v>0</c:v>
              </c:pt>
              <c:pt idx="1">
                <c:v>0</c:v>
              </c:pt>
              <c:pt idx="2">
                <c:v>1</c:v>
              </c:pt>
              <c:pt idx="3">
                <c:v>0</c:v>
              </c:pt>
              <c:pt idx="4">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4"/>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1"/>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2.xml><?xml version="1.0" encoding="utf-8"?>
<c:chartSpace xmlns:c="http://schemas.openxmlformats.org/drawingml/2006/chart">
  <c:lang val="en-US"/>
  <c:chart>
    <c:plotArea>
      <c:scatterChart>
        <c:scatterStyle val="line"/>
        <c:ser>
          <c:idx val="0"/>
          <c:order val="0"/>
          <c:tx>
            <c:v>Pertenencia</c:v>
          </c:tx>
          <c:spPr>
            <a:ln xmlns:a="http://schemas.openxmlformats.org/drawingml/2006/main" w="28575">
              <a:solidFill>
                <a:srgbClr val="2162A0"/>
              </a:solidFill>
            </a:ln>
          </c:spPr>
          <c:marker>
            <c:symbol val="none"/>
          </c:marker>
          <c:xVal>
            <c:numLit>
              <c:formatCode>General</c:formatCode>
              <c:ptCount val="6"/>
              <c:pt idx="0">
                <c:v>1.5</c:v>
              </c:pt>
              <c:pt idx="1">
                <c:v>1.69999</c:v>
              </c:pt>
              <c:pt idx="2">
                <c:v>1.7</c:v>
              </c:pt>
              <c:pt idx="3">
                <c:v>1.8</c:v>
              </c:pt>
              <c:pt idx="4">
                <c:v>1.80001</c:v>
              </c:pt>
              <c:pt idx="5">
                <c:v>2</c:v>
              </c:pt>
            </c:numLit>
          </c:xVal>
          <c:yVal>
            <c:numLit>
              <c:formatCode>0.0</c:formatCode>
              <c:ptCount val="6"/>
              <c:pt idx="0">
                <c:v>0</c:v>
              </c:pt>
              <c:pt idx="1">
                <c:v>0</c:v>
              </c:pt>
              <c:pt idx="2">
                <c:v>1</c:v>
              </c:pt>
              <c:pt idx="3">
                <c:v>1</c:v>
              </c:pt>
              <c:pt idx="4">
                <c:v>0</c:v>
              </c:pt>
              <c:pt idx="5">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50112"/>
        <c:majorUnit val="0.5"/>
      </c:valAx>
      <c:valAx>
        <c:axId val="48650112"/>
        <c:scaling>
          <c:orientation val="minMax"/>
          <c:max val="2"/>
          <c:min val="1.5"/>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Estatura x (m)</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72768"/>
        <c:majorUnit val="0.1"/>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3.xml><?xml version="1.0" encoding="utf-8"?>
<c:chartSpace xmlns:c="http://schemas.openxmlformats.org/drawingml/2006/chart">
  <c:lang val="en-US"/>
  <c:chart>
    <c:plotArea>
      <c:scatterChart>
        <c:scatterStyle val="line"/>
        <c:ser>
          <c:idx val="0"/>
          <c:order val="0"/>
          <c:tx>
            <c:v>Pertenencia</c:v>
          </c:tx>
          <c:spPr>
            <a:ln xmlns:a="http://schemas.openxmlformats.org/drawingml/2006/main" w="28575">
              <a:solidFill>
                <a:srgbClr val="D96B18"/>
              </a:solidFill>
            </a:ln>
          </c:spPr>
          <c:marker>
            <c:symbol val="none"/>
          </c:marker>
          <c:xVal>
            <c:numLit>
              <c:formatCode>General</c:formatCode>
              <c:ptCount val="5"/>
              <c:pt idx="0">
                <c:v>1.5</c:v>
              </c:pt>
              <c:pt idx="1">
                <c:v>1.6</c:v>
              </c:pt>
              <c:pt idx="2">
                <c:v>1.75</c:v>
              </c:pt>
              <c:pt idx="3">
                <c:v>1.9</c:v>
              </c:pt>
              <c:pt idx="4">
                <c:v>2</c:v>
              </c:pt>
            </c:numLit>
          </c:xVal>
          <c:yVal>
            <c:numLit>
              <c:formatCode>0.0</c:formatCode>
              <c:ptCount val="5"/>
              <c:pt idx="0">
                <c:v>0</c:v>
              </c:pt>
              <c:pt idx="1">
                <c:v>0</c:v>
              </c:pt>
              <c:pt idx="2">
                <c:v>1</c:v>
              </c:pt>
              <c:pt idx="3">
                <c:v>0</c:v>
              </c:pt>
              <c:pt idx="4">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50112"/>
        <c:majorUnit val="0.5"/>
      </c:valAx>
      <c:valAx>
        <c:axId val="48650112"/>
        <c:scaling>
          <c:orientation val="minMax"/>
          <c:max val="2"/>
          <c:min val="1.5"/>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Estatura x (m)</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66666"/>
                </a:solidFill>
                <a:latin typeface="Arial"/>
                <a:ea typeface="Arial"/>
                <a:cs typeface="Arial"/>
              </a:defRPr>
            </a:pPr>
          </a:p>
        </c:txPr>
        <c:crossAx val="48672768"/>
        <c:majorUnit val="0.1"/>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4.xml><?xml version="1.0" encoding="utf-8"?>
<c:chartSpace xmlns:c="http://schemas.openxmlformats.org/drawingml/2006/chart">
  <c:lang val="en-US"/>
  <c:chart>
    <c:plotArea>
      <c:scatterChart>
        <c:scatterStyle val="line"/>
        <c:ser>
          <c:idx val="0"/>
          <c:order val="0"/>
          <c:tx>
            <c:v>Fría</c:v>
          </c:tx>
          <c:spPr>
            <a:ln xmlns:a="http://schemas.openxmlformats.org/drawingml/2006/main" w="28575">
              <a:solidFill>
                <a:srgbClr val="2162A0"/>
              </a:solidFill>
            </a:ln>
          </c:spPr>
          <c:marker>
            <c:symbol val="none"/>
          </c:marker>
          <c:xVal>
            <c:numLit>
              <c:formatCode>General</c:formatCode>
              <c:ptCount val="5"/>
              <c:pt idx="0">
                <c:v>10</c:v>
              </c:pt>
              <c:pt idx="1">
                <c:v>16</c:v>
              </c:pt>
              <c:pt idx="2">
                <c:v>22</c:v>
              </c:pt>
              <c:pt idx="3">
                <c:v>28</c:v>
              </c:pt>
              <c:pt idx="4">
                <c:v>34</c:v>
              </c:pt>
            </c:numLit>
          </c:xVal>
          <c:yVal>
            <c:numLit>
              <c:formatCode>0.00</c:formatCode>
              <c:ptCount val="5"/>
              <c:pt idx="0">
                <c:v>1</c:v>
              </c:pt>
              <c:pt idx="1">
                <c:v>1</c:v>
              </c:pt>
              <c:pt idx="2">
                <c:v>0</c:v>
              </c:pt>
              <c:pt idx="3">
                <c:v>0</c:v>
              </c:pt>
              <c:pt idx="4">
                <c:v>0</c:v>
              </c:pt>
            </c:numLit>
          </c:yVal>
        </c:ser>
        <c:ser>
          <c:idx val="1"/>
          <c:order val="1"/>
          <c:tx>
            <c:v>Templada</c:v>
          </c:tx>
          <c:spPr>
            <a:ln xmlns:a="http://schemas.openxmlformats.org/drawingml/2006/main" w="28575">
              <a:solidFill>
                <a:srgbClr val="74944D"/>
              </a:solidFill>
            </a:ln>
          </c:spPr>
          <c:marker>
            <c:symbol val="none"/>
          </c:marker>
          <c:xVal>
            <c:numLit>
              <c:formatCode>General</c:formatCode>
              <c:ptCount val="5"/>
              <c:pt idx="0">
                <c:v>10</c:v>
              </c:pt>
              <c:pt idx="1">
                <c:v>16</c:v>
              </c:pt>
              <c:pt idx="2">
                <c:v>22</c:v>
              </c:pt>
              <c:pt idx="3">
                <c:v>28</c:v>
              </c:pt>
              <c:pt idx="4">
                <c:v>34</c:v>
              </c:pt>
            </c:numLit>
          </c:xVal>
          <c:yVal>
            <c:numLit>
              <c:formatCode>0.00</c:formatCode>
              <c:ptCount val="5"/>
              <c:pt idx="0">
                <c:v>0</c:v>
              </c:pt>
              <c:pt idx="1">
                <c:v>0</c:v>
              </c:pt>
              <c:pt idx="2">
                <c:v>1</c:v>
              </c:pt>
              <c:pt idx="3">
                <c:v>0</c:v>
              </c:pt>
              <c:pt idx="4">
                <c:v>0</c:v>
              </c:pt>
            </c:numLit>
          </c:yVal>
        </c:ser>
        <c:ser>
          <c:idx val="2"/>
          <c:order val="2"/>
          <c:tx>
            <c:v>Caliente</c:v>
          </c:tx>
          <c:spPr>
            <a:ln xmlns:a="http://schemas.openxmlformats.org/drawingml/2006/main" w="28575">
              <a:solidFill>
                <a:srgbClr val="D96B18"/>
              </a:solidFill>
            </a:ln>
          </c:spPr>
          <c:marker>
            <c:symbol val="none"/>
          </c:marker>
          <c:xVal>
            <c:numLit>
              <c:formatCode>General</c:formatCode>
              <c:ptCount val="5"/>
              <c:pt idx="0">
                <c:v>10</c:v>
              </c:pt>
              <c:pt idx="1">
                <c:v>16</c:v>
              </c:pt>
              <c:pt idx="2">
                <c:v>22</c:v>
              </c:pt>
              <c:pt idx="3">
                <c:v>28</c:v>
              </c:pt>
              <c:pt idx="4">
                <c:v>34</c:v>
              </c:pt>
            </c:numLit>
          </c:xVal>
          <c:yVal>
            <c:numLit>
              <c:formatCode>0.00</c:formatCode>
              <c:ptCount val="5"/>
              <c:pt idx="0">
                <c:v>0</c:v>
              </c:pt>
              <c:pt idx="1">
                <c:v>0</c:v>
              </c:pt>
              <c:pt idx="2">
                <c:v>0</c:v>
              </c:pt>
              <c:pt idx="3">
                <c:v>1</c:v>
              </c:pt>
              <c:pt idx="4">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34"/>
          <c:min val="1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6"/>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233746"/>
              </a:solidFill>
              <a:latin typeface="Arial"/>
              <a:ea typeface="Arial"/>
              <a:cs typeface="Arial"/>
            </a:defRPr>
          </a:pPr>
        </a:p>
      </c:txPr>
    </c:legend>
    <c:plotVisOnly val="1"/>
  </c:chart>
  <c:spPr>
    <a:solidFill xmlns:a="http://schemas.openxmlformats.org/drawingml/2006/main">
      <a:srgbClr val="FFFFFF"/>
    </a:solidFill>
  </c:spPr>
</c:chartSpace>
</file>

<file path=ppt/slides/charts/chart5.xml><?xml version="1.0" encoding="utf-8"?>
<c:chartSpace xmlns:c="http://schemas.openxmlformats.org/drawingml/2006/chart">
  <c:lang val="en-US"/>
  <c:chart>
    <c:plotArea>
      <c:scatterChart>
        <c:ser>
          <c:idx val="0"/>
          <c:order val="0"/>
          <c:tx>
            <c:v>Arista</c:v>
          </c:tx>
          <c:spPr>
            <a:ln xmlns:a="http://schemas.openxmlformats.org/drawingml/2006/main" w="19050">
              <a:solidFill>
                <a:srgbClr val="2162A0"/>
              </a:solidFill>
            </a:ln>
          </c:spPr>
          <c:marker>
            <c:symbol val="none"/>
          </c:marker>
          <c:xVal>
            <c:numLit>
              <c:formatCode>General</c:formatCode>
              <c:ptCount val="2"/>
              <c:pt idx="0">
                <c:v>0</c:v>
              </c:pt>
              <c:pt idx="1">
                <c:v>1</c:v>
              </c:pt>
            </c:numLit>
          </c:xVal>
          <c:yVal>
            <c:numLit>
              <c:formatCode>General</c:formatCode>
              <c:ptCount val="2"/>
              <c:pt idx="0">
                <c:v>0</c:v>
              </c:pt>
              <c:pt idx="1">
                <c:v>0</c:v>
              </c:pt>
            </c:numLit>
          </c:yVal>
        </c:ser>
        <c:ser>
          <c:idx val="1"/>
          <c:order val="1"/>
          <c:tx>
            <c:v>Arista</c:v>
          </c:tx>
          <c:spPr>
            <a:ln xmlns:a="http://schemas.openxmlformats.org/drawingml/2006/main" w="19050">
              <a:solidFill>
                <a:srgbClr val="2162A0"/>
              </a:solidFill>
            </a:ln>
          </c:spPr>
          <c:marker>
            <c:symbol val="none"/>
          </c:marker>
          <c:xVal>
            <c:numLit>
              <c:formatCode>General</c:formatCode>
              <c:ptCount val="2"/>
              <c:pt idx="0">
                <c:v>0</c:v>
              </c:pt>
              <c:pt idx="1">
                <c:v>0.42</c:v>
              </c:pt>
            </c:numLit>
          </c:xVal>
          <c:yVal>
            <c:numLit>
              <c:formatCode>General</c:formatCode>
              <c:ptCount val="2"/>
              <c:pt idx="0">
                <c:v>0</c:v>
              </c:pt>
              <c:pt idx="1">
                <c:v>0.32</c:v>
              </c:pt>
            </c:numLit>
          </c:yVal>
        </c:ser>
        <c:ser>
          <c:idx val="2"/>
          <c:order val="2"/>
          <c:tx>
            <c:v>Arista</c:v>
          </c:tx>
          <c:spPr>
            <a:ln xmlns:a="http://schemas.openxmlformats.org/drawingml/2006/main" w="19050">
              <a:solidFill>
                <a:srgbClr val="2162A0"/>
              </a:solidFill>
            </a:ln>
          </c:spPr>
          <c:marker>
            <c:symbol val="none"/>
          </c:marker>
          <c:xVal>
            <c:numLit>
              <c:formatCode>General</c:formatCode>
              <c:ptCount val="2"/>
              <c:pt idx="0">
                <c:v>0</c:v>
              </c:pt>
              <c:pt idx="1">
                <c:v>0</c:v>
              </c:pt>
            </c:numLit>
          </c:xVal>
          <c:yVal>
            <c:numLit>
              <c:formatCode>General</c:formatCode>
              <c:ptCount val="2"/>
              <c:pt idx="0">
                <c:v>0</c:v>
              </c:pt>
              <c:pt idx="1">
                <c:v>1</c:v>
              </c:pt>
            </c:numLit>
          </c:yVal>
        </c:ser>
        <c:ser>
          <c:idx val="3"/>
          <c:order val="3"/>
          <c:tx>
            <c:v>Arista</c:v>
          </c:tx>
          <c:spPr>
            <a:ln xmlns:a="http://schemas.openxmlformats.org/drawingml/2006/main" w="19050">
              <a:solidFill>
                <a:srgbClr val="2162A0"/>
              </a:solidFill>
            </a:ln>
          </c:spPr>
          <c:marker>
            <c:symbol val="none"/>
          </c:marker>
          <c:xVal>
            <c:numLit>
              <c:formatCode>General</c:formatCode>
              <c:ptCount val="2"/>
              <c:pt idx="0">
                <c:v>0</c:v>
              </c:pt>
              <c:pt idx="1">
                <c:v>1</c:v>
              </c:pt>
            </c:numLit>
          </c:xVal>
          <c:yVal>
            <c:numLit>
              <c:formatCode>General</c:formatCode>
              <c:ptCount val="2"/>
              <c:pt idx="0">
                <c:v>1</c:v>
              </c:pt>
              <c:pt idx="1">
                <c:v>1</c:v>
              </c:pt>
            </c:numLit>
          </c:yVal>
        </c:ser>
        <c:ser>
          <c:idx val="4"/>
          <c:order val="4"/>
          <c:tx>
            <c:v>Arista</c:v>
          </c:tx>
          <c:spPr>
            <a:ln xmlns:a="http://schemas.openxmlformats.org/drawingml/2006/main" w="19050">
              <a:solidFill>
                <a:srgbClr val="2162A0"/>
              </a:solidFill>
            </a:ln>
          </c:spPr>
          <c:marker>
            <c:symbol val="none"/>
          </c:marker>
          <c:xVal>
            <c:numLit>
              <c:formatCode>General</c:formatCode>
              <c:ptCount val="2"/>
              <c:pt idx="0">
                <c:v>0</c:v>
              </c:pt>
              <c:pt idx="1">
                <c:v>0.42</c:v>
              </c:pt>
            </c:numLit>
          </c:xVal>
          <c:yVal>
            <c:numLit>
              <c:formatCode>General</c:formatCode>
              <c:ptCount val="2"/>
              <c:pt idx="0">
                <c:v>1</c:v>
              </c:pt>
              <c:pt idx="1">
                <c:v>1.32</c:v>
              </c:pt>
            </c:numLit>
          </c:yVal>
        </c:ser>
        <c:ser>
          <c:idx val="5"/>
          <c:order val="5"/>
          <c:tx>
            <c:v>Arista</c:v>
          </c:tx>
          <c:spPr>
            <a:ln xmlns:a="http://schemas.openxmlformats.org/drawingml/2006/main" w="19050">
              <a:solidFill>
                <a:srgbClr val="2162A0"/>
              </a:solidFill>
            </a:ln>
          </c:spPr>
          <c:marker>
            <c:symbol val="none"/>
          </c:marker>
          <c:xVal>
            <c:numLit>
              <c:formatCode>General</c:formatCode>
              <c:ptCount val="2"/>
              <c:pt idx="0">
                <c:v>0.42</c:v>
              </c:pt>
              <c:pt idx="1">
                <c:v>1.42</c:v>
              </c:pt>
            </c:numLit>
          </c:xVal>
          <c:yVal>
            <c:numLit>
              <c:formatCode>General</c:formatCode>
              <c:ptCount val="2"/>
              <c:pt idx="0">
                <c:v>0.32</c:v>
              </c:pt>
              <c:pt idx="1">
                <c:v>0.32</c:v>
              </c:pt>
            </c:numLit>
          </c:yVal>
        </c:ser>
        <c:ser>
          <c:idx val="6"/>
          <c:order val="6"/>
          <c:tx>
            <c:v>Arista</c:v>
          </c:tx>
          <c:spPr>
            <a:ln xmlns:a="http://schemas.openxmlformats.org/drawingml/2006/main" w="19050">
              <a:solidFill>
                <a:srgbClr val="2162A0"/>
              </a:solidFill>
            </a:ln>
          </c:spPr>
          <c:marker>
            <c:symbol val="none"/>
          </c:marker>
          <c:xVal>
            <c:numLit>
              <c:formatCode>General</c:formatCode>
              <c:ptCount val="2"/>
              <c:pt idx="0">
                <c:v>0.42</c:v>
              </c:pt>
              <c:pt idx="1">
                <c:v>0.42</c:v>
              </c:pt>
            </c:numLit>
          </c:xVal>
          <c:yVal>
            <c:numLit>
              <c:formatCode>General</c:formatCode>
              <c:ptCount val="2"/>
              <c:pt idx="0">
                <c:v>0.32</c:v>
              </c:pt>
              <c:pt idx="1">
                <c:v>1.32</c:v>
              </c:pt>
            </c:numLit>
          </c:yVal>
        </c:ser>
        <c:ser>
          <c:idx val="7"/>
          <c:order val="7"/>
          <c:tx>
            <c:v>Arista</c:v>
          </c:tx>
          <c:spPr>
            <a:ln xmlns:a="http://schemas.openxmlformats.org/drawingml/2006/main" w="19050">
              <a:solidFill>
                <a:srgbClr val="2162A0"/>
              </a:solidFill>
            </a:ln>
          </c:spPr>
          <c:marker>
            <c:symbol val="none"/>
          </c:marker>
          <c:xVal>
            <c:numLit>
              <c:formatCode>General</c:formatCode>
              <c:ptCount val="2"/>
              <c:pt idx="0">
                <c:v>0.42</c:v>
              </c:pt>
              <c:pt idx="1">
                <c:v>1.42</c:v>
              </c:pt>
            </c:numLit>
          </c:xVal>
          <c:yVal>
            <c:numLit>
              <c:formatCode>General</c:formatCode>
              <c:ptCount val="2"/>
              <c:pt idx="0">
                <c:v>1.32</c:v>
              </c:pt>
              <c:pt idx="1">
                <c:v>1.32</c:v>
              </c:pt>
            </c:numLit>
          </c:yVal>
        </c:ser>
        <c:ser>
          <c:idx val="8"/>
          <c:order val="8"/>
          <c:tx>
            <c:v>Arista</c:v>
          </c:tx>
          <c:spPr>
            <a:ln xmlns:a="http://schemas.openxmlformats.org/drawingml/2006/main" w="19050">
              <a:solidFill>
                <a:srgbClr val="2162A0"/>
              </a:solidFill>
            </a:ln>
          </c:spPr>
          <c:marker>
            <c:symbol val="none"/>
          </c:marker>
          <c:xVal>
            <c:numLit>
              <c:formatCode>General</c:formatCode>
              <c:ptCount val="2"/>
              <c:pt idx="0">
                <c:v>1</c:v>
              </c:pt>
              <c:pt idx="1">
                <c:v>1.42</c:v>
              </c:pt>
            </c:numLit>
          </c:xVal>
          <c:yVal>
            <c:numLit>
              <c:formatCode>General</c:formatCode>
              <c:ptCount val="2"/>
              <c:pt idx="0">
                <c:v>0</c:v>
              </c:pt>
              <c:pt idx="1">
                <c:v>0.32</c:v>
              </c:pt>
            </c:numLit>
          </c:yVal>
        </c:ser>
        <c:ser>
          <c:idx val="9"/>
          <c:order val="9"/>
          <c:tx>
            <c:v>Arista</c:v>
          </c:tx>
          <c:spPr>
            <a:ln xmlns:a="http://schemas.openxmlformats.org/drawingml/2006/main" w="19050">
              <a:solidFill>
                <a:srgbClr val="2162A0"/>
              </a:solidFill>
            </a:ln>
          </c:spPr>
          <c:marker>
            <c:symbol val="none"/>
          </c:marker>
          <c:xVal>
            <c:numLit>
              <c:formatCode>General</c:formatCode>
              <c:ptCount val="2"/>
              <c:pt idx="0">
                <c:v>1</c:v>
              </c:pt>
              <c:pt idx="1">
                <c:v>1</c:v>
              </c:pt>
            </c:numLit>
          </c:xVal>
          <c:yVal>
            <c:numLit>
              <c:formatCode>General</c:formatCode>
              <c:ptCount val="2"/>
              <c:pt idx="0">
                <c:v>0</c:v>
              </c:pt>
              <c:pt idx="1">
                <c:v>1</c:v>
              </c:pt>
            </c:numLit>
          </c:yVal>
        </c:ser>
        <c:ser>
          <c:idx val="10"/>
          <c:order val="10"/>
          <c:tx>
            <c:v>Arista</c:v>
          </c:tx>
          <c:spPr>
            <a:ln xmlns:a="http://schemas.openxmlformats.org/drawingml/2006/main" w="19050">
              <a:solidFill>
                <a:srgbClr val="2162A0"/>
              </a:solidFill>
            </a:ln>
          </c:spPr>
          <c:marker>
            <c:symbol val="none"/>
          </c:marker>
          <c:xVal>
            <c:numLit>
              <c:formatCode>General</c:formatCode>
              <c:ptCount val="2"/>
              <c:pt idx="0">
                <c:v>1</c:v>
              </c:pt>
              <c:pt idx="1">
                <c:v>1.42</c:v>
              </c:pt>
            </c:numLit>
          </c:xVal>
          <c:yVal>
            <c:numLit>
              <c:formatCode>General</c:formatCode>
              <c:ptCount val="2"/>
              <c:pt idx="0">
                <c:v>1</c:v>
              </c:pt>
              <c:pt idx="1">
                <c:v>1.32</c:v>
              </c:pt>
            </c:numLit>
          </c:yVal>
        </c:ser>
        <c:ser>
          <c:idx val="11"/>
          <c:order val="11"/>
          <c:tx>
            <c:v>Arista</c:v>
          </c:tx>
          <c:spPr>
            <a:ln xmlns:a="http://schemas.openxmlformats.org/drawingml/2006/main" w="19050">
              <a:solidFill>
                <a:srgbClr val="2162A0"/>
              </a:solidFill>
            </a:ln>
          </c:spPr>
          <c:marker>
            <c:symbol val="none"/>
          </c:marker>
          <c:xVal>
            <c:numLit>
              <c:formatCode>General</c:formatCode>
              <c:ptCount val="2"/>
              <c:pt idx="0">
                <c:v>1.42</c:v>
              </c:pt>
              <c:pt idx="1">
                <c:v>1.42</c:v>
              </c:pt>
            </c:numLit>
          </c:xVal>
          <c:yVal>
            <c:numLit>
              <c:formatCode>General</c:formatCode>
              <c:ptCount val="2"/>
              <c:pt idx="0">
                <c:v>0.32</c:v>
              </c:pt>
              <c:pt idx="1">
                <c:v>1.32</c:v>
              </c:pt>
            </c:numLit>
          </c:yVal>
        </c:ser>
        <c:ser>
          <c:idx val="12"/>
          <c:order val="12"/>
          <c:tx>
            <c:v>Perfiles crisp</c:v>
          </c:tx>
          <c:spPr>
            <a:solidFill xmlns:a="http://schemas.openxmlformats.org/drawingml/2006/main">
              <a:srgbClr val="2162A0"/>
            </a:solidFill>
            <a:ln xmlns:a="http://schemas.openxmlformats.org/drawingml/2006/main" w="0">
              <a:noFill/>
            </a:ln>
          </c:spPr>
          <c:marker>
            <c:symbol val="circle"/>
            <c:size val="8"/>
            <c:spPr>
              <a:noFill xmlns:a="http://schemas.openxmlformats.org/drawingml/2006/main"/>
            </c:spPr>
          </c:marker>
          <c:xVal>
            <c:numLit>
              <c:formatCode>General</c:formatCode>
              <c:ptCount val="8"/>
              <c:pt idx="0">
                <c:v>0</c:v>
              </c:pt>
              <c:pt idx="1">
                <c:v>0</c:v>
              </c:pt>
              <c:pt idx="2">
                <c:v>0.42</c:v>
              </c:pt>
              <c:pt idx="3">
                <c:v>0.42</c:v>
              </c:pt>
              <c:pt idx="4">
                <c:v>1</c:v>
              </c:pt>
              <c:pt idx="5">
                <c:v>1</c:v>
              </c:pt>
              <c:pt idx="6">
                <c:v>1.42</c:v>
              </c:pt>
              <c:pt idx="7">
                <c:v>1.42</c:v>
              </c:pt>
            </c:numLit>
          </c:xVal>
          <c:yVal>
            <c:numLit>
              <c:formatCode>General</c:formatCode>
              <c:ptCount val="8"/>
              <c:pt idx="0">
                <c:v>0</c:v>
              </c:pt>
              <c:pt idx="1">
                <c:v>1</c:v>
              </c:pt>
              <c:pt idx="2">
                <c:v>0.32</c:v>
              </c:pt>
              <c:pt idx="3">
                <c:v>1.32</c:v>
              </c:pt>
              <c:pt idx="4">
                <c:v>0</c:v>
              </c:pt>
              <c:pt idx="5">
                <c:v>1</c:v>
              </c:pt>
              <c:pt idx="6">
                <c:v>0.32</c:v>
              </c:pt>
              <c:pt idx="7">
                <c:v>1.32</c:v>
              </c:pt>
            </c:numLit>
          </c:yVal>
        </c:ser>
        <c:ser>
          <c:idx val="13"/>
          <c:order val="13"/>
          <c:tx>
            <c:v>Centro</c:v>
          </c:tx>
          <c:spPr>
            <a:solidFill xmlns:a="http://schemas.openxmlformats.org/drawingml/2006/main">
              <a:srgbClr val="D96B18"/>
            </a:solidFill>
            <a:ln xmlns:a="http://schemas.openxmlformats.org/drawingml/2006/main" w="0">
              <a:noFill/>
            </a:ln>
          </c:spPr>
          <c:marker>
            <c:symbol val="circle"/>
            <c:size val="12"/>
            <c:spPr>
              <a:noFill xmlns:a="http://schemas.openxmlformats.org/drawingml/2006/main"/>
            </c:spPr>
          </c:marker>
          <c:xVal>
            <c:numLit>
              <c:formatCode>General</c:formatCode>
              <c:ptCount val="1"/>
              <c:pt idx="0">
                <c:v>0.71</c:v>
              </c:pt>
            </c:numLit>
          </c:xVal>
          <c:yVal>
            <c:numLit>
              <c:formatCode>General</c:formatCode>
              <c:ptCount val="1"/>
              <c:pt idx="0">
                <c:v>0.66</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43"/>
          <c:min val="-0.12"/>
        </c:scaling>
        <c:delete val="0"/>
        <c:axPos val="l"/>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valAx>
      <c:valAx>
        <c:axId val="48650112"/>
        <c:scaling>
          <c:orientation val="minMax"/>
          <c:max val="1.55"/>
          <c:min val="-0.1"/>
        </c:scaling>
        <c:delete val="0"/>
        <c:axPos val="b"/>
        <c:numFmt formatCode="General"/>
        <c:majorTickMark val="none"/>
        <c:minorTickMark val="none"/>
        <c:tickLblPos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6.xml><?xml version="1.0" encoding="utf-8"?>
<c:chartSpace xmlns:c="http://schemas.openxmlformats.org/drawingml/2006/chart">
  <c:lang val="en-US"/>
  <c:chart>
    <c:plotArea>
      <c:scatterChart>
        <c:scatterStyle val="line"/>
        <c:ser>
          <c:idx val="0"/>
          <c:order val="0"/>
          <c:tx>
            <c:v>Bajo</c:v>
          </c:tx>
          <c:spPr>
            <a:ln xmlns:a="http://schemas.openxmlformats.org/drawingml/2006/main" w="28575">
              <a:solidFill>
                <a:srgbClr val="2162A0"/>
              </a:solidFill>
            </a:ln>
          </c:spPr>
          <c:marker>
            <c:symbol val="none"/>
          </c:marker>
          <c:xVal>
            <c:numLit>
              <c:formatCode>General</c:formatCode>
              <c:ptCount val="3"/>
              <c:pt idx="0">
                <c:v>0</c:v>
              </c:pt>
              <c:pt idx="1">
                <c:v>0.5</c:v>
              </c:pt>
              <c:pt idx="2">
                <c:v>1</c:v>
              </c:pt>
            </c:numLit>
          </c:xVal>
          <c:yVal>
            <c:numLit>
              <c:formatCode>0.00</c:formatCode>
              <c:ptCount val="3"/>
              <c:pt idx="0">
                <c:v>1</c:v>
              </c:pt>
              <c:pt idx="1">
                <c:v>0</c:v>
              </c:pt>
              <c:pt idx="2">
                <c:v>0</c:v>
              </c:pt>
            </c:numLit>
          </c:yVal>
        </c:ser>
        <c:ser>
          <c:idx val="1"/>
          <c:order val="1"/>
          <c:tx>
            <c:v>Medio</c:v>
          </c:tx>
          <c:spPr>
            <a:ln xmlns:a="http://schemas.openxmlformats.org/drawingml/2006/main" w="28575">
              <a:solidFill>
                <a:srgbClr val="74944D"/>
              </a:solidFill>
            </a:ln>
          </c:spPr>
          <c:marker>
            <c:symbol val="none"/>
          </c:marker>
          <c:xVal>
            <c:numLit>
              <c:formatCode>General</c:formatCode>
              <c:ptCount val="3"/>
              <c:pt idx="0">
                <c:v>0</c:v>
              </c:pt>
              <c:pt idx="1">
                <c:v>0.5</c:v>
              </c:pt>
              <c:pt idx="2">
                <c:v>1</c:v>
              </c:pt>
            </c:numLit>
          </c:xVal>
          <c:yVal>
            <c:numLit>
              <c:formatCode>0.00</c:formatCode>
              <c:ptCount val="3"/>
              <c:pt idx="0">
                <c:v>0</c:v>
              </c:pt>
              <c:pt idx="1">
                <c:v>1</c:v>
              </c:pt>
              <c:pt idx="2">
                <c:v>0</c:v>
              </c:pt>
            </c:numLit>
          </c:yVal>
        </c:ser>
        <c:ser>
          <c:idx val="2"/>
          <c:order val="2"/>
          <c:tx>
            <c:v>Alto</c:v>
          </c:tx>
          <c:spPr>
            <a:ln xmlns:a="http://schemas.openxmlformats.org/drawingml/2006/main" w="28575">
              <a:solidFill>
                <a:srgbClr val="D96B18"/>
              </a:solidFill>
            </a:ln>
          </c:spPr>
          <c:marker>
            <c:symbol val="none"/>
          </c:marker>
          <c:xVal>
            <c:numLit>
              <c:formatCode>General</c:formatCode>
              <c:ptCount val="3"/>
              <c:pt idx="0">
                <c:v>0</c:v>
              </c:pt>
              <c:pt idx="1">
                <c:v>0.5</c:v>
              </c:pt>
              <c:pt idx="2">
                <c:v>1</c:v>
              </c:pt>
            </c:numLit>
          </c:xVal>
          <c:yVal>
            <c:numLit>
              <c:formatCode>0.00</c:formatCode>
              <c:ptCount val="3"/>
              <c:pt idx="0">
                <c:v>0</c:v>
              </c:pt>
              <c:pt idx="1">
                <c:v>0</c:v>
              </c:pt>
              <c:pt idx="2">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Entrada 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0.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233746"/>
              </a:solidFill>
              <a:latin typeface="Arial"/>
              <a:ea typeface="Arial"/>
              <a:cs typeface="Arial"/>
            </a:defRPr>
          </a:pPr>
        </a:p>
      </c:txPr>
    </c:legend>
    <c:plotVisOnly val="1"/>
  </c:chart>
  <c:spPr>
    <a:solidFill xmlns:a="http://schemas.openxmlformats.org/drawingml/2006/main">
      <a:srgbClr val="FFFFFF"/>
    </a:solidFill>
  </c:spPr>
</c:chartSpace>
</file>

<file path=ppt/slides/charts/chart7.xml><?xml version="1.0" encoding="utf-8"?>
<c:chartSpace xmlns:c="http://schemas.openxmlformats.org/drawingml/2006/chart">
  <c:lang val="en-US"/>
  <c:chart>
    <c:plotArea>
      <c:scatterChart>
        <c:scatterStyle val="line"/>
        <c:ser>
          <c:idx val="0"/>
          <c:order val="0"/>
          <c:tx>
            <c:v>f(x) = x²</c:v>
          </c:tx>
          <c:spPr>
            <a:ln xmlns:a="http://schemas.openxmlformats.org/drawingml/2006/main" w="28575">
              <a:solidFill>
                <a:srgbClr val="2162A0"/>
              </a:solidFill>
            </a:ln>
          </c:spPr>
          <c:marker>
            <c:symbol val="none"/>
          </c:marker>
          <c:xVal>
            <c:numLit>
              <c:formatCode>General</c:formatCode>
              <c:ptCount val="21"/>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numLit>
          </c:xVal>
          <c:yVal>
            <c:numLit>
              <c:formatCode>0.00</c:formatCode>
              <c:ptCount val="21"/>
              <c:pt idx="0">
                <c:v>0</c:v>
              </c:pt>
              <c:pt idx="1">
                <c:v>0.0025000000000000005</c:v>
              </c:pt>
              <c:pt idx="2">
                <c:v>0.010000000000000002</c:v>
              </c:pt>
              <c:pt idx="3">
                <c:v>0.0225</c:v>
              </c:pt>
              <c:pt idx="4">
                <c:v>0.04000000000000001</c:v>
              </c:pt>
              <c:pt idx="5">
                <c:v>0.0625</c:v>
              </c:pt>
              <c:pt idx="6">
                <c:v>0.09</c:v>
              </c:pt>
              <c:pt idx="7">
                <c:v>0.12249999999999998</c:v>
              </c:pt>
              <c:pt idx="8">
                <c:v>0.16000000000000003</c:v>
              </c:pt>
              <c:pt idx="9">
                <c:v>0.2025</c:v>
              </c:pt>
              <c:pt idx="10">
                <c:v>0.25</c:v>
              </c:pt>
              <c:pt idx="11">
                <c:v>0.30250000000000005</c:v>
              </c:pt>
              <c:pt idx="12">
                <c:v>0.36</c:v>
              </c:pt>
              <c:pt idx="13">
                <c:v>0.42250000000000004</c:v>
              </c:pt>
              <c:pt idx="14">
                <c:v>0.48999999999999994</c:v>
              </c:pt>
              <c:pt idx="15">
                <c:v>0.5625</c:v>
              </c:pt>
              <c:pt idx="16">
                <c:v>0.6400000000000001</c:v>
              </c:pt>
              <c:pt idx="17">
                <c:v>0.7224999999999999</c:v>
              </c:pt>
              <c:pt idx="18">
                <c:v>0.81</c:v>
              </c:pt>
              <c:pt idx="19">
                <c:v>0.9025</c:v>
              </c:pt>
              <c:pt idx="20">
                <c:v>1</c:v>
              </c:pt>
            </c:numLit>
          </c:yVal>
        </c:ser>
        <c:ser>
          <c:idx val="1"/>
          <c:order val="1"/>
          <c:tx>
            <c:v>Aproximación fuzzy</c:v>
          </c:tx>
          <c:spPr>
            <a:ln xmlns:a="http://schemas.openxmlformats.org/drawingml/2006/main" w="28575">
              <a:solidFill>
                <a:srgbClr val="D96B18"/>
              </a:solidFill>
            </a:ln>
          </c:spPr>
          <c:marker>
            <c:symbol val="none"/>
          </c:marker>
          <c:xVal>
            <c:numLit>
              <c:formatCode>General</c:formatCode>
              <c:ptCount val="3"/>
              <c:pt idx="0">
                <c:v>0</c:v>
              </c:pt>
              <c:pt idx="1">
                <c:v>0.5</c:v>
              </c:pt>
              <c:pt idx="2">
                <c:v>1</c:v>
              </c:pt>
            </c:numLit>
          </c:xVal>
          <c:yVal>
            <c:numLit>
              <c:formatCode>0.00</c:formatCode>
              <c:ptCount val="3"/>
              <c:pt idx="0">
                <c:v>0</c:v>
              </c:pt>
              <c:pt idx="1">
                <c:v>0.25</c:v>
              </c:pt>
              <c:pt idx="2">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Salida y</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Entrada 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0.5"/>
      </c:valAx>
      <c:spPr>
        <a:solidFill xmlns:a="http://schemas.openxmlformats.org/drawingml/2006/main">
          <a:srgbClr val="FFFFFF"/>
        </a:solidFill>
      </c:spPr>
    </c:plotArea>
    <c:legend>
      <c:legendPos val="b"/>
      <c:overlay val="0"/>
      <c:txPr>
        <a:bodyPr xmlns:a="http://schemas.openxmlformats.org/drawingml/2006/main" anchorCtr="1"/>
        <a:lstStyle xmlns:a="http://schemas.openxmlformats.org/drawingml/2006/main"/>
        <a:p xmlns:a="http://schemas.openxmlformats.org/drawingml/2006/main">
          <a:pPr>
            <a:defRPr sz="1275">
              <a:solidFill>
                <a:srgbClr val="233746"/>
              </a:solidFill>
              <a:latin typeface="Arial"/>
              <a:ea typeface="Arial"/>
              <a:cs typeface="Arial"/>
            </a:defRPr>
          </a:pPr>
        </a:p>
      </c:txPr>
    </c:legend>
    <c:plotVisOnly val="1"/>
  </c:chart>
  <c:spPr>
    <a:solidFill xmlns:a="http://schemas.openxmlformats.org/drawingml/2006/main">
      <a:srgbClr val="FFFFFF"/>
    </a:solidFill>
  </c:spPr>
</c:chartSpace>
</file>

<file path=ppt/slides/charts/chart8.xml><?xml version="1.0" encoding="utf-8"?>
<c:chartSpace xmlns:c="http://schemas.openxmlformats.org/drawingml/2006/chart">
  <c:lang val="en-US"/>
  <c:chart>
    <c:plotArea>
      <c:scatterChart>
        <c:ser>
          <c:idx val="0"/>
          <c:order val="0"/>
          <c:tx>
            <c:v>Templada</c:v>
          </c:tx>
          <c:spPr>
            <a:ln xmlns:a="http://schemas.openxmlformats.org/drawingml/2006/main" w="28575">
              <a:solidFill>
                <a:srgbClr val="2162A0"/>
              </a:solidFill>
            </a:ln>
          </c:spPr>
          <c:marker>
            <c:symbol val="none"/>
            <c:size val="5"/>
          </c:marker>
          <c:xVal>
            <c:numLit>
              <c:formatCode>General</c:formatCode>
              <c:ptCount val="101"/>
              <c:pt idx="0">
                <c:v>16</c:v>
              </c:pt>
              <c:pt idx="1">
                <c:v>16.12</c:v>
              </c:pt>
              <c:pt idx="2">
                <c:v>16.24</c:v>
              </c:pt>
              <c:pt idx="3">
                <c:v>16.36</c:v>
              </c:pt>
              <c:pt idx="4">
                <c:v>16.48</c:v>
              </c:pt>
              <c:pt idx="5">
                <c:v>16.6</c:v>
              </c:pt>
              <c:pt idx="6">
                <c:v>16.72</c:v>
              </c:pt>
              <c:pt idx="7">
                <c:v>16.84</c:v>
              </c:pt>
              <c:pt idx="8">
                <c:v>16.96</c:v>
              </c:pt>
              <c:pt idx="9">
                <c:v>17.08</c:v>
              </c:pt>
              <c:pt idx="10">
                <c:v>17.2</c:v>
              </c:pt>
              <c:pt idx="11">
                <c:v>17.32</c:v>
              </c:pt>
              <c:pt idx="12">
                <c:v>17.44</c:v>
              </c:pt>
              <c:pt idx="13">
                <c:v>17.56</c:v>
              </c:pt>
              <c:pt idx="14">
                <c:v>17.68</c:v>
              </c:pt>
              <c:pt idx="15">
                <c:v>17.8</c:v>
              </c:pt>
              <c:pt idx="16">
                <c:v>17.92</c:v>
              </c:pt>
              <c:pt idx="17">
                <c:v>18.04</c:v>
              </c:pt>
              <c:pt idx="18">
                <c:v>18.16</c:v>
              </c:pt>
              <c:pt idx="19">
                <c:v>18.28</c:v>
              </c:pt>
              <c:pt idx="20">
                <c:v>18.4</c:v>
              </c:pt>
              <c:pt idx="21">
                <c:v>18.52</c:v>
              </c:pt>
              <c:pt idx="22">
                <c:v>18.64</c:v>
              </c:pt>
              <c:pt idx="23">
                <c:v>18.759999999999998</c:v>
              </c:pt>
              <c:pt idx="24">
                <c:v>18.88</c:v>
              </c:pt>
              <c:pt idx="25">
                <c:v>19</c:v>
              </c:pt>
              <c:pt idx="26">
                <c:v>19.12</c:v>
              </c:pt>
              <c:pt idx="27">
                <c:v>19.240000000000002</c:v>
              </c:pt>
              <c:pt idx="28">
                <c:v>19.36</c:v>
              </c:pt>
              <c:pt idx="29">
                <c:v>19.48</c:v>
              </c:pt>
              <c:pt idx="30">
                <c:v>19.6</c:v>
              </c:pt>
              <c:pt idx="31">
                <c:v>19.72</c:v>
              </c:pt>
              <c:pt idx="32">
                <c:v>19.84</c:v>
              </c:pt>
              <c:pt idx="33">
                <c:v>19.96</c:v>
              </c:pt>
              <c:pt idx="34">
                <c:v>20.08</c:v>
              </c:pt>
              <c:pt idx="35">
                <c:v>20.2</c:v>
              </c:pt>
              <c:pt idx="36">
                <c:v>20.32</c:v>
              </c:pt>
              <c:pt idx="37">
                <c:v>20.44</c:v>
              </c:pt>
              <c:pt idx="38">
                <c:v>20.56</c:v>
              </c:pt>
              <c:pt idx="39">
                <c:v>20.68</c:v>
              </c:pt>
              <c:pt idx="40">
                <c:v>20.8</c:v>
              </c:pt>
              <c:pt idx="41">
                <c:v>20.92</c:v>
              </c:pt>
              <c:pt idx="42">
                <c:v>21.04</c:v>
              </c:pt>
              <c:pt idx="43">
                <c:v>21.16</c:v>
              </c:pt>
              <c:pt idx="44">
                <c:v>21.28</c:v>
              </c:pt>
              <c:pt idx="45">
                <c:v>21.4</c:v>
              </c:pt>
              <c:pt idx="46">
                <c:v>21.52</c:v>
              </c:pt>
              <c:pt idx="47">
                <c:v>21.64</c:v>
              </c:pt>
              <c:pt idx="48">
                <c:v>21.759999999999998</c:v>
              </c:pt>
              <c:pt idx="49">
                <c:v>21.88</c:v>
              </c:pt>
              <c:pt idx="50">
                <c:v>22</c:v>
              </c:pt>
              <c:pt idx="51">
                <c:v>22.12</c:v>
              </c:pt>
              <c:pt idx="52">
                <c:v>22.240000000000002</c:v>
              </c:pt>
              <c:pt idx="53">
                <c:v>22.36</c:v>
              </c:pt>
              <c:pt idx="54">
                <c:v>22.48</c:v>
              </c:pt>
              <c:pt idx="55">
                <c:v>22.6</c:v>
              </c:pt>
              <c:pt idx="56">
                <c:v>22.72</c:v>
              </c:pt>
              <c:pt idx="57">
                <c:v>22.84</c:v>
              </c:pt>
              <c:pt idx="58">
                <c:v>22.96</c:v>
              </c:pt>
              <c:pt idx="59">
                <c:v>23.08</c:v>
              </c:pt>
              <c:pt idx="60">
                <c:v>23.2</c:v>
              </c:pt>
              <c:pt idx="61">
                <c:v>23.32</c:v>
              </c:pt>
              <c:pt idx="62">
                <c:v>23.44</c:v>
              </c:pt>
              <c:pt idx="63">
                <c:v>23.56</c:v>
              </c:pt>
              <c:pt idx="64">
                <c:v>23.68</c:v>
              </c:pt>
              <c:pt idx="65">
                <c:v>23.8</c:v>
              </c:pt>
              <c:pt idx="66">
                <c:v>23.92</c:v>
              </c:pt>
              <c:pt idx="67">
                <c:v>24.04</c:v>
              </c:pt>
              <c:pt idx="68">
                <c:v>24.16</c:v>
              </c:pt>
              <c:pt idx="69">
                <c:v>24.28</c:v>
              </c:pt>
              <c:pt idx="70">
                <c:v>24.4</c:v>
              </c:pt>
              <c:pt idx="71">
                <c:v>24.52</c:v>
              </c:pt>
              <c:pt idx="72">
                <c:v>24.64</c:v>
              </c:pt>
              <c:pt idx="73">
                <c:v>24.759999999999998</c:v>
              </c:pt>
              <c:pt idx="74">
                <c:v>24.880000000000003</c:v>
              </c:pt>
              <c:pt idx="75">
                <c:v>25</c:v>
              </c:pt>
              <c:pt idx="76">
                <c:v>25.119999999999997</c:v>
              </c:pt>
              <c:pt idx="77">
                <c:v>25.240000000000002</c:v>
              </c:pt>
              <c:pt idx="78">
                <c:v>25.36</c:v>
              </c:pt>
              <c:pt idx="79">
                <c:v>25.48</c:v>
              </c:pt>
              <c:pt idx="80">
                <c:v>25.6</c:v>
              </c:pt>
              <c:pt idx="81">
                <c:v>25.72</c:v>
              </c:pt>
              <c:pt idx="82">
                <c:v>25.84</c:v>
              </c:pt>
              <c:pt idx="83">
                <c:v>25.96</c:v>
              </c:pt>
              <c:pt idx="84">
                <c:v>26.08</c:v>
              </c:pt>
              <c:pt idx="85">
                <c:v>26.2</c:v>
              </c:pt>
              <c:pt idx="86">
                <c:v>26.32</c:v>
              </c:pt>
              <c:pt idx="87">
                <c:v>26.439999999999998</c:v>
              </c:pt>
              <c:pt idx="88">
                <c:v>26.560000000000002</c:v>
              </c:pt>
              <c:pt idx="89">
                <c:v>26.68</c:v>
              </c:pt>
              <c:pt idx="90">
                <c:v>26.8</c:v>
              </c:pt>
              <c:pt idx="91">
                <c:v>26.92</c:v>
              </c:pt>
              <c:pt idx="92">
                <c:v>27.04</c:v>
              </c:pt>
              <c:pt idx="93">
                <c:v>27.16</c:v>
              </c:pt>
              <c:pt idx="94">
                <c:v>27.28</c:v>
              </c:pt>
              <c:pt idx="95">
                <c:v>27.4</c:v>
              </c:pt>
              <c:pt idx="96">
                <c:v>27.52</c:v>
              </c:pt>
              <c:pt idx="97">
                <c:v>27.64</c:v>
              </c:pt>
              <c:pt idx="98">
                <c:v>27.759999999999998</c:v>
              </c:pt>
              <c:pt idx="99">
                <c:v>27.880000000000003</c:v>
              </c:pt>
              <c:pt idx="100">
                <c:v>28</c:v>
              </c:pt>
            </c:numLit>
          </c:xVal>
          <c:yVal>
            <c:numLit>
              <c:formatCode>General</c:formatCode>
              <c:ptCount val="101"/>
              <c:pt idx="0">
                <c:v>0</c:v>
              </c:pt>
              <c:pt idx="1">
                <c:v>0.020000000000000167</c:v>
              </c:pt>
              <c:pt idx="2">
                <c:v>0.03999999999999974</c:v>
              </c:pt>
              <c:pt idx="3">
                <c:v>0.05999999999999991</c:v>
              </c:pt>
              <c:pt idx="4">
                <c:v>0.08000000000000007</c:v>
              </c:pt>
              <c:pt idx="5">
                <c:v>0.10000000000000024</c:v>
              </c:pt>
              <c:pt idx="6">
                <c:v>0.11999999999999982</c:v>
              </c:pt>
              <c:pt idx="7">
                <c:v>0.13999999999999999</c:v>
              </c:pt>
              <c:pt idx="8">
                <c:v>0.16000000000000014</c:v>
              </c:pt>
              <c:pt idx="9">
                <c:v>0.17999999999999972</c:v>
              </c:pt>
              <c:pt idx="10">
                <c:v>0.19999999999999987</c:v>
              </c:pt>
              <c:pt idx="11">
                <c:v>0.22000000000000006</c:v>
              </c:pt>
              <c:pt idx="12">
                <c:v>0.2400000000000002</c:v>
              </c:pt>
              <c:pt idx="13">
                <c:v>0.2599999999999998</c:v>
              </c:pt>
              <c:pt idx="14">
                <c:v>0.27999999999999997</c:v>
              </c:pt>
              <c:pt idx="15">
                <c:v>0.3000000000000001</c:v>
              </c:pt>
              <c:pt idx="16">
                <c:v>0.3200000000000003</c:v>
              </c:pt>
              <c:pt idx="17">
                <c:v>0.33999999999999986</c:v>
              </c:pt>
              <c:pt idx="18">
                <c:v>0.36000000000000004</c:v>
              </c:pt>
              <c:pt idx="19">
                <c:v>0.38000000000000017</c:v>
              </c:pt>
              <c:pt idx="20">
                <c:v>0.39999999999999974</c:v>
              </c:pt>
              <c:pt idx="21">
                <c:v>0.41999999999999993</c:v>
              </c:pt>
              <c:pt idx="22">
                <c:v>0.4400000000000001</c:v>
              </c:pt>
              <c:pt idx="23">
                <c:v>0.4599999999999997</c:v>
              </c:pt>
              <c:pt idx="24">
                <c:v>0.4799999999999998</c:v>
              </c:pt>
              <c:pt idx="25">
                <c:v>0.5</c:v>
              </c:pt>
              <c:pt idx="26">
                <c:v>0.5200000000000001</c:v>
              </c:pt>
              <c:pt idx="27">
                <c:v>0.5400000000000004</c:v>
              </c:pt>
              <c:pt idx="28">
                <c:v>0.5599999999999999</c:v>
              </c:pt>
              <c:pt idx="29">
                <c:v>0.5800000000000001</c:v>
              </c:pt>
              <c:pt idx="30">
                <c:v>0.6000000000000002</c:v>
              </c:pt>
              <c:pt idx="31">
                <c:v>0.6199999999999998</c:v>
              </c:pt>
              <c:pt idx="32">
                <c:v>0.64</c:v>
              </c:pt>
              <c:pt idx="33">
                <c:v>0.6600000000000001</c:v>
              </c:pt>
              <c:pt idx="34">
                <c:v>0.6799999999999997</c:v>
              </c:pt>
              <c:pt idx="35">
                <c:v>0.6999999999999998</c:v>
              </c:pt>
              <c:pt idx="36">
                <c:v>0.7200000000000001</c:v>
              </c:pt>
              <c:pt idx="37">
                <c:v>0.7400000000000002</c:v>
              </c:pt>
              <c:pt idx="38">
                <c:v>0.7599999999999998</c:v>
              </c:pt>
              <c:pt idx="39">
                <c:v>0.7799999999999999</c:v>
              </c:pt>
              <c:pt idx="40">
                <c:v>0.8000000000000002</c:v>
              </c:pt>
              <c:pt idx="41">
                <c:v>0.8200000000000003</c:v>
              </c:pt>
              <c:pt idx="42">
                <c:v>0.8399999999999999</c:v>
              </c:pt>
              <c:pt idx="43">
                <c:v>0.86</c:v>
              </c:pt>
              <c:pt idx="44">
                <c:v>0.8800000000000002</c:v>
              </c:pt>
              <c:pt idx="45">
                <c:v>0.8999999999999998</c:v>
              </c:pt>
              <c:pt idx="46">
                <c:v>0.9199999999999999</c:v>
              </c:pt>
              <c:pt idx="47">
                <c:v>0.9400000000000001</c:v>
              </c:pt>
              <c:pt idx="48">
                <c:v>0.9599999999999996</c:v>
              </c:pt>
              <c:pt idx="49">
                <c:v>0.9799999999999999</c:v>
              </c:pt>
              <c:pt idx="50">
                <c:v>1</c:v>
              </c:pt>
              <c:pt idx="51">
                <c:v>0.9799999999999999</c:v>
              </c:pt>
              <c:pt idx="52">
                <c:v>0.9599999999999996</c:v>
              </c:pt>
              <c:pt idx="53">
                <c:v>0.9400000000000001</c:v>
              </c:pt>
              <c:pt idx="54">
                <c:v>0.9199999999999999</c:v>
              </c:pt>
              <c:pt idx="55">
                <c:v>0.8999999999999998</c:v>
              </c:pt>
              <c:pt idx="56">
                <c:v>0.8800000000000002</c:v>
              </c:pt>
              <c:pt idx="57">
                <c:v>0.86</c:v>
              </c:pt>
              <c:pt idx="58">
                <c:v>0.8399999999999999</c:v>
              </c:pt>
              <c:pt idx="59">
                <c:v>0.8200000000000003</c:v>
              </c:pt>
              <c:pt idx="60">
                <c:v>0.8000000000000002</c:v>
              </c:pt>
              <c:pt idx="61">
                <c:v>0.7799999999999999</c:v>
              </c:pt>
              <c:pt idx="62">
                <c:v>0.7599999999999998</c:v>
              </c:pt>
              <c:pt idx="63">
                <c:v>0.7400000000000002</c:v>
              </c:pt>
              <c:pt idx="64">
                <c:v>0.7200000000000001</c:v>
              </c:pt>
              <c:pt idx="65">
                <c:v>0.6999999999999998</c:v>
              </c:pt>
              <c:pt idx="66">
                <c:v>0.6799999999999997</c:v>
              </c:pt>
              <c:pt idx="67">
                <c:v>0.6600000000000001</c:v>
              </c:pt>
              <c:pt idx="68">
                <c:v>0.64</c:v>
              </c:pt>
              <c:pt idx="69">
                <c:v>0.6199999999999998</c:v>
              </c:pt>
              <c:pt idx="70">
                <c:v>0.6000000000000002</c:v>
              </c:pt>
              <c:pt idx="71">
                <c:v>0.5800000000000001</c:v>
              </c:pt>
              <c:pt idx="72">
                <c:v>0.5599999999999999</c:v>
              </c:pt>
              <c:pt idx="73">
                <c:v>0.5400000000000004</c:v>
              </c:pt>
              <c:pt idx="74">
                <c:v>0.5199999999999996</c:v>
              </c:pt>
              <c:pt idx="75">
                <c:v>0.5</c:v>
              </c:pt>
              <c:pt idx="76">
                <c:v>0.4800000000000004</c:v>
              </c:pt>
              <c:pt idx="77">
                <c:v>0.4599999999999997</c:v>
              </c:pt>
              <c:pt idx="78">
                <c:v>0.4400000000000001</c:v>
              </c:pt>
              <c:pt idx="79">
                <c:v>0.41999999999999993</c:v>
              </c:pt>
              <c:pt idx="80">
                <c:v>0.39999999999999974</c:v>
              </c:pt>
              <c:pt idx="81">
                <c:v>0.38000000000000017</c:v>
              </c:pt>
              <c:pt idx="82">
                <c:v>0.36000000000000004</c:v>
              </c:pt>
              <c:pt idx="83">
                <c:v>0.33999999999999986</c:v>
              </c:pt>
              <c:pt idx="84">
                <c:v>0.3200000000000003</c:v>
              </c:pt>
              <c:pt idx="85">
                <c:v>0.3000000000000001</c:v>
              </c:pt>
              <c:pt idx="86">
                <c:v>0.27999999999999997</c:v>
              </c:pt>
              <c:pt idx="87">
                <c:v>0.2600000000000004</c:v>
              </c:pt>
              <c:pt idx="88">
                <c:v>0.23999999999999963</c:v>
              </c:pt>
              <c:pt idx="89">
                <c:v>0.22000000000000006</c:v>
              </c:pt>
              <c:pt idx="90">
                <c:v>0.19999999999999987</c:v>
              </c:pt>
              <c:pt idx="91">
                <c:v>0.17999999999999972</c:v>
              </c:pt>
              <c:pt idx="92">
                <c:v>0.16000000000000014</c:v>
              </c:pt>
              <c:pt idx="93">
                <c:v>0.13999999999999999</c:v>
              </c:pt>
              <c:pt idx="94">
                <c:v>0.11999999999999982</c:v>
              </c:pt>
              <c:pt idx="95">
                <c:v>0.10000000000000024</c:v>
              </c:pt>
              <c:pt idx="96">
                <c:v>0.08000000000000007</c:v>
              </c:pt>
              <c:pt idx="97">
                <c:v>0.05999999999999991</c:v>
              </c:pt>
              <c:pt idx="98">
                <c:v>0.040000000000000334</c:v>
              </c:pt>
              <c:pt idx="99">
                <c:v>0.019999999999999574</c:v>
              </c:pt>
              <c:pt idx="100">
                <c:v>0</c:v>
              </c:pt>
            </c:numLit>
          </c:yVal>
        </c:ser>
        <c:ser>
          <c:idx val="1"/>
          <c:order val="1"/>
          <c:tx>
            <c:v>Caliente</c:v>
          </c:tx>
          <c:spPr>
            <a:ln xmlns:a="http://schemas.openxmlformats.org/drawingml/2006/main" w="28575">
              <a:solidFill>
                <a:srgbClr val="D96B18"/>
              </a:solidFill>
            </a:ln>
          </c:spPr>
          <c:marker>
            <c:symbol val="none"/>
            <c:size val="5"/>
          </c:marker>
          <c:xVal>
            <c:numLit>
              <c:formatCode>General</c:formatCode>
              <c:ptCount val="101"/>
              <c:pt idx="0">
                <c:v>16</c:v>
              </c:pt>
              <c:pt idx="1">
                <c:v>16.12</c:v>
              </c:pt>
              <c:pt idx="2">
                <c:v>16.24</c:v>
              </c:pt>
              <c:pt idx="3">
                <c:v>16.36</c:v>
              </c:pt>
              <c:pt idx="4">
                <c:v>16.48</c:v>
              </c:pt>
              <c:pt idx="5">
                <c:v>16.6</c:v>
              </c:pt>
              <c:pt idx="6">
                <c:v>16.72</c:v>
              </c:pt>
              <c:pt idx="7">
                <c:v>16.84</c:v>
              </c:pt>
              <c:pt idx="8">
                <c:v>16.96</c:v>
              </c:pt>
              <c:pt idx="9">
                <c:v>17.08</c:v>
              </c:pt>
              <c:pt idx="10">
                <c:v>17.2</c:v>
              </c:pt>
              <c:pt idx="11">
                <c:v>17.32</c:v>
              </c:pt>
              <c:pt idx="12">
                <c:v>17.44</c:v>
              </c:pt>
              <c:pt idx="13">
                <c:v>17.56</c:v>
              </c:pt>
              <c:pt idx="14">
                <c:v>17.68</c:v>
              </c:pt>
              <c:pt idx="15">
                <c:v>17.8</c:v>
              </c:pt>
              <c:pt idx="16">
                <c:v>17.92</c:v>
              </c:pt>
              <c:pt idx="17">
                <c:v>18.04</c:v>
              </c:pt>
              <c:pt idx="18">
                <c:v>18.16</c:v>
              </c:pt>
              <c:pt idx="19">
                <c:v>18.28</c:v>
              </c:pt>
              <c:pt idx="20">
                <c:v>18.4</c:v>
              </c:pt>
              <c:pt idx="21">
                <c:v>18.52</c:v>
              </c:pt>
              <c:pt idx="22">
                <c:v>18.64</c:v>
              </c:pt>
              <c:pt idx="23">
                <c:v>18.759999999999998</c:v>
              </c:pt>
              <c:pt idx="24">
                <c:v>18.88</c:v>
              </c:pt>
              <c:pt idx="25">
                <c:v>19</c:v>
              </c:pt>
              <c:pt idx="26">
                <c:v>19.12</c:v>
              </c:pt>
              <c:pt idx="27">
                <c:v>19.240000000000002</c:v>
              </c:pt>
              <c:pt idx="28">
                <c:v>19.36</c:v>
              </c:pt>
              <c:pt idx="29">
                <c:v>19.48</c:v>
              </c:pt>
              <c:pt idx="30">
                <c:v>19.6</c:v>
              </c:pt>
              <c:pt idx="31">
                <c:v>19.72</c:v>
              </c:pt>
              <c:pt idx="32">
                <c:v>19.84</c:v>
              </c:pt>
              <c:pt idx="33">
                <c:v>19.96</c:v>
              </c:pt>
              <c:pt idx="34">
                <c:v>20.08</c:v>
              </c:pt>
              <c:pt idx="35">
                <c:v>20.2</c:v>
              </c:pt>
              <c:pt idx="36">
                <c:v>20.32</c:v>
              </c:pt>
              <c:pt idx="37">
                <c:v>20.44</c:v>
              </c:pt>
              <c:pt idx="38">
                <c:v>20.56</c:v>
              </c:pt>
              <c:pt idx="39">
                <c:v>20.68</c:v>
              </c:pt>
              <c:pt idx="40">
                <c:v>20.8</c:v>
              </c:pt>
              <c:pt idx="41">
                <c:v>20.92</c:v>
              </c:pt>
              <c:pt idx="42">
                <c:v>21.04</c:v>
              </c:pt>
              <c:pt idx="43">
                <c:v>21.16</c:v>
              </c:pt>
              <c:pt idx="44">
                <c:v>21.28</c:v>
              </c:pt>
              <c:pt idx="45">
                <c:v>21.4</c:v>
              </c:pt>
              <c:pt idx="46">
                <c:v>21.52</c:v>
              </c:pt>
              <c:pt idx="47">
                <c:v>21.64</c:v>
              </c:pt>
              <c:pt idx="48">
                <c:v>21.759999999999998</c:v>
              </c:pt>
              <c:pt idx="49">
                <c:v>21.88</c:v>
              </c:pt>
              <c:pt idx="50">
                <c:v>22</c:v>
              </c:pt>
              <c:pt idx="51">
                <c:v>22.12</c:v>
              </c:pt>
              <c:pt idx="52">
                <c:v>22.240000000000002</c:v>
              </c:pt>
              <c:pt idx="53">
                <c:v>22.36</c:v>
              </c:pt>
              <c:pt idx="54">
                <c:v>22.48</c:v>
              </c:pt>
              <c:pt idx="55">
                <c:v>22.6</c:v>
              </c:pt>
              <c:pt idx="56">
                <c:v>22.72</c:v>
              </c:pt>
              <c:pt idx="57">
                <c:v>22.84</c:v>
              </c:pt>
              <c:pt idx="58">
                <c:v>22.96</c:v>
              </c:pt>
              <c:pt idx="59">
                <c:v>23.08</c:v>
              </c:pt>
              <c:pt idx="60">
                <c:v>23.2</c:v>
              </c:pt>
              <c:pt idx="61">
                <c:v>23.32</c:v>
              </c:pt>
              <c:pt idx="62">
                <c:v>23.44</c:v>
              </c:pt>
              <c:pt idx="63">
                <c:v>23.56</c:v>
              </c:pt>
              <c:pt idx="64">
                <c:v>23.68</c:v>
              </c:pt>
              <c:pt idx="65">
                <c:v>23.8</c:v>
              </c:pt>
              <c:pt idx="66">
                <c:v>23.92</c:v>
              </c:pt>
              <c:pt idx="67">
                <c:v>24.04</c:v>
              </c:pt>
              <c:pt idx="68">
                <c:v>24.16</c:v>
              </c:pt>
              <c:pt idx="69">
                <c:v>24.28</c:v>
              </c:pt>
              <c:pt idx="70">
                <c:v>24.4</c:v>
              </c:pt>
              <c:pt idx="71">
                <c:v>24.52</c:v>
              </c:pt>
              <c:pt idx="72">
                <c:v>24.64</c:v>
              </c:pt>
              <c:pt idx="73">
                <c:v>24.759999999999998</c:v>
              </c:pt>
              <c:pt idx="74">
                <c:v>24.880000000000003</c:v>
              </c:pt>
              <c:pt idx="75">
                <c:v>25</c:v>
              </c:pt>
              <c:pt idx="76">
                <c:v>25.119999999999997</c:v>
              </c:pt>
              <c:pt idx="77">
                <c:v>25.240000000000002</c:v>
              </c:pt>
              <c:pt idx="78">
                <c:v>25.36</c:v>
              </c:pt>
              <c:pt idx="79">
                <c:v>25.48</c:v>
              </c:pt>
              <c:pt idx="80">
                <c:v>25.6</c:v>
              </c:pt>
              <c:pt idx="81">
                <c:v>25.72</c:v>
              </c:pt>
              <c:pt idx="82">
                <c:v>25.84</c:v>
              </c:pt>
              <c:pt idx="83">
                <c:v>25.96</c:v>
              </c:pt>
              <c:pt idx="84">
                <c:v>26.08</c:v>
              </c:pt>
              <c:pt idx="85">
                <c:v>26.2</c:v>
              </c:pt>
              <c:pt idx="86">
                <c:v>26.32</c:v>
              </c:pt>
              <c:pt idx="87">
                <c:v>26.439999999999998</c:v>
              </c:pt>
              <c:pt idx="88">
                <c:v>26.560000000000002</c:v>
              </c:pt>
              <c:pt idx="89">
                <c:v>26.68</c:v>
              </c:pt>
              <c:pt idx="90">
                <c:v>26.8</c:v>
              </c:pt>
              <c:pt idx="91">
                <c:v>26.92</c:v>
              </c:pt>
              <c:pt idx="92">
                <c:v>27.04</c:v>
              </c:pt>
              <c:pt idx="93">
                <c:v>27.16</c:v>
              </c:pt>
              <c:pt idx="94">
                <c:v>27.28</c:v>
              </c:pt>
              <c:pt idx="95">
                <c:v>27.4</c:v>
              </c:pt>
              <c:pt idx="96">
                <c:v>27.52</c:v>
              </c:pt>
              <c:pt idx="97">
                <c:v>27.64</c:v>
              </c:pt>
              <c:pt idx="98">
                <c:v>27.759999999999998</c:v>
              </c:pt>
              <c:pt idx="99">
                <c:v>27.880000000000003</c:v>
              </c:pt>
              <c:pt idx="100">
                <c:v>28</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0.020000000000000167</c:v>
              </c:pt>
              <c:pt idx="52">
                <c:v>0.040000000000000334</c:v>
              </c:pt>
              <c:pt idx="53">
                <c:v>0.05999999999999991</c:v>
              </c:pt>
              <c:pt idx="54">
                <c:v>0.08000000000000007</c:v>
              </c:pt>
              <c:pt idx="55">
                <c:v>0.10000000000000024</c:v>
              </c:pt>
              <c:pt idx="56">
                <c:v>0.11999999999999982</c:v>
              </c:pt>
              <c:pt idx="57">
                <c:v>0.13999999999999999</c:v>
              </c:pt>
              <c:pt idx="58">
                <c:v>0.16000000000000014</c:v>
              </c:pt>
              <c:pt idx="59">
                <c:v>0.17999999999999972</c:v>
              </c:pt>
              <c:pt idx="60">
                <c:v>0.19999999999999987</c:v>
              </c:pt>
              <c:pt idx="61">
                <c:v>0.22000000000000006</c:v>
              </c:pt>
              <c:pt idx="62">
                <c:v>0.2400000000000002</c:v>
              </c:pt>
              <c:pt idx="63">
                <c:v>0.2599999999999998</c:v>
              </c:pt>
              <c:pt idx="64">
                <c:v>0.27999999999999997</c:v>
              </c:pt>
              <c:pt idx="65">
                <c:v>0.3000000000000001</c:v>
              </c:pt>
              <c:pt idx="66">
                <c:v>0.3200000000000003</c:v>
              </c:pt>
              <c:pt idx="67">
                <c:v>0.33999999999999986</c:v>
              </c:pt>
              <c:pt idx="68">
                <c:v>0.36000000000000004</c:v>
              </c:pt>
              <c:pt idx="69">
                <c:v>0.38000000000000017</c:v>
              </c:pt>
              <c:pt idx="70">
                <c:v>0.39999999999999974</c:v>
              </c:pt>
              <c:pt idx="71">
                <c:v>0.41999999999999993</c:v>
              </c:pt>
              <c:pt idx="72">
                <c:v>0.4400000000000001</c:v>
              </c:pt>
              <c:pt idx="73">
                <c:v>0.4599999999999997</c:v>
              </c:pt>
              <c:pt idx="74">
                <c:v>0.4800000000000004</c:v>
              </c:pt>
              <c:pt idx="75">
                <c:v>0.5</c:v>
              </c:pt>
              <c:pt idx="76">
                <c:v>0.5199999999999996</c:v>
              </c:pt>
              <c:pt idx="77">
                <c:v>0.5400000000000004</c:v>
              </c:pt>
              <c:pt idx="78">
                <c:v>0.5599999999999999</c:v>
              </c:pt>
              <c:pt idx="79">
                <c:v>0.5800000000000001</c:v>
              </c:pt>
              <c:pt idx="80">
                <c:v>0.6000000000000002</c:v>
              </c:pt>
              <c:pt idx="81">
                <c:v>0.6199999999999998</c:v>
              </c:pt>
              <c:pt idx="82">
                <c:v>0.64</c:v>
              </c:pt>
              <c:pt idx="83">
                <c:v>0.6600000000000001</c:v>
              </c:pt>
              <c:pt idx="84">
                <c:v>0.6799999999999997</c:v>
              </c:pt>
              <c:pt idx="85">
                <c:v>0.6999999999999998</c:v>
              </c:pt>
              <c:pt idx="86">
                <c:v>0.7200000000000001</c:v>
              </c:pt>
              <c:pt idx="87">
                <c:v>0.7399999999999997</c:v>
              </c:pt>
              <c:pt idx="88">
                <c:v>0.7600000000000003</c:v>
              </c:pt>
              <c:pt idx="89">
                <c:v>0.7799999999999999</c:v>
              </c:pt>
              <c:pt idx="90">
                <c:v>0.8000000000000002</c:v>
              </c:pt>
              <c:pt idx="91">
                <c:v>0.8200000000000003</c:v>
              </c:pt>
              <c:pt idx="92">
                <c:v>0.8399999999999999</c:v>
              </c:pt>
              <c:pt idx="93">
                <c:v>0.86</c:v>
              </c:pt>
              <c:pt idx="94">
                <c:v>0.8800000000000002</c:v>
              </c:pt>
              <c:pt idx="95">
                <c:v>0.8999999999999998</c:v>
              </c:pt>
              <c:pt idx="96">
                <c:v>0.9199999999999999</c:v>
              </c:pt>
              <c:pt idx="97">
                <c:v>0.9400000000000001</c:v>
              </c:pt>
              <c:pt idx="98">
                <c:v>0.9599999999999996</c:v>
              </c:pt>
              <c:pt idx="99">
                <c:v>0.9800000000000004</c:v>
              </c:pt>
              <c:pt idx="100">
                <c:v>1</c:v>
              </c:pt>
            </c:numLit>
          </c:yVal>
        </c:ser>
        <c:ser>
          <c:idx val="2"/>
          <c:order val="2"/>
          <c:tx>
            <c:v>Lectura</c:v>
          </c:tx>
          <c:spPr>
            <a:ln xmlns:a="http://schemas.openxmlformats.org/drawingml/2006/main" w="28575">
              <a:solidFill>
                <a:srgbClr val="73808A"/>
              </a:solidFill>
            </a:ln>
          </c:spPr>
          <c:marker>
            <c:symbol val="none"/>
            <c:size val="5"/>
          </c:marker>
          <c:xVal>
            <c:numLit>
              <c:formatCode>General</c:formatCode>
              <c:ptCount val="2"/>
              <c:pt idx="0">
                <c:v>25</c:v>
              </c:pt>
              <c:pt idx="1">
                <c:v>25</c:v>
              </c:pt>
            </c:numLit>
          </c:xVal>
          <c:yVal>
            <c:numLit>
              <c:formatCode>General</c:formatCode>
              <c:ptCount val="2"/>
              <c:pt idx="0">
                <c:v>0</c:v>
              </c:pt>
              <c:pt idx="1">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28"/>
          <c:min val="16"/>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9.xml><?xml version="1.0" encoding="utf-8"?>
<c:chartSpace xmlns:c="http://schemas.openxmlformats.org/drawingml/2006/chart">
  <c:lang val="en-US"/>
  <c:chart>
    <c:plotArea>
      <c:scatterChart>
        <c:ser>
          <c:idx val="0"/>
          <c:order val="0"/>
          <c:tx>
            <c:v>N</c:v>
          </c:tx>
          <c:spPr>
            <a:ln xmlns:a="http://schemas.openxmlformats.org/drawingml/2006/main" w="28575">
              <a:solidFill>
                <a:srgbClr val="2162A0"/>
              </a:solidFill>
            </a:ln>
          </c:spPr>
          <c:marker>
            <c:symbol val="none"/>
            <c:size val="5"/>
          </c:marker>
          <c:xVal>
            <c:numLit>
              <c:formatCode>General</c:formatCode>
              <c:ptCount val="101"/>
              <c:pt idx="0">
                <c:v>-4</c:v>
              </c:pt>
              <c:pt idx="1">
                <c:v>-3.92</c:v>
              </c:pt>
              <c:pt idx="2">
                <c:v>-3.84</c:v>
              </c:pt>
              <c:pt idx="3">
                <c:v>-3.76</c:v>
              </c:pt>
              <c:pt idx="4">
                <c:v>-3.68</c:v>
              </c:pt>
              <c:pt idx="5">
                <c:v>-3.6</c:v>
              </c:pt>
              <c:pt idx="6">
                <c:v>-3.52</c:v>
              </c:pt>
              <c:pt idx="7">
                <c:v>-3.44</c:v>
              </c:pt>
              <c:pt idx="8">
                <c:v>-3.36</c:v>
              </c:pt>
              <c:pt idx="9">
                <c:v>-3.2800000000000002</c:v>
              </c:pt>
              <c:pt idx="10">
                <c:v>-3.2</c:v>
              </c:pt>
              <c:pt idx="11">
                <c:v>-3.12</c:v>
              </c:pt>
              <c:pt idx="12">
                <c:v>-3.04</c:v>
              </c:pt>
              <c:pt idx="13">
                <c:v>-2.96</c:v>
              </c:pt>
              <c:pt idx="14">
                <c:v>-2.88</c:v>
              </c:pt>
              <c:pt idx="15">
                <c:v>-2.8</c:v>
              </c:pt>
              <c:pt idx="16">
                <c:v>-2.7199999999999998</c:v>
              </c:pt>
              <c:pt idx="17">
                <c:v>-2.6399999999999997</c:v>
              </c:pt>
              <c:pt idx="18">
                <c:v>-2.56</c:v>
              </c:pt>
              <c:pt idx="19">
                <c:v>-2.48</c:v>
              </c:pt>
              <c:pt idx="20">
                <c:v>-2.4</c:v>
              </c:pt>
              <c:pt idx="21">
                <c:v>-2.3200000000000003</c:v>
              </c:pt>
              <c:pt idx="22">
                <c:v>-2.24</c:v>
              </c:pt>
              <c:pt idx="23">
                <c:v>-2.16</c:v>
              </c:pt>
              <c:pt idx="24">
                <c:v>-2.08</c:v>
              </c:pt>
              <c:pt idx="25">
                <c:v>-2</c:v>
              </c:pt>
              <c:pt idx="26">
                <c:v>-1.92</c:v>
              </c:pt>
              <c:pt idx="27">
                <c:v>-1.8399999999999999</c:v>
              </c:pt>
              <c:pt idx="28">
                <c:v>-1.7599999999999998</c:v>
              </c:pt>
              <c:pt idx="29">
                <c:v>-1.6800000000000002</c:v>
              </c:pt>
              <c:pt idx="30">
                <c:v>-1.6</c:v>
              </c:pt>
              <c:pt idx="31">
                <c:v>-1.52</c:v>
              </c:pt>
              <c:pt idx="32">
                <c:v>-1.44</c:v>
              </c:pt>
              <c:pt idx="33">
                <c:v>-1.3599999999999999</c:v>
              </c:pt>
              <c:pt idx="34">
                <c:v>-1.2799999999999998</c:v>
              </c:pt>
              <c:pt idx="35">
                <c:v>-1.2000000000000002</c:v>
              </c:pt>
              <c:pt idx="36">
                <c:v>-1.12</c:v>
              </c:pt>
              <c:pt idx="37">
                <c:v>-1.04</c:v>
              </c:pt>
              <c:pt idx="38">
                <c:v>-0.96</c:v>
              </c:pt>
              <c:pt idx="39">
                <c:v>-0.8799999999999999</c:v>
              </c:pt>
              <c:pt idx="40">
                <c:v>-0.7999999999999998</c:v>
              </c:pt>
              <c:pt idx="41">
                <c:v>-0.7200000000000002</c:v>
              </c:pt>
              <c:pt idx="42">
                <c:v>-0.6400000000000001</c:v>
              </c:pt>
              <c:pt idx="43">
                <c:v>-0.56</c:v>
              </c:pt>
              <c:pt idx="44">
                <c:v>-0.48</c:v>
              </c:pt>
              <c:pt idx="45">
                <c:v>-0.3999999999999999</c:v>
              </c:pt>
              <c:pt idx="46">
                <c:v>-0.31999999999999984</c:v>
              </c:pt>
              <c:pt idx="47">
                <c:v>-0.2400000000000002</c:v>
              </c:pt>
              <c:pt idx="48">
                <c:v>-0.16000000000000014</c:v>
              </c:pt>
              <c:pt idx="49">
                <c:v>-0.08000000000000007</c:v>
              </c:pt>
              <c:pt idx="50">
                <c:v>0</c:v>
              </c:pt>
              <c:pt idx="51">
                <c:v>0.08000000000000007</c:v>
              </c:pt>
              <c:pt idx="52">
                <c:v>0.16000000000000014</c:v>
              </c:pt>
              <c:pt idx="53">
                <c:v>0.2400000000000002</c:v>
              </c:pt>
              <c:pt idx="54">
                <c:v>0.3200000000000003</c:v>
              </c:pt>
              <c:pt idx="55">
                <c:v>0.40000000000000036</c:v>
              </c:pt>
              <c:pt idx="56">
                <c:v>0.4800000000000004</c:v>
              </c:pt>
              <c:pt idx="57">
                <c:v>0.5599999999999996</c:v>
              </c:pt>
              <c:pt idx="58">
                <c:v>0.6399999999999997</c:v>
              </c:pt>
              <c:pt idx="59">
                <c:v>0.7199999999999998</c:v>
              </c:pt>
              <c:pt idx="60">
                <c:v>0.7999999999999998</c:v>
              </c:pt>
              <c:pt idx="61">
                <c:v>0.8799999999999999</c:v>
              </c:pt>
              <c:pt idx="62">
                <c:v>0.96</c:v>
              </c:pt>
              <c:pt idx="63">
                <c:v>1.04</c:v>
              </c:pt>
              <c:pt idx="64">
                <c:v>1.12</c:v>
              </c:pt>
              <c:pt idx="65">
                <c:v>1.2000000000000002</c:v>
              </c:pt>
              <c:pt idx="66">
                <c:v>1.2800000000000002</c:v>
              </c:pt>
              <c:pt idx="67">
                <c:v>1.3600000000000003</c:v>
              </c:pt>
              <c:pt idx="68">
                <c:v>1.4400000000000004</c:v>
              </c:pt>
              <c:pt idx="69">
                <c:v>1.5199999999999996</c:v>
              </c:pt>
              <c:pt idx="70">
                <c:v>1.5999999999999996</c:v>
              </c:pt>
              <c:pt idx="71">
                <c:v>1.6799999999999997</c:v>
              </c:pt>
              <c:pt idx="72">
                <c:v>1.7599999999999998</c:v>
              </c:pt>
              <c:pt idx="73">
                <c:v>1.8399999999999999</c:v>
              </c:pt>
              <c:pt idx="74">
                <c:v>1.92</c:v>
              </c:pt>
              <c:pt idx="75">
                <c:v>2</c:v>
              </c:pt>
              <c:pt idx="76">
                <c:v>2.08</c:v>
              </c:pt>
              <c:pt idx="77">
                <c:v>2.16</c:v>
              </c:pt>
              <c:pt idx="78">
                <c:v>2.24</c:v>
              </c:pt>
              <c:pt idx="79">
                <c:v>2.3200000000000003</c:v>
              </c:pt>
              <c:pt idx="80">
                <c:v>2.4000000000000004</c:v>
              </c:pt>
              <c:pt idx="81">
                <c:v>2.4800000000000004</c:v>
              </c:pt>
              <c:pt idx="82">
                <c:v>2.5599999999999996</c:v>
              </c:pt>
              <c:pt idx="83">
                <c:v>2.6399999999999997</c:v>
              </c:pt>
              <c:pt idx="84">
                <c:v>2.7199999999999998</c:v>
              </c:pt>
              <c:pt idx="85">
                <c:v>2.8</c:v>
              </c:pt>
              <c:pt idx="86">
                <c:v>2.88</c:v>
              </c:pt>
              <c:pt idx="87">
                <c:v>2.96</c:v>
              </c:pt>
              <c:pt idx="88">
                <c:v>3.04</c:v>
              </c:pt>
              <c:pt idx="89">
                <c:v>3.12</c:v>
              </c:pt>
              <c:pt idx="90">
                <c:v>3.2</c:v>
              </c:pt>
              <c:pt idx="91">
                <c:v>3.2800000000000002</c:v>
              </c:pt>
              <c:pt idx="92">
                <c:v>3.3600000000000003</c:v>
              </c:pt>
              <c:pt idx="93">
                <c:v>3.4400000000000004</c:v>
              </c:pt>
              <c:pt idx="94">
                <c:v>3.5199999999999996</c:v>
              </c:pt>
              <c:pt idx="95">
                <c:v>3.5999999999999996</c:v>
              </c:pt>
              <c:pt idx="96">
                <c:v>3.6799999999999997</c:v>
              </c:pt>
              <c:pt idx="97">
                <c:v>3.76</c:v>
              </c:pt>
              <c:pt idx="98">
                <c:v>3.84</c:v>
              </c:pt>
              <c:pt idx="99">
                <c:v>3.92</c:v>
              </c:pt>
              <c:pt idx="100">
                <c:v>4</c:v>
              </c:pt>
            </c:numLit>
          </c:xVal>
          <c:y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Z</c:v>
          </c:tx>
          <c:spPr>
            <a:ln xmlns:a="http://schemas.openxmlformats.org/drawingml/2006/main" w="28575">
              <a:solidFill>
                <a:srgbClr val="D96B18"/>
              </a:solidFill>
            </a:ln>
          </c:spPr>
          <c:marker>
            <c:symbol val="none"/>
            <c:size val="5"/>
          </c:marker>
          <c:xVal>
            <c:numLit>
              <c:formatCode>General</c:formatCode>
              <c:ptCount val="101"/>
              <c:pt idx="0">
                <c:v>-4</c:v>
              </c:pt>
              <c:pt idx="1">
                <c:v>-3.92</c:v>
              </c:pt>
              <c:pt idx="2">
                <c:v>-3.84</c:v>
              </c:pt>
              <c:pt idx="3">
                <c:v>-3.76</c:v>
              </c:pt>
              <c:pt idx="4">
                <c:v>-3.68</c:v>
              </c:pt>
              <c:pt idx="5">
                <c:v>-3.6</c:v>
              </c:pt>
              <c:pt idx="6">
                <c:v>-3.52</c:v>
              </c:pt>
              <c:pt idx="7">
                <c:v>-3.44</c:v>
              </c:pt>
              <c:pt idx="8">
                <c:v>-3.36</c:v>
              </c:pt>
              <c:pt idx="9">
                <c:v>-3.2800000000000002</c:v>
              </c:pt>
              <c:pt idx="10">
                <c:v>-3.2</c:v>
              </c:pt>
              <c:pt idx="11">
                <c:v>-3.12</c:v>
              </c:pt>
              <c:pt idx="12">
                <c:v>-3.04</c:v>
              </c:pt>
              <c:pt idx="13">
                <c:v>-2.96</c:v>
              </c:pt>
              <c:pt idx="14">
                <c:v>-2.88</c:v>
              </c:pt>
              <c:pt idx="15">
                <c:v>-2.8</c:v>
              </c:pt>
              <c:pt idx="16">
                <c:v>-2.7199999999999998</c:v>
              </c:pt>
              <c:pt idx="17">
                <c:v>-2.6399999999999997</c:v>
              </c:pt>
              <c:pt idx="18">
                <c:v>-2.56</c:v>
              </c:pt>
              <c:pt idx="19">
                <c:v>-2.48</c:v>
              </c:pt>
              <c:pt idx="20">
                <c:v>-2.4</c:v>
              </c:pt>
              <c:pt idx="21">
                <c:v>-2.3200000000000003</c:v>
              </c:pt>
              <c:pt idx="22">
                <c:v>-2.24</c:v>
              </c:pt>
              <c:pt idx="23">
                <c:v>-2.16</c:v>
              </c:pt>
              <c:pt idx="24">
                <c:v>-2.08</c:v>
              </c:pt>
              <c:pt idx="25">
                <c:v>-2</c:v>
              </c:pt>
              <c:pt idx="26">
                <c:v>-1.92</c:v>
              </c:pt>
              <c:pt idx="27">
                <c:v>-1.8399999999999999</c:v>
              </c:pt>
              <c:pt idx="28">
                <c:v>-1.7599999999999998</c:v>
              </c:pt>
              <c:pt idx="29">
                <c:v>-1.6800000000000002</c:v>
              </c:pt>
              <c:pt idx="30">
                <c:v>-1.6</c:v>
              </c:pt>
              <c:pt idx="31">
                <c:v>-1.52</c:v>
              </c:pt>
              <c:pt idx="32">
                <c:v>-1.44</c:v>
              </c:pt>
              <c:pt idx="33">
                <c:v>-1.3599999999999999</c:v>
              </c:pt>
              <c:pt idx="34">
                <c:v>-1.2799999999999998</c:v>
              </c:pt>
              <c:pt idx="35">
                <c:v>-1.2000000000000002</c:v>
              </c:pt>
              <c:pt idx="36">
                <c:v>-1.12</c:v>
              </c:pt>
              <c:pt idx="37">
                <c:v>-1.04</c:v>
              </c:pt>
              <c:pt idx="38">
                <c:v>-0.96</c:v>
              </c:pt>
              <c:pt idx="39">
                <c:v>-0.8799999999999999</c:v>
              </c:pt>
              <c:pt idx="40">
                <c:v>-0.7999999999999998</c:v>
              </c:pt>
              <c:pt idx="41">
                <c:v>-0.7200000000000002</c:v>
              </c:pt>
              <c:pt idx="42">
                <c:v>-0.6400000000000001</c:v>
              </c:pt>
              <c:pt idx="43">
                <c:v>-0.56</c:v>
              </c:pt>
              <c:pt idx="44">
                <c:v>-0.48</c:v>
              </c:pt>
              <c:pt idx="45">
                <c:v>-0.3999999999999999</c:v>
              </c:pt>
              <c:pt idx="46">
                <c:v>-0.31999999999999984</c:v>
              </c:pt>
              <c:pt idx="47">
                <c:v>-0.2400000000000002</c:v>
              </c:pt>
              <c:pt idx="48">
                <c:v>-0.16000000000000014</c:v>
              </c:pt>
              <c:pt idx="49">
                <c:v>-0.08000000000000007</c:v>
              </c:pt>
              <c:pt idx="50">
                <c:v>0</c:v>
              </c:pt>
              <c:pt idx="51">
                <c:v>0.08000000000000007</c:v>
              </c:pt>
              <c:pt idx="52">
                <c:v>0.16000000000000014</c:v>
              </c:pt>
              <c:pt idx="53">
                <c:v>0.2400000000000002</c:v>
              </c:pt>
              <c:pt idx="54">
                <c:v>0.3200000000000003</c:v>
              </c:pt>
              <c:pt idx="55">
                <c:v>0.40000000000000036</c:v>
              </c:pt>
              <c:pt idx="56">
                <c:v>0.4800000000000004</c:v>
              </c:pt>
              <c:pt idx="57">
                <c:v>0.5599999999999996</c:v>
              </c:pt>
              <c:pt idx="58">
                <c:v>0.6399999999999997</c:v>
              </c:pt>
              <c:pt idx="59">
                <c:v>0.7199999999999998</c:v>
              </c:pt>
              <c:pt idx="60">
                <c:v>0.7999999999999998</c:v>
              </c:pt>
              <c:pt idx="61">
                <c:v>0.8799999999999999</c:v>
              </c:pt>
              <c:pt idx="62">
                <c:v>0.96</c:v>
              </c:pt>
              <c:pt idx="63">
                <c:v>1.04</c:v>
              </c:pt>
              <c:pt idx="64">
                <c:v>1.12</c:v>
              </c:pt>
              <c:pt idx="65">
                <c:v>1.2000000000000002</c:v>
              </c:pt>
              <c:pt idx="66">
                <c:v>1.2800000000000002</c:v>
              </c:pt>
              <c:pt idx="67">
                <c:v>1.3600000000000003</c:v>
              </c:pt>
              <c:pt idx="68">
                <c:v>1.4400000000000004</c:v>
              </c:pt>
              <c:pt idx="69">
                <c:v>1.5199999999999996</c:v>
              </c:pt>
              <c:pt idx="70">
                <c:v>1.5999999999999996</c:v>
              </c:pt>
              <c:pt idx="71">
                <c:v>1.6799999999999997</c:v>
              </c:pt>
              <c:pt idx="72">
                <c:v>1.7599999999999998</c:v>
              </c:pt>
              <c:pt idx="73">
                <c:v>1.8399999999999999</c:v>
              </c:pt>
              <c:pt idx="74">
                <c:v>1.92</c:v>
              </c:pt>
              <c:pt idx="75">
                <c:v>2</c:v>
              </c:pt>
              <c:pt idx="76">
                <c:v>2.08</c:v>
              </c:pt>
              <c:pt idx="77">
                <c:v>2.16</c:v>
              </c:pt>
              <c:pt idx="78">
                <c:v>2.24</c:v>
              </c:pt>
              <c:pt idx="79">
                <c:v>2.3200000000000003</c:v>
              </c:pt>
              <c:pt idx="80">
                <c:v>2.4000000000000004</c:v>
              </c:pt>
              <c:pt idx="81">
                <c:v>2.4800000000000004</c:v>
              </c:pt>
              <c:pt idx="82">
                <c:v>2.5599999999999996</c:v>
              </c:pt>
              <c:pt idx="83">
                <c:v>2.6399999999999997</c:v>
              </c:pt>
              <c:pt idx="84">
                <c:v>2.7199999999999998</c:v>
              </c:pt>
              <c:pt idx="85">
                <c:v>2.8</c:v>
              </c:pt>
              <c:pt idx="86">
                <c:v>2.88</c:v>
              </c:pt>
              <c:pt idx="87">
                <c:v>2.96</c:v>
              </c:pt>
              <c:pt idx="88">
                <c:v>3.04</c:v>
              </c:pt>
              <c:pt idx="89">
                <c:v>3.12</c:v>
              </c:pt>
              <c:pt idx="90">
                <c:v>3.2</c:v>
              </c:pt>
              <c:pt idx="91">
                <c:v>3.2800000000000002</c:v>
              </c:pt>
              <c:pt idx="92">
                <c:v>3.3600000000000003</c:v>
              </c:pt>
              <c:pt idx="93">
                <c:v>3.4400000000000004</c:v>
              </c:pt>
              <c:pt idx="94">
                <c:v>3.5199999999999996</c:v>
              </c:pt>
              <c:pt idx="95">
                <c:v>3.5999999999999996</c:v>
              </c:pt>
              <c:pt idx="96">
                <c:v>3.6799999999999997</c:v>
              </c:pt>
              <c:pt idx="97">
                <c:v>3.76</c:v>
              </c:pt>
              <c:pt idx="98">
                <c:v>3.84</c:v>
              </c:pt>
              <c:pt idx="99">
                <c:v>3.92</c:v>
              </c:pt>
              <c:pt idx="100">
                <c:v>4</c:v>
              </c:pt>
            </c:numLit>
          </c:xVal>
          <c:yVal>
            <c:numLit>
              <c:formatCode>General</c:formatCode>
              <c:ptCount val="101"/>
              <c:pt idx="0">
                <c:v>0</c:v>
              </c:pt>
              <c:pt idx="1">
                <c:v>0.020000000000000018</c:v>
              </c:pt>
              <c:pt idx="2">
                <c:v>0.040000000000000036</c:v>
              </c:pt>
              <c:pt idx="3">
                <c:v>0.06000000000000005</c:v>
              </c:pt>
              <c:pt idx="4">
                <c:v>0.07999999999999996</c:v>
              </c:pt>
              <c:pt idx="5">
                <c:v>0.09999999999999998</c:v>
              </c:pt>
              <c:pt idx="6">
                <c:v>0.12</c:v>
              </c:pt>
              <c:pt idx="7">
                <c:v>0.14</c:v>
              </c:pt>
              <c:pt idx="8">
                <c:v>0.16000000000000003</c:v>
              </c:pt>
              <c:pt idx="9">
                <c:v>0.17999999999999994</c:v>
              </c:pt>
              <c:pt idx="10">
                <c:v>0.19999999999999996</c:v>
              </c:pt>
              <c:pt idx="11">
                <c:v>0.21999999999999997</c:v>
              </c:pt>
              <c:pt idx="12">
                <c:v>0.24</c:v>
              </c:pt>
              <c:pt idx="13">
                <c:v>0.26</c:v>
              </c:pt>
              <c:pt idx="14">
                <c:v>0.28</c:v>
              </c:pt>
              <c:pt idx="15">
                <c:v>0.30000000000000004</c:v>
              </c:pt>
              <c:pt idx="16">
                <c:v>0.32000000000000006</c:v>
              </c:pt>
              <c:pt idx="17">
                <c:v>0.3400000000000001</c:v>
              </c:pt>
              <c:pt idx="18">
                <c:v>0.36</c:v>
              </c:pt>
              <c:pt idx="19">
                <c:v>0.38</c:v>
              </c:pt>
              <c:pt idx="20">
                <c:v>0.4</c:v>
              </c:pt>
              <c:pt idx="21">
                <c:v>0.41999999999999993</c:v>
              </c:pt>
              <c:pt idx="22">
                <c:v>0.43999999999999995</c:v>
              </c:pt>
              <c:pt idx="23">
                <c:v>0.45999999999999996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0.98</c:v>
              </c:pt>
              <c:pt idx="52">
                <c:v>0.96</c:v>
              </c:pt>
              <c:pt idx="53">
                <c:v>0.94</c:v>
              </c:pt>
              <c:pt idx="54">
                <c:v>0.9199999999999999</c:v>
              </c:pt>
              <c:pt idx="55">
                <c:v>0.8999999999999999</c:v>
              </c:pt>
              <c:pt idx="56">
                <c:v>0.8799999999999999</c:v>
              </c:pt>
              <c:pt idx="57">
                <c:v>0.8600000000000001</c:v>
              </c:pt>
              <c:pt idx="58">
                <c:v>0.8400000000000001</c:v>
              </c:pt>
              <c:pt idx="59">
                <c:v>0.8200000000000001</c:v>
              </c:pt>
              <c:pt idx="60">
                <c:v>0.8</c:v>
              </c:pt>
              <c:pt idx="61">
                <c:v>0.78</c:v>
              </c:pt>
              <c:pt idx="62">
                <c:v>0.76</c:v>
              </c:pt>
              <c:pt idx="63">
                <c:v>0.74</c:v>
              </c:pt>
              <c:pt idx="64">
                <c:v>0.72</c:v>
              </c:pt>
              <c:pt idx="65">
                <c:v>0.7</c:v>
              </c:pt>
              <c:pt idx="66">
                <c:v>0.6799999999999999</c:v>
              </c:pt>
              <c:pt idx="67">
                <c:v>0.6599999999999999</c:v>
              </c:pt>
              <c:pt idx="68">
                <c:v>0.6399999999999999</c:v>
              </c:pt>
              <c:pt idx="69">
                <c:v>0.6200000000000001</c:v>
              </c:pt>
              <c:pt idx="70">
                <c:v>0.6000000000000001</c:v>
              </c:pt>
              <c:pt idx="71">
                <c:v>0.5800000000000001</c:v>
              </c:pt>
              <c:pt idx="72">
                <c:v>0.56</c:v>
              </c:pt>
              <c:pt idx="73">
                <c:v>0.54</c:v>
              </c:pt>
              <c:pt idx="74">
                <c:v>0.52</c:v>
              </c:pt>
              <c:pt idx="75">
                <c:v>0.5</c:v>
              </c:pt>
              <c:pt idx="76">
                <c:v>0.48</c:v>
              </c:pt>
              <c:pt idx="77">
                <c:v>0.45999999999999996</c:v>
              </c:pt>
              <c:pt idx="78">
                <c:v>0.43999999999999995</c:v>
              </c:pt>
              <c:pt idx="79">
                <c:v>0.41999999999999993</c:v>
              </c:pt>
              <c:pt idx="80">
                <c:v>0.3999999999999999</c:v>
              </c:pt>
              <c:pt idx="81">
                <c:v>0.3799999999999999</c:v>
              </c:pt>
              <c:pt idx="82">
                <c:v>0.3600000000000001</c:v>
              </c:pt>
              <c:pt idx="83">
                <c:v>0.3400000000000001</c:v>
              </c:pt>
              <c:pt idx="84">
                <c:v>0.32000000000000006</c:v>
              </c:pt>
              <c:pt idx="85">
                <c:v>0.30000000000000004</c:v>
              </c:pt>
              <c:pt idx="86">
                <c:v>0.28</c:v>
              </c:pt>
              <c:pt idx="87">
                <c:v>0.26</c:v>
              </c:pt>
              <c:pt idx="88">
                <c:v>0.24</c:v>
              </c:pt>
              <c:pt idx="89">
                <c:v>0.21999999999999997</c:v>
              </c:pt>
              <c:pt idx="90">
                <c:v>0.19999999999999996</c:v>
              </c:pt>
              <c:pt idx="91">
                <c:v>0.17999999999999994</c:v>
              </c:pt>
              <c:pt idx="92">
                <c:v>0.15999999999999992</c:v>
              </c:pt>
              <c:pt idx="93">
                <c:v>0.1399999999999999</c:v>
              </c:pt>
              <c:pt idx="94">
                <c:v>0.1200000000000001</c:v>
              </c:pt>
              <c:pt idx="95">
                <c:v>0.10000000000000009</c:v>
              </c:pt>
              <c:pt idx="96">
                <c:v>0.08000000000000007</c:v>
              </c:pt>
              <c:pt idx="97">
                <c:v>0.06000000000000005</c:v>
              </c:pt>
              <c:pt idx="98">
                <c:v>0.040000000000000036</c:v>
              </c:pt>
              <c:pt idx="99">
                <c:v>0.020000000000000018</c:v>
              </c:pt>
              <c:pt idx="100">
                <c:v>0</c:v>
              </c:pt>
            </c:numLit>
          </c:yVal>
        </c:ser>
        <c:ser>
          <c:idx val="2"/>
          <c:order val="2"/>
          <c:tx>
            <c:v>P</c:v>
          </c:tx>
          <c:spPr>
            <a:ln xmlns:a="http://schemas.openxmlformats.org/drawingml/2006/main" w="28575">
              <a:solidFill>
                <a:srgbClr val="60863D"/>
              </a:solidFill>
            </a:ln>
          </c:spPr>
          <c:marker>
            <c:symbol val="none"/>
            <c:size val="5"/>
          </c:marker>
          <c:xVal>
            <c:numLit>
              <c:formatCode>General</c:formatCode>
              <c:ptCount val="101"/>
              <c:pt idx="0">
                <c:v>-4</c:v>
              </c:pt>
              <c:pt idx="1">
                <c:v>-3.92</c:v>
              </c:pt>
              <c:pt idx="2">
                <c:v>-3.84</c:v>
              </c:pt>
              <c:pt idx="3">
                <c:v>-3.76</c:v>
              </c:pt>
              <c:pt idx="4">
                <c:v>-3.68</c:v>
              </c:pt>
              <c:pt idx="5">
                <c:v>-3.6</c:v>
              </c:pt>
              <c:pt idx="6">
                <c:v>-3.52</c:v>
              </c:pt>
              <c:pt idx="7">
                <c:v>-3.44</c:v>
              </c:pt>
              <c:pt idx="8">
                <c:v>-3.36</c:v>
              </c:pt>
              <c:pt idx="9">
                <c:v>-3.2800000000000002</c:v>
              </c:pt>
              <c:pt idx="10">
                <c:v>-3.2</c:v>
              </c:pt>
              <c:pt idx="11">
                <c:v>-3.12</c:v>
              </c:pt>
              <c:pt idx="12">
                <c:v>-3.04</c:v>
              </c:pt>
              <c:pt idx="13">
                <c:v>-2.96</c:v>
              </c:pt>
              <c:pt idx="14">
                <c:v>-2.88</c:v>
              </c:pt>
              <c:pt idx="15">
                <c:v>-2.8</c:v>
              </c:pt>
              <c:pt idx="16">
                <c:v>-2.7199999999999998</c:v>
              </c:pt>
              <c:pt idx="17">
                <c:v>-2.6399999999999997</c:v>
              </c:pt>
              <c:pt idx="18">
                <c:v>-2.56</c:v>
              </c:pt>
              <c:pt idx="19">
                <c:v>-2.48</c:v>
              </c:pt>
              <c:pt idx="20">
                <c:v>-2.4</c:v>
              </c:pt>
              <c:pt idx="21">
                <c:v>-2.3200000000000003</c:v>
              </c:pt>
              <c:pt idx="22">
                <c:v>-2.24</c:v>
              </c:pt>
              <c:pt idx="23">
                <c:v>-2.16</c:v>
              </c:pt>
              <c:pt idx="24">
                <c:v>-2.08</c:v>
              </c:pt>
              <c:pt idx="25">
                <c:v>-2</c:v>
              </c:pt>
              <c:pt idx="26">
                <c:v>-1.92</c:v>
              </c:pt>
              <c:pt idx="27">
                <c:v>-1.8399999999999999</c:v>
              </c:pt>
              <c:pt idx="28">
                <c:v>-1.7599999999999998</c:v>
              </c:pt>
              <c:pt idx="29">
                <c:v>-1.6800000000000002</c:v>
              </c:pt>
              <c:pt idx="30">
                <c:v>-1.6</c:v>
              </c:pt>
              <c:pt idx="31">
                <c:v>-1.52</c:v>
              </c:pt>
              <c:pt idx="32">
                <c:v>-1.44</c:v>
              </c:pt>
              <c:pt idx="33">
                <c:v>-1.3599999999999999</c:v>
              </c:pt>
              <c:pt idx="34">
                <c:v>-1.2799999999999998</c:v>
              </c:pt>
              <c:pt idx="35">
                <c:v>-1.2000000000000002</c:v>
              </c:pt>
              <c:pt idx="36">
                <c:v>-1.12</c:v>
              </c:pt>
              <c:pt idx="37">
                <c:v>-1.04</c:v>
              </c:pt>
              <c:pt idx="38">
                <c:v>-0.96</c:v>
              </c:pt>
              <c:pt idx="39">
                <c:v>-0.8799999999999999</c:v>
              </c:pt>
              <c:pt idx="40">
                <c:v>-0.7999999999999998</c:v>
              </c:pt>
              <c:pt idx="41">
                <c:v>-0.7200000000000002</c:v>
              </c:pt>
              <c:pt idx="42">
                <c:v>-0.6400000000000001</c:v>
              </c:pt>
              <c:pt idx="43">
                <c:v>-0.56</c:v>
              </c:pt>
              <c:pt idx="44">
                <c:v>-0.48</c:v>
              </c:pt>
              <c:pt idx="45">
                <c:v>-0.3999999999999999</c:v>
              </c:pt>
              <c:pt idx="46">
                <c:v>-0.31999999999999984</c:v>
              </c:pt>
              <c:pt idx="47">
                <c:v>-0.2400000000000002</c:v>
              </c:pt>
              <c:pt idx="48">
                <c:v>-0.16000000000000014</c:v>
              </c:pt>
              <c:pt idx="49">
                <c:v>-0.08000000000000007</c:v>
              </c:pt>
              <c:pt idx="50">
                <c:v>0</c:v>
              </c:pt>
              <c:pt idx="51">
                <c:v>0.08000000000000007</c:v>
              </c:pt>
              <c:pt idx="52">
                <c:v>0.16000000000000014</c:v>
              </c:pt>
              <c:pt idx="53">
                <c:v>0.2400000000000002</c:v>
              </c:pt>
              <c:pt idx="54">
                <c:v>0.3200000000000003</c:v>
              </c:pt>
              <c:pt idx="55">
                <c:v>0.40000000000000036</c:v>
              </c:pt>
              <c:pt idx="56">
                <c:v>0.4800000000000004</c:v>
              </c:pt>
              <c:pt idx="57">
                <c:v>0.5599999999999996</c:v>
              </c:pt>
              <c:pt idx="58">
                <c:v>0.6399999999999997</c:v>
              </c:pt>
              <c:pt idx="59">
                <c:v>0.7199999999999998</c:v>
              </c:pt>
              <c:pt idx="60">
                <c:v>0.7999999999999998</c:v>
              </c:pt>
              <c:pt idx="61">
                <c:v>0.8799999999999999</c:v>
              </c:pt>
              <c:pt idx="62">
                <c:v>0.96</c:v>
              </c:pt>
              <c:pt idx="63">
                <c:v>1.04</c:v>
              </c:pt>
              <c:pt idx="64">
                <c:v>1.12</c:v>
              </c:pt>
              <c:pt idx="65">
                <c:v>1.2000000000000002</c:v>
              </c:pt>
              <c:pt idx="66">
                <c:v>1.2800000000000002</c:v>
              </c:pt>
              <c:pt idx="67">
                <c:v>1.3600000000000003</c:v>
              </c:pt>
              <c:pt idx="68">
                <c:v>1.4400000000000004</c:v>
              </c:pt>
              <c:pt idx="69">
                <c:v>1.5199999999999996</c:v>
              </c:pt>
              <c:pt idx="70">
                <c:v>1.5999999999999996</c:v>
              </c:pt>
              <c:pt idx="71">
                <c:v>1.6799999999999997</c:v>
              </c:pt>
              <c:pt idx="72">
                <c:v>1.7599999999999998</c:v>
              </c:pt>
              <c:pt idx="73">
                <c:v>1.8399999999999999</c:v>
              </c:pt>
              <c:pt idx="74">
                <c:v>1.92</c:v>
              </c:pt>
              <c:pt idx="75">
                <c:v>2</c:v>
              </c:pt>
              <c:pt idx="76">
                <c:v>2.08</c:v>
              </c:pt>
              <c:pt idx="77">
                <c:v>2.16</c:v>
              </c:pt>
              <c:pt idx="78">
                <c:v>2.24</c:v>
              </c:pt>
              <c:pt idx="79">
                <c:v>2.3200000000000003</c:v>
              </c:pt>
              <c:pt idx="80">
                <c:v>2.4000000000000004</c:v>
              </c:pt>
              <c:pt idx="81">
                <c:v>2.4800000000000004</c:v>
              </c:pt>
              <c:pt idx="82">
                <c:v>2.5599999999999996</c:v>
              </c:pt>
              <c:pt idx="83">
                <c:v>2.6399999999999997</c:v>
              </c:pt>
              <c:pt idx="84">
                <c:v>2.7199999999999998</c:v>
              </c:pt>
              <c:pt idx="85">
                <c:v>2.8</c:v>
              </c:pt>
              <c:pt idx="86">
                <c:v>2.88</c:v>
              </c:pt>
              <c:pt idx="87">
                <c:v>2.96</c:v>
              </c:pt>
              <c:pt idx="88">
                <c:v>3.04</c:v>
              </c:pt>
              <c:pt idx="89">
                <c:v>3.12</c:v>
              </c:pt>
              <c:pt idx="90">
                <c:v>3.2</c:v>
              </c:pt>
              <c:pt idx="91">
                <c:v>3.2800000000000002</c:v>
              </c:pt>
              <c:pt idx="92">
                <c:v>3.3600000000000003</c:v>
              </c:pt>
              <c:pt idx="93">
                <c:v>3.4400000000000004</c:v>
              </c:pt>
              <c:pt idx="94">
                <c:v>3.5199999999999996</c:v>
              </c:pt>
              <c:pt idx="95">
                <c:v>3.5999999999999996</c:v>
              </c:pt>
              <c:pt idx="96">
                <c:v>3.6799999999999997</c:v>
              </c:pt>
              <c:pt idx="97">
                <c:v>3.76</c:v>
              </c:pt>
              <c:pt idx="98">
                <c:v>3.84</c:v>
              </c:pt>
              <c:pt idx="99">
                <c:v>3.92</c:v>
              </c:pt>
              <c:pt idx="100">
                <c:v>4</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4"/>
          <c:min val="-4"/>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Error e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0.xml><?xml version="1.0" encoding="utf-8"?>
<c:chartSpace xmlns:c="http://schemas.openxmlformats.org/drawingml/2006/chart">
  <c:lang val="en-US"/>
  <c:chart>
    <c:plotArea>
      <c:scatterChart>
        <c:ser>
          <c:idx val="0"/>
          <c:order val="0"/>
          <c:tx>
            <c:v>N</c:v>
          </c:tx>
          <c:spPr>
            <a:ln xmlns:a="http://schemas.openxmlformats.org/drawingml/2006/main" w="28575">
              <a:solidFill>
                <a:srgbClr val="2162A0"/>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Z</c:v>
          </c:tx>
          <c:spPr>
            <a:ln xmlns:a="http://schemas.openxmlformats.org/drawingml/2006/main" w="28575">
              <a:solidFill>
                <a:srgbClr val="D96B18"/>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0.020000000000000018</c:v>
              </c:pt>
              <c:pt idx="2">
                <c:v>0.040000000000000036</c:v>
              </c:pt>
              <c:pt idx="3">
                <c:v>0.06000000000000005</c:v>
              </c:pt>
              <c:pt idx="4">
                <c:v>0.07999999999999996</c:v>
              </c:pt>
              <c:pt idx="5">
                <c:v>0.09999999999999998</c:v>
              </c:pt>
              <c:pt idx="6">
                <c:v>0.12</c:v>
              </c:pt>
              <c:pt idx="7">
                <c:v>0.14</c:v>
              </c:pt>
              <c:pt idx="8">
                <c:v>0.16000000000000003</c:v>
              </c:pt>
              <c:pt idx="9">
                <c:v>0.17999999999999994</c:v>
              </c:pt>
              <c:pt idx="10">
                <c:v>0.19999999999999996</c:v>
              </c:pt>
              <c:pt idx="11">
                <c:v>0.21999999999999997</c:v>
              </c:pt>
              <c:pt idx="12">
                <c:v>0.24</c:v>
              </c:pt>
              <c:pt idx="13">
                <c:v>0.26</c:v>
              </c:pt>
              <c:pt idx="14">
                <c:v>0.28</c:v>
              </c:pt>
              <c:pt idx="15">
                <c:v>0.30000000000000004</c:v>
              </c:pt>
              <c:pt idx="16">
                <c:v>0.32000000000000006</c:v>
              </c:pt>
              <c:pt idx="17">
                <c:v>0.3400000000000001</c:v>
              </c:pt>
              <c:pt idx="18">
                <c:v>0.36</c:v>
              </c:pt>
              <c:pt idx="19">
                <c:v>0.38</c:v>
              </c:pt>
              <c:pt idx="20">
                <c:v>0.4</c:v>
              </c:pt>
              <c:pt idx="21">
                <c:v>0.41999999999999993</c:v>
              </c:pt>
              <c:pt idx="22">
                <c:v>0.43999999999999995</c:v>
              </c:pt>
              <c:pt idx="23">
                <c:v>0.45999999999999996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0.98</c:v>
              </c:pt>
              <c:pt idx="52">
                <c:v>0.96</c:v>
              </c:pt>
              <c:pt idx="53">
                <c:v>0.94</c:v>
              </c:pt>
              <c:pt idx="54">
                <c:v>0.9199999999999999</c:v>
              </c:pt>
              <c:pt idx="55">
                <c:v>0.8999999999999999</c:v>
              </c:pt>
              <c:pt idx="56">
                <c:v>0.8799999999999999</c:v>
              </c:pt>
              <c:pt idx="57">
                <c:v>0.8600000000000001</c:v>
              </c:pt>
              <c:pt idx="58">
                <c:v>0.8400000000000001</c:v>
              </c:pt>
              <c:pt idx="59">
                <c:v>0.8200000000000001</c:v>
              </c:pt>
              <c:pt idx="60">
                <c:v>0.8</c:v>
              </c:pt>
              <c:pt idx="61">
                <c:v>0.78</c:v>
              </c:pt>
              <c:pt idx="62">
                <c:v>0.76</c:v>
              </c:pt>
              <c:pt idx="63">
                <c:v>0.74</c:v>
              </c:pt>
              <c:pt idx="64">
                <c:v>0.72</c:v>
              </c:pt>
              <c:pt idx="65">
                <c:v>0.7</c:v>
              </c:pt>
              <c:pt idx="66">
                <c:v>0.6799999999999999</c:v>
              </c:pt>
              <c:pt idx="67">
                <c:v>0.6599999999999999</c:v>
              </c:pt>
              <c:pt idx="68">
                <c:v>0.6399999999999999</c:v>
              </c:pt>
              <c:pt idx="69">
                <c:v>0.6200000000000001</c:v>
              </c:pt>
              <c:pt idx="70">
                <c:v>0.6000000000000001</c:v>
              </c:pt>
              <c:pt idx="71">
                <c:v>0.5800000000000001</c:v>
              </c:pt>
              <c:pt idx="72">
                <c:v>0.56</c:v>
              </c:pt>
              <c:pt idx="73">
                <c:v>0.54</c:v>
              </c:pt>
              <c:pt idx="74">
                <c:v>0.52</c:v>
              </c:pt>
              <c:pt idx="75">
                <c:v>0.5</c:v>
              </c:pt>
              <c:pt idx="76">
                <c:v>0.48</c:v>
              </c:pt>
              <c:pt idx="77">
                <c:v>0.45999999999999996</c:v>
              </c:pt>
              <c:pt idx="78">
                <c:v>0.43999999999999995</c:v>
              </c:pt>
              <c:pt idx="79">
                <c:v>0.41999999999999993</c:v>
              </c:pt>
              <c:pt idx="80">
                <c:v>0.3999999999999999</c:v>
              </c:pt>
              <c:pt idx="81">
                <c:v>0.3799999999999999</c:v>
              </c:pt>
              <c:pt idx="82">
                <c:v>0.3600000000000001</c:v>
              </c:pt>
              <c:pt idx="83">
                <c:v>0.3400000000000001</c:v>
              </c:pt>
              <c:pt idx="84">
                <c:v>0.32000000000000006</c:v>
              </c:pt>
              <c:pt idx="85">
                <c:v>0.30000000000000004</c:v>
              </c:pt>
              <c:pt idx="86">
                <c:v>0.28</c:v>
              </c:pt>
              <c:pt idx="87">
                <c:v>0.26</c:v>
              </c:pt>
              <c:pt idx="88">
                <c:v>0.24</c:v>
              </c:pt>
              <c:pt idx="89">
                <c:v>0.21999999999999997</c:v>
              </c:pt>
              <c:pt idx="90">
                <c:v>0.19999999999999996</c:v>
              </c:pt>
              <c:pt idx="91">
                <c:v>0.17999999999999994</c:v>
              </c:pt>
              <c:pt idx="92">
                <c:v>0.15999999999999992</c:v>
              </c:pt>
              <c:pt idx="93">
                <c:v>0.1399999999999999</c:v>
              </c:pt>
              <c:pt idx="94">
                <c:v>0.1200000000000001</c:v>
              </c:pt>
              <c:pt idx="95">
                <c:v>0.10000000000000009</c:v>
              </c:pt>
              <c:pt idx="96">
                <c:v>0.08000000000000007</c:v>
              </c:pt>
              <c:pt idx="97">
                <c:v>0.06000000000000005</c:v>
              </c:pt>
              <c:pt idx="98">
                <c:v>0.040000000000000036</c:v>
              </c:pt>
              <c:pt idx="99">
                <c:v>0.020000000000000018</c:v>
              </c:pt>
              <c:pt idx="100">
                <c:v>0</c:v>
              </c:pt>
            </c:numLit>
          </c:yVal>
        </c:ser>
        <c:ser>
          <c:idx val="2"/>
          <c:order val="2"/>
          <c:tx>
            <c:v>P</c:v>
          </c:tx>
          <c:spPr>
            <a:ln xmlns:a="http://schemas.openxmlformats.org/drawingml/2006/main" w="28575">
              <a:solidFill>
                <a:srgbClr val="60863D"/>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
          <c:min val="-1"/>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de/dt (°C/min)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0.5"/>
      </c:valAx>
    </c:plotArea>
    <c:plotVisOnly val="1"/>
  </c:chart>
  <c:spPr>
    <a:solidFill xmlns:a="http://schemas.openxmlformats.org/drawingml/2006/main">
      <a:srgbClr val="FFFFFF"/>
    </a:solidFill>
  </c:spPr>
</c:chartSpace>
</file>

<file path=ppt/slides/charts/chart11.xml><?xml version="1.0" encoding="utf-8"?>
<c:chartSpace xmlns:c="http://schemas.openxmlformats.org/drawingml/2006/chart">
  <c:lang val="en-US"/>
  <c:chart>
    <c:plotArea>
      <c:scatterChart>
        <c:ser>
          <c:idx val="0"/>
          <c:order val="0"/>
          <c:tx>
            <c:v>N</c:v>
          </c:tx>
          <c:spPr>
            <a:ln xmlns:a="http://schemas.openxmlformats.org/drawingml/2006/main" w="28575">
              <a:solidFill>
                <a:srgbClr val="2162A0"/>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Z</c:v>
          </c:tx>
          <c:spPr>
            <a:ln xmlns:a="http://schemas.openxmlformats.org/drawingml/2006/main" w="28575">
              <a:solidFill>
                <a:srgbClr val="D96B18"/>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0.020000000000000018</c:v>
              </c:pt>
              <c:pt idx="2">
                <c:v>0.040000000000000036</c:v>
              </c:pt>
              <c:pt idx="3">
                <c:v>0.06000000000000005</c:v>
              </c:pt>
              <c:pt idx="4">
                <c:v>0.07999999999999996</c:v>
              </c:pt>
              <c:pt idx="5">
                <c:v>0.09999999999999998</c:v>
              </c:pt>
              <c:pt idx="6">
                <c:v>0.12</c:v>
              </c:pt>
              <c:pt idx="7">
                <c:v>0.14</c:v>
              </c:pt>
              <c:pt idx="8">
                <c:v>0.16000000000000003</c:v>
              </c:pt>
              <c:pt idx="9">
                <c:v>0.17999999999999994</c:v>
              </c:pt>
              <c:pt idx="10">
                <c:v>0.19999999999999996</c:v>
              </c:pt>
              <c:pt idx="11">
                <c:v>0.21999999999999997</c:v>
              </c:pt>
              <c:pt idx="12">
                <c:v>0.24</c:v>
              </c:pt>
              <c:pt idx="13">
                <c:v>0.26</c:v>
              </c:pt>
              <c:pt idx="14">
                <c:v>0.28</c:v>
              </c:pt>
              <c:pt idx="15">
                <c:v>0.30000000000000004</c:v>
              </c:pt>
              <c:pt idx="16">
                <c:v>0.32000000000000006</c:v>
              </c:pt>
              <c:pt idx="17">
                <c:v>0.3400000000000001</c:v>
              </c:pt>
              <c:pt idx="18">
                <c:v>0.36</c:v>
              </c:pt>
              <c:pt idx="19">
                <c:v>0.38</c:v>
              </c:pt>
              <c:pt idx="20">
                <c:v>0.4</c:v>
              </c:pt>
              <c:pt idx="21">
                <c:v>0.41999999999999993</c:v>
              </c:pt>
              <c:pt idx="22">
                <c:v>0.43999999999999995</c:v>
              </c:pt>
              <c:pt idx="23">
                <c:v>0.45999999999999996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0.98</c:v>
              </c:pt>
              <c:pt idx="52">
                <c:v>0.96</c:v>
              </c:pt>
              <c:pt idx="53">
                <c:v>0.94</c:v>
              </c:pt>
              <c:pt idx="54">
                <c:v>0.9199999999999999</c:v>
              </c:pt>
              <c:pt idx="55">
                <c:v>0.8999999999999999</c:v>
              </c:pt>
              <c:pt idx="56">
                <c:v>0.8799999999999999</c:v>
              </c:pt>
              <c:pt idx="57">
                <c:v>0.8600000000000001</c:v>
              </c:pt>
              <c:pt idx="58">
                <c:v>0.8400000000000001</c:v>
              </c:pt>
              <c:pt idx="59">
                <c:v>0.8200000000000001</c:v>
              </c:pt>
              <c:pt idx="60">
                <c:v>0.8</c:v>
              </c:pt>
              <c:pt idx="61">
                <c:v>0.78</c:v>
              </c:pt>
              <c:pt idx="62">
                <c:v>0.76</c:v>
              </c:pt>
              <c:pt idx="63">
                <c:v>0.74</c:v>
              </c:pt>
              <c:pt idx="64">
                <c:v>0.72</c:v>
              </c:pt>
              <c:pt idx="65">
                <c:v>0.7</c:v>
              </c:pt>
              <c:pt idx="66">
                <c:v>0.6799999999999999</c:v>
              </c:pt>
              <c:pt idx="67">
                <c:v>0.6599999999999999</c:v>
              </c:pt>
              <c:pt idx="68">
                <c:v>0.6399999999999999</c:v>
              </c:pt>
              <c:pt idx="69">
                <c:v>0.6200000000000001</c:v>
              </c:pt>
              <c:pt idx="70">
                <c:v>0.6000000000000001</c:v>
              </c:pt>
              <c:pt idx="71">
                <c:v>0.5800000000000001</c:v>
              </c:pt>
              <c:pt idx="72">
                <c:v>0.56</c:v>
              </c:pt>
              <c:pt idx="73">
                <c:v>0.54</c:v>
              </c:pt>
              <c:pt idx="74">
                <c:v>0.52</c:v>
              </c:pt>
              <c:pt idx="75">
                <c:v>0.5</c:v>
              </c:pt>
              <c:pt idx="76">
                <c:v>0.48</c:v>
              </c:pt>
              <c:pt idx="77">
                <c:v>0.45999999999999996</c:v>
              </c:pt>
              <c:pt idx="78">
                <c:v>0.43999999999999995</c:v>
              </c:pt>
              <c:pt idx="79">
                <c:v>0.41999999999999993</c:v>
              </c:pt>
              <c:pt idx="80">
                <c:v>0.3999999999999999</c:v>
              </c:pt>
              <c:pt idx="81">
                <c:v>0.3799999999999999</c:v>
              </c:pt>
              <c:pt idx="82">
                <c:v>0.3600000000000001</c:v>
              </c:pt>
              <c:pt idx="83">
                <c:v>0.3400000000000001</c:v>
              </c:pt>
              <c:pt idx="84">
                <c:v>0.32000000000000006</c:v>
              </c:pt>
              <c:pt idx="85">
                <c:v>0.30000000000000004</c:v>
              </c:pt>
              <c:pt idx="86">
                <c:v>0.28</c:v>
              </c:pt>
              <c:pt idx="87">
                <c:v>0.26</c:v>
              </c:pt>
              <c:pt idx="88">
                <c:v>0.24</c:v>
              </c:pt>
              <c:pt idx="89">
                <c:v>0.21999999999999997</c:v>
              </c:pt>
              <c:pt idx="90">
                <c:v>0.19999999999999996</c:v>
              </c:pt>
              <c:pt idx="91">
                <c:v>0.17999999999999994</c:v>
              </c:pt>
              <c:pt idx="92">
                <c:v>0.15999999999999992</c:v>
              </c:pt>
              <c:pt idx="93">
                <c:v>0.1399999999999999</c:v>
              </c:pt>
              <c:pt idx="94">
                <c:v>0.1200000000000001</c:v>
              </c:pt>
              <c:pt idx="95">
                <c:v>0.10000000000000009</c:v>
              </c:pt>
              <c:pt idx="96">
                <c:v>0.08000000000000007</c:v>
              </c:pt>
              <c:pt idx="97">
                <c:v>0.06000000000000005</c:v>
              </c:pt>
              <c:pt idx="98">
                <c:v>0.040000000000000036</c:v>
              </c:pt>
              <c:pt idx="99">
                <c:v>0.020000000000000018</c:v>
              </c:pt>
              <c:pt idx="100">
                <c:v>0</c:v>
              </c:pt>
            </c:numLit>
          </c:yVal>
        </c:ser>
        <c:ser>
          <c:idx val="2"/>
          <c:order val="2"/>
          <c:tx>
            <c:v>P</c:v>
          </c:tx>
          <c:spPr>
            <a:ln xmlns:a="http://schemas.openxmlformats.org/drawingml/2006/main" w="28575">
              <a:solidFill>
                <a:srgbClr val="60863D"/>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
          <c:min val="-1"/>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Entrada normalizada</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0.5"/>
      </c:valAx>
    </c:plotArea>
    <c:plotVisOnly val="1"/>
  </c:chart>
  <c:spPr>
    <a:solidFill xmlns:a="http://schemas.openxmlformats.org/drawingml/2006/main">
      <a:srgbClr val="FFFFFF"/>
    </a:solidFill>
  </c:spPr>
</c:chartSpace>
</file>

<file path=ppt/slides/charts/chart12.xml><?xml version="1.0" encoding="utf-8"?>
<c:chartSpace xmlns:c="http://schemas.openxmlformats.org/drawingml/2006/chart">
  <c:lang val="en-US"/>
  <c:chart>
    <c:plotArea>
      <c:scatterChart>
        <c:ser>
          <c:idx val="0"/>
          <c:order val="0"/>
          <c:tx>
            <c:v>A</c:v>
          </c:tx>
          <c:spPr>
            <a:ln xmlns:a="http://schemas.openxmlformats.org/drawingml/2006/main" w="28575">
              <a:solidFill>
                <a:srgbClr val="2162A0"/>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0.050000000000000044</c:v>
              </c:pt>
              <c:pt idx="22">
                <c:v>0.10000000000000009</c:v>
              </c:pt>
              <c:pt idx="23">
                <c:v>0.1499999999999999</c:v>
              </c:pt>
              <c:pt idx="24">
                <c:v>0.19999999999999996</c:v>
              </c:pt>
              <c:pt idx="25">
                <c:v>0.25</c:v>
              </c:pt>
              <c:pt idx="26">
                <c:v>0.30000000000000004</c:v>
              </c:pt>
              <c:pt idx="27">
                <c:v>0.3500000000000001</c:v>
              </c:pt>
              <c:pt idx="28">
                <c:v>0.3999999999999999</c:v>
              </c:pt>
              <c:pt idx="29">
                <c:v>0.44999999999999996</c:v>
              </c:pt>
              <c:pt idx="30">
                <c:v>0.5</c:v>
              </c:pt>
              <c:pt idx="31">
                <c:v>0.55</c:v>
              </c:pt>
              <c:pt idx="32">
                <c:v>0.6000000000000001</c:v>
              </c:pt>
              <c:pt idx="33">
                <c:v>0.6499999999999999</c:v>
              </c:pt>
              <c:pt idx="34">
                <c:v>0.7</c:v>
              </c:pt>
              <c:pt idx="35">
                <c:v>0.75</c:v>
              </c:pt>
              <c:pt idx="36">
                <c:v>0.8</c:v>
              </c:pt>
              <c:pt idx="37">
                <c:v>0.8500000000000001</c:v>
              </c:pt>
              <c:pt idx="38">
                <c:v>0.8999999999999999</c:v>
              </c:pt>
              <c:pt idx="39">
                <c:v>0.95</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1</c:v>
              </c:pt>
              <c:pt idx="61">
                <c:v>0.9500000000000002</c:v>
              </c:pt>
              <c:pt idx="62">
                <c:v>0.8999999999999999</c:v>
              </c:pt>
              <c:pt idx="63">
                <c:v>0.8500000000000001</c:v>
              </c:pt>
              <c:pt idx="64">
                <c:v>0.7999999999999998</c:v>
              </c:pt>
              <c:pt idx="65">
                <c:v>0.75</c:v>
              </c:pt>
              <c:pt idx="66">
                <c:v>0.7000000000000002</c:v>
              </c:pt>
              <c:pt idx="67">
                <c:v>0.6499999999999999</c:v>
              </c:pt>
              <c:pt idx="68">
                <c:v>0.6000000000000001</c:v>
              </c:pt>
              <c:pt idx="69">
                <c:v>0.5499999999999998</c:v>
              </c:pt>
              <c:pt idx="70">
                <c:v>0.5</c:v>
              </c:pt>
              <c:pt idx="71">
                <c:v>0.4500000000000002</c:v>
              </c:pt>
              <c:pt idx="72">
                <c:v>0.3999999999999999</c:v>
              </c:pt>
              <c:pt idx="73">
                <c:v>0.3500000000000001</c:v>
              </c:pt>
              <c:pt idx="74">
                <c:v>0.2999999999999998</c:v>
              </c:pt>
              <c:pt idx="75">
                <c:v>0.25</c:v>
              </c:pt>
              <c:pt idx="76">
                <c:v>0.20000000000000018</c:v>
              </c:pt>
              <c:pt idx="77">
                <c:v>0.1499999999999999</c:v>
              </c:pt>
              <c:pt idx="78">
                <c:v>0.10000000000000009</c:v>
              </c:pt>
              <c:pt idx="79">
                <c:v>0.04999999999999982</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x (unidades del ejemplo)</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3.xml><?xml version="1.0" encoding="utf-8"?>
<c:chartSpace xmlns:c="http://schemas.openxmlformats.org/drawingml/2006/chart">
  <c:lang val="en-US"/>
  <c:chart>
    <c:plotArea>
      <c:scatterChart>
        <c:ser>
          <c:idx val="0"/>
          <c:order val="0"/>
          <c:tx>
            <c:v>Normal</c:v>
          </c:tx>
          <c:spPr>
            <a:ln xmlns:a="http://schemas.openxmlformats.org/drawingml/2006/main" w="28575">
              <a:solidFill>
                <a:srgbClr val="2162A0"/>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0.03333333333333336</c:v>
              </c:pt>
              <c:pt idx="22">
                <c:v>0.06666666666666672</c:v>
              </c:pt>
              <c:pt idx="23">
                <c:v>0.09999999999999994</c:v>
              </c:pt>
              <c:pt idx="24">
                <c:v>0.1333333333333333</c:v>
              </c:pt>
              <c:pt idx="25">
                <c:v>0.16666666666666666</c:v>
              </c:pt>
              <c:pt idx="26">
                <c:v>0.20000000000000004</c:v>
              </c:pt>
              <c:pt idx="27">
                <c:v>0.2333333333333334</c:v>
              </c:pt>
              <c:pt idx="28">
                <c:v>0.2666666666666666</c:v>
              </c:pt>
              <c:pt idx="29">
                <c:v>0.3</c:v>
              </c:pt>
              <c:pt idx="30">
                <c:v>0.3333333333333333</c:v>
              </c:pt>
              <c:pt idx="31">
                <c:v>0.3666666666666667</c:v>
              </c:pt>
              <c:pt idx="32">
                <c:v>0.4000000000000001</c:v>
              </c:pt>
              <c:pt idx="33">
                <c:v>0.4333333333333333</c:v>
              </c:pt>
              <c:pt idx="34">
                <c:v>0.4666666666666666</c:v>
              </c:pt>
              <c:pt idx="35">
                <c:v>0.5</c:v>
              </c:pt>
              <c:pt idx="36">
                <c:v>0.5333333333333333</c:v>
              </c:pt>
              <c:pt idx="37">
                <c:v>0.5666666666666668</c:v>
              </c:pt>
              <c:pt idx="38">
                <c:v>0.6</c:v>
              </c:pt>
              <c:pt idx="39">
                <c:v>0.6333333333333333</c:v>
              </c:pt>
              <c:pt idx="40">
                <c:v>0.6666666666666666</c:v>
              </c:pt>
              <c:pt idx="41">
                <c:v>0.6999999999999998</c:v>
              </c:pt>
              <c:pt idx="42">
                <c:v>0.7333333333333334</c:v>
              </c:pt>
              <c:pt idx="43">
                <c:v>0.7666666666666666</c:v>
              </c:pt>
              <c:pt idx="44">
                <c:v>0.8000000000000002</c:v>
              </c:pt>
              <c:pt idx="45">
                <c:v>0.8333333333333334</c:v>
              </c:pt>
              <c:pt idx="46">
                <c:v>0.8666666666666666</c:v>
              </c:pt>
              <c:pt idx="47">
                <c:v>0.9</c:v>
              </c:pt>
              <c:pt idx="48">
                <c:v>0.9333333333333332</c:v>
              </c:pt>
              <c:pt idx="49">
                <c:v>0.9666666666666668</c:v>
              </c:pt>
              <c:pt idx="50">
                <c:v>1</c:v>
              </c:pt>
              <c:pt idx="51">
                <c:v>0.9666666666666668</c:v>
              </c:pt>
              <c:pt idx="52">
                <c:v>0.9333333333333332</c:v>
              </c:pt>
              <c:pt idx="53">
                <c:v>0.9</c:v>
              </c:pt>
              <c:pt idx="54">
                <c:v>0.8666666666666666</c:v>
              </c:pt>
              <c:pt idx="55">
                <c:v>0.8333333333333334</c:v>
              </c:pt>
              <c:pt idx="56">
                <c:v>0.8000000000000002</c:v>
              </c:pt>
              <c:pt idx="57">
                <c:v>0.7666666666666666</c:v>
              </c:pt>
              <c:pt idx="58">
                <c:v>0.7333333333333334</c:v>
              </c:pt>
              <c:pt idx="59">
                <c:v>0.6999999999999998</c:v>
              </c:pt>
              <c:pt idx="60">
                <c:v>0.6666666666666666</c:v>
              </c:pt>
              <c:pt idx="61">
                <c:v>0.6333333333333334</c:v>
              </c:pt>
              <c:pt idx="62">
                <c:v>0.6</c:v>
              </c:pt>
              <c:pt idx="63">
                <c:v>0.5666666666666668</c:v>
              </c:pt>
              <c:pt idx="64">
                <c:v>0.5333333333333332</c:v>
              </c:pt>
              <c:pt idx="65">
                <c:v>0.5</c:v>
              </c:pt>
              <c:pt idx="66">
                <c:v>0.4666666666666668</c:v>
              </c:pt>
              <c:pt idx="67">
                <c:v>0.4333333333333333</c:v>
              </c:pt>
              <c:pt idx="68">
                <c:v>0.4000000000000001</c:v>
              </c:pt>
              <c:pt idx="69">
                <c:v>0.36666666666666653</c:v>
              </c:pt>
              <c:pt idx="70">
                <c:v>0.3333333333333333</c:v>
              </c:pt>
              <c:pt idx="71">
                <c:v>0.3000000000000001</c:v>
              </c:pt>
              <c:pt idx="72">
                <c:v>0.2666666666666666</c:v>
              </c:pt>
              <c:pt idx="73">
                <c:v>0.2333333333333334</c:v>
              </c:pt>
              <c:pt idx="74">
                <c:v>0.19999999999999987</c:v>
              </c:pt>
              <c:pt idx="75">
                <c:v>0.16666666666666666</c:v>
              </c:pt>
              <c:pt idx="76">
                <c:v>0.13333333333333344</c:v>
              </c:pt>
              <c:pt idx="77">
                <c:v>0.09999999999999994</c:v>
              </c:pt>
              <c:pt idx="78">
                <c:v>0.06666666666666672</c:v>
              </c:pt>
              <c:pt idx="79">
                <c:v>0.033333333333333215</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Subnormal</c:v>
          </c:tx>
          <c:spPr>
            <a:ln xmlns:a="http://schemas.openxmlformats.org/drawingml/2006/main" w="28575">
              <a:solidFill>
                <a:srgbClr val="D96B18"/>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0.020000000000000014</c:v>
              </c:pt>
              <c:pt idx="22">
                <c:v>0.04000000000000003</c:v>
              </c:pt>
              <c:pt idx="23">
                <c:v>0.059999999999999956</c:v>
              </c:pt>
              <c:pt idx="24">
                <c:v>0.07999999999999997</c:v>
              </c:pt>
              <c:pt idx="25">
                <c:v>0.09999999999999999</c:v>
              </c:pt>
              <c:pt idx="26">
                <c:v>0.12000000000000002</c:v>
              </c:pt>
              <c:pt idx="27">
                <c:v>0.14000000000000004</c:v>
              </c:pt>
              <c:pt idx="28">
                <c:v>0.15999999999999995</c:v>
              </c:pt>
              <c:pt idx="29">
                <c:v>0.18</c:v>
              </c:pt>
              <c:pt idx="30">
                <c:v>0.19999999999999998</c:v>
              </c:pt>
              <c:pt idx="31">
                <c:v>0.22</c:v>
              </c:pt>
              <c:pt idx="32">
                <c:v>0.24000000000000005</c:v>
              </c:pt>
              <c:pt idx="33">
                <c:v>0.25999999999999995</c:v>
              </c:pt>
              <c:pt idx="34">
                <c:v>0.27999999999999997</c:v>
              </c:pt>
              <c:pt idx="35">
                <c:v>0.3</c:v>
              </c:pt>
              <c:pt idx="36">
                <c:v>0.32</c:v>
              </c:pt>
              <c:pt idx="37">
                <c:v>0.34</c:v>
              </c:pt>
              <c:pt idx="38">
                <c:v>0.36</c:v>
              </c:pt>
              <c:pt idx="39">
                <c:v>0.37999999999999995</c:v>
              </c:pt>
              <c:pt idx="40">
                <c:v>0.39999999999999997</c:v>
              </c:pt>
              <c:pt idx="41">
                <c:v>0.4199999999999999</c:v>
              </c:pt>
              <c:pt idx="42">
                <c:v>0.44</c:v>
              </c:pt>
              <c:pt idx="43">
                <c:v>0.45999999999999996</c:v>
              </c:pt>
              <c:pt idx="44">
                <c:v>0.4800000000000001</c:v>
              </c:pt>
              <c:pt idx="45">
                <c:v>0.5</c:v>
              </c:pt>
              <c:pt idx="46">
                <c:v>0.5199999999999999</c:v>
              </c:pt>
              <c:pt idx="47">
                <c:v>0.54</c:v>
              </c:pt>
              <c:pt idx="48">
                <c:v>0.5599999999999999</c:v>
              </c:pt>
              <c:pt idx="49">
                <c:v>0.5800000000000001</c:v>
              </c:pt>
              <c:pt idx="50">
                <c:v>0.6</c:v>
              </c:pt>
              <c:pt idx="51">
                <c:v>0.5800000000000001</c:v>
              </c:pt>
              <c:pt idx="52">
                <c:v>0.5599999999999999</c:v>
              </c:pt>
              <c:pt idx="53">
                <c:v>0.54</c:v>
              </c:pt>
              <c:pt idx="54">
                <c:v>0.5199999999999999</c:v>
              </c:pt>
              <c:pt idx="55">
                <c:v>0.5</c:v>
              </c:pt>
              <c:pt idx="56">
                <c:v>0.4800000000000001</c:v>
              </c:pt>
              <c:pt idx="57">
                <c:v>0.45999999999999996</c:v>
              </c:pt>
              <c:pt idx="58">
                <c:v>0.44</c:v>
              </c:pt>
              <c:pt idx="59">
                <c:v>0.4199999999999999</c:v>
              </c:pt>
              <c:pt idx="60">
                <c:v>0.39999999999999997</c:v>
              </c:pt>
              <c:pt idx="61">
                <c:v>0.38000000000000006</c:v>
              </c:pt>
              <c:pt idx="62">
                <c:v>0.36</c:v>
              </c:pt>
              <c:pt idx="63">
                <c:v>0.34</c:v>
              </c:pt>
              <c:pt idx="64">
                <c:v>0.3199999999999999</c:v>
              </c:pt>
              <c:pt idx="65">
                <c:v>0.3</c:v>
              </c:pt>
              <c:pt idx="66">
                <c:v>0.2800000000000001</c:v>
              </c:pt>
              <c:pt idx="67">
                <c:v>0.25999999999999995</c:v>
              </c:pt>
              <c:pt idx="68">
                <c:v>0.24000000000000005</c:v>
              </c:pt>
              <c:pt idx="69">
                <c:v>0.21999999999999992</c:v>
              </c:pt>
              <c:pt idx="70">
                <c:v>0.19999999999999998</c:v>
              </c:pt>
              <c:pt idx="71">
                <c:v>0.18000000000000005</c:v>
              </c:pt>
              <c:pt idx="72">
                <c:v>0.15999999999999995</c:v>
              </c:pt>
              <c:pt idx="73">
                <c:v>0.14000000000000004</c:v>
              </c:pt>
              <c:pt idx="74">
                <c:v>0.11999999999999991</c:v>
              </c:pt>
              <c:pt idx="75">
                <c:v>0.09999999999999999</c:v>
              </c:pt>
              <c:pt idx="76">
                <c:v>0.08000000000000006</c:v>
              </c:pt>
              <c:pt idx="77">
                <c:v>0.059999999999999956</c:v>
              </c:pt>
              <c:pt idx="78">
                <c:v>0.04000000000000003</c:v>
              </c:pt>
              <c:pt idx="79">
                <c:v>0.019999999999999928</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4.xml><?xml version="1.0" encoding="utf-8"?>
<c:chartSpace xmlns:c="http://schemas.openxmlformats.org/drawingml/2006/chart">
  <c:lang val="en-US"/>
  <c:chart>
    <c:plotArea>
      <c:scatterChart>
        <c:ser>
          <c:idx val="0"/>
          <c:order val="0"/>
          <c:tx>
            <c:v>Convexo</c:v>
          </c:tx>
          <c:spPr>
            <a:ln xmlns:a="http://schemas.openxmlformats.org/drawingml/2006/main" w="28575">
              <a:solidFill>
                <a:srgbClr val="2162A0"/>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0.025000000000000022</c:v>
              </c:pt>
              <c:pt idx="12">
                <c:v>0.04999999999999999</c:v>
              </c:pt>
              <c:pt idx="13">
                <c:v>0.07500000000000001</c:v>
              </c:pt>
              <c:pt idx="14">
                <c:v>0.09999999999999998</c:v>
              </c:pt>
              <c:pt idx="15">
                <c:v>0.125</c:v>
              </c:pt>
              <c:pt idx="16">
                <c:v>0.15000000000000002</c:v>
              </c:pt>
              <c:pt idx="17">
                <c:v>0.175</c:v>
              </c:pt>
              <c:pt idx="18">
                <c:v>0.2</c:v>
              </c:pt>
              <c:pt idx="19">
                <c:v>0.22499999999999998</c:v>
              </c:pt>
              <c:pt idx="20">
                <c:v>0.25</c:v>
              </c:pt>
              <c:pt idx="21">
                <c:v>0.275</c:v>
              </c:pt>
              <c:pt idx="22">
                <c:v>0.30000000000000004</c:v>
              </c:pt>
              <c:pt idx="23">
                <c:v>0.32499999999999996</c:v>
              </c:pt>
              <c:pt idx="24">
                <c:v>0.35</c:v>
              </c:pt>
              <c:pt idx="25">
                <c:v>0.375</c:v>
              </c:pt>
              <c:pt idx="26">
                <c:v>0.4</c:v>
              </c:pt>
              <c:pt idx="27">
                <c:v>0.42500000000000004</c:v>
              </c:pt>
              <c:pt idx="28">
                <c:v>0.44999999999999996</c:v>
              </c:pt>
              <c:pt idx="29">
                <c:v>0.475</c:v>
              </c:pt>
              <c:pt idx="30">
                <c:v>0.5</c:v>
              </c:pt>
              <c:pt idx="31">
                <c:v>0.525</c:v>
              </c:pt>
              <c:pt idx="32">
                <c:v>0.55</c:v>
              </c:pt>
              <c:pt idx="33">
                <c:v>0.575</c:v>
              </c:pt>
              <c:pt idx="34">
                <c:v>0.6</c:v>
              </c:pt>
              <c:pt idx="35">
                <c:v>0.625</c:v>
              </c:pt>
              <c:pt idx="36">
                <c:v>0.65</c:v>
              </c:pt>
              <c:pt idx="37">
                <c:v>0.675</c:v>
              </c:pt>
              <c:pt idx="38">
                <c:v>0.7</c:v>
              </c:pt>
              <c:pt idx="39">
                <c:v>0.725</c:v>
              </c:pt>
              <c:pt idx="40">
                <c:v>0.75</c:v>
              </c:pt>
              <c:pt idx="41">
                <c:v>0.7749999999999999</c:v>
              </c:pt>
              <c:pt idx="42">
                <c:v>0.8</c:v>
              </c:pt>
              <c:pt idx="43">
                <c:v>0.825</c:v>
              </c:pt>
              <c:pt idx="44">
                <c:v>0.8500000000000001</c:v>
              </c:pt>
              <c:pt idx="45">
                <c:v>0.875</c:v>
              </c:pt>
              <c:pt idx="46">
                <c:v>0.8999999999999999</c:v>
              </c:pt>
              <c:pt idx="47">
                <c:v>0.925</c:v>
              </c:pt>
              <c:pt idx="48">
                <c:v>0.95</c:v>
              </c:pt>
              <c:pt idx="49">
                <c:v>0.9750000000000001</c:v>
              </c:pt>
              <c:pt idx="50">
                <c:v>1</c:v>
              </c:pt>
              <c:pt idx="51">
                <c:v>0.9750000000000001</c:v>
              </c:pt>
              <c:pt idx="52">
                <c:v>0.95</c:v>
              </c:pt>
              <c:pt idx="53">
                <c:v>0.925</c:v>
              </c:pt>
              <c:pt idx="54">
                <c:v>0.8999999999999999</c:v>
              </c:pt>
              <c:pt idx="55">
                <c:v>0.875</c:v>
              </c:pt>
              <c:pt idx="56">
                <c:v>0.8500000000000001</c:v>
              </c:pt>
              <c:pt idx="57">
                <c:v>0.825</c:v>
              </c:pt>
              <c:pt idx="58">
                <c:v>0.8</c:v>
              </c:pt>
              <c:pt idx="59">
                <c:v>0.7749999999999999</c:v>
              </c:pt>
              <c:pt idx="60">
                <c:v>0.75</c:v>
              </c:pt>
              <c:pt idx="61">
                <c:v>0.7250000000000001</c:v>
              </c:pt>
              <c:pt idx="62">
                <c:v>0.7</c:v>
              </c:pt>
              <c:pt idx="63">
                <c:v>0.675</c:v>
              </c:pt>
              <c:pt idx="64">
                <c:v>0.6499999999999999</c:v>
              </c:pt>
              <c:pt idx="65">
                <c:v>0.625</c:v>
              </c:pt>
              <c:pt idx="66">
                <c:v>0.6000000000000001</c:v>
              </c:pt>
              <c:pt idx="67">
                <c:v>0.575</c:v>
              </c:pt>
              <c:pt idx="68">
                <c:v>0.55</c:v>
              </c:pt>
              <c:pt idx="69">
                <c:v>0.5249999999999999</c:v>
              </c:pt>
              <c:pt idx="70">
                <c:v>0.5</c:v>
              </c:pt>
              <c:pt idx="71">
                <c:v>0.4750000000000001</c:v>
              </c:pt>
              <c:pt idx="72">
                <c:v>0.44999999999999996</c:v>
              </c:pt>
              <c:pt idx="73">
                <c:v>0.42500000000000004</c:v>
              </c:pt>
              <c:pt idx="74">
                <c:v>0.3999999999999999</c:v>
              </c:pt>
              <c:pt idx="75">
                <c:v>0.375</c:v>
              </c:pt>
              <c:pt idx="76">
                <c:v>0.3500000000000001</c:v>
              </c:pt>
              <c:pt idx="77">
                <c:v>0.32499999999999996</c:v>
              </c:pt>
              <c:pt idx="78">
                <c:v>0.30000000000000004</c:v>
              </c:pt>
              <c:pt idx="79">
                <c:v>0.2749999999999999</c:v>
              </c:pt>
              <c:pt idx="80">
                <c:v>0.25</c:v>
              </c:pt>
              <c:pt idx="81">
                <c:v>0.2250000000000001</c:v>
              </c:pt>
              <c:pt idx="82">
                <c:v>0.20000000000000018</c:v>
              </c:pt>
              <c:pt idx="83">
                <c:v>0.17499999999999982</c:v>
              </c:pt>
              <c:pt idx="84">
                <c:v>0.1499999999999999</c:v>
              </c:pt>
              <c:pt idx="85">
                <c:v>0.125</c:v>
              </c:pt>
              <c:pt idx="86">
                <c:v>0.10000000000000009</c:v>
              </c:pt>
              <c:pt idx="87">
                <c:v>0.07500000000000018</c:v>
              </c:pt>
              <c:pt idx="88">
                <c:v>0.04999999999999982</c:v>
              </c:pt>
              <c:pt idx="89">
                <c:v>0.02499999999999991</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5.xml><?xml version="1.0" encoding="utf-8"?>
<c:chartSpace xmlns:c="http://schemas.openxmlformats.org/drawingml/2006/chart">
  <c:lang val="en-US"/>
  <c:chart>
    <c:plotArea>
      <c:scatterChart>
        <c:ser>
          <c:idx val="0"/>
          <c:order val="0"/>
          <c:tx>
            <c:v>Unión</c:v>
          </c:tx>
          <c:spPr>
            <a:ln xmlns:a="http://schemas.openxmlformats.org/drawingml/2006/main" w="28575">
              <a:solidFill>
                <a:srgbClr val="D96B18"/>
              </a:solidFill>
            </a:ln>
          </c:spPr>
          <c:marker>
            <c:symbol val="none"/>
            <c:size val="5"/>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0.05</c:v>
              </c:pt>
              <c:pt idx="2">
                <c:v>0.1</c:v>
              </c:pt>
              <c:pt idx="3">
                <c:v>0.15</c:v>
              </c:pt>
              <c:pt idx="4">
                <c:v>0.2</c:v>
              </c:pt>
              <c:pt idx="5">
                <c:v>0.25</c:v>
              </c:pt>
              <c:pt idx="6">
                <c:v>0.3</c:v>
              </c:pt>
              <c:pt idx="7">
                <c:v>0.35</c:v>
              </c:pt>
              <c:pt idx="8">
                <c:v>0.4</c:v>
              </c:pt>
              <c:pt idx="9">
                <c:v>0.45</c:v>
              </c:pt>
              <c:pt idx="10">
                <c:v>0.5</c:v>
              </c:pt>
              <c:pt idx="11">
                <c:v>0.55</c:v>
              </c:pt>
              <c:pt idx="12">
                <c:v>0.6</c:v>
              </c:pt>
              <c:pt idx="13">
                <c:v>0.65</c:v>
              </c:pt>
              <c:pt idx="14">
                <c:v>0.7</c:v>
              </c:pt>
              <c:pt idx="15">
                <c:v>0.75</c:v>
              </c:pt>
              <c:pt idx="16">
                <c:v>0.8</c:v>
              </c:pt>
              <c:pt idx="17">
                <c:v>0.85</c:v>
              </c:pt>
              <c:pt idx="18">
                <c:v>0.9</c:v>
              </c:pt>
              <c:pt idx="19">
                <c:v>0.95</c:v>
              </c:pt>
              <c:pt idx="20">
                <c:v>1</c:v>
              </c:pt>
              <c:pt idx="21">
                <c:v>0.95</c:v>
              </c:pt>
              <c:pt idx="22">
                <c:v>0.8999999999999999</c:v>
              </c:pt>
              <c:pt idx="23">
                <c:v>0.8500000000000001</c:v>
              </c:pt>
              <c:pt idx="24">
                <c:v>0.8</c:v>
              </c:pt>
              <c:pt idx="25">
                <c:v>0.75</c:v>
              </c:pt>
              <c:pt idx="26">
                <c:v>0.7</c:v>
              </c:pt>
              <c:pt idx="27">
                <c:v>0.6499999999999999</c:v>
              </c:pt>
              <c:pt idx="28">
                <c:v>0.6000000000000001</c:v>
              </c:pt>
              <c:pt idx="29">
                <c:v>0.55</c:v>
              </c:pt>
              <c:pt idx="30">
                <c:v>0.5</c:v>
              </c:pt>
              <c:pt idx="31">
                <c:v>0.44999999999999996</c:v>
              </c:pt>
              <c:pt idx="32">
                <c:v>0.3999999999999999</c:v>
              </c:pt>
              <c:pt idx="33">
                <c:v>0.3500000000000001</c:v>
              </c:pt>
              <c:pt idx="34">
                <c:v>0.30000000000000004</c:v>
              </c:pt>
              <c:pt idx="35">
                <c:v>0.25</c:v>
              </c:pt>
              <c:pt idx="36">
                <c:v>0.19999999999999996</c:v>
              </c:pt>
              <c:pt idx="37">
                <c:v>0.1499999999999999</c:v>
              </c:pt>
              <c:pt idx="38">
                <c:v>0.10000000000000009</c:v>
              </c:pt>
              <c:pt idx="39">
                <c:v>0.050000000000000044</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0.04999999999999982</c:v>
              </c:pt>
              <c:pt idx="62">
                <c:v>0.10000000000000009</c:v>
              </c:pt>
              <c:pt idx="63">
                <c:v>0.1499999999999999</c:v>
              </c:pt>
              <c:pt idx="64">
                <c:v>0.20000000000000018</c:v>
              </c:pt>
              <c:pt idx="65">
                <c:v>0.25</c:v>
              </c:pt>
              <c:pt idx="66">
                <c:v>0.2999999999999998</c:v>
              </c:pt>
              <c:pt idx="67">
                <c:v>0.3500000000000001</c:v>
              </c:pt>
              <c:pt idx="68">
                <c:v>0.3999999999999999</c:v>
              </c:pt>
              <c:pt idx="69">
                <c:v>0.4500000000000002</c:v>
              </c:pt>
              <c:pt idx="70">
                <c:v>0.5</c:v>
              </c:pt>
              <c:pt idx="71">
                <c:v>0.5499999999999998</c:v>
              </c:pt>
              <c:pt idx="72">
                <c:v>0.6000000000000001</c:v>
              </c:pt>
              <c:pt idx="73">
                <c:v>0.6499999999999999</c:v>
              </c:pt>
              <c:pt idx="74">
                <c:v>0.7000000000000002</c:v>
              </c:pt>
              <c:pt idx="75">
                <c:v>0.75</c:v>
              </c:pt>
              <c:pt idx="76">
                <c:v>0.7999999999999998</c:v>
              </c:pt>
              <c:pt idx="77">
                <c:v>0.8500000000000001</c:v>
              </c:pt>
              <c:pt idx="78">
                <c:v>0.8999999999999999</c:v>
              </c:pt>
              <c:pt idx="79">
                <c:v>0.9500000000000002</c:v>
              </c:pt>
              <c:pt idx="80">
                <c:v>1</c:v>
              </c:pt>
              <c:pt idx="81">
                <c:v>0.9500000000000002</c:v>
              </c:pt>
              <c:pt idx="82">
                <c:v>0.9000000000000004</c:v>
              </c:pt>
              <c:pt idx="83">
                <c:v>0.8499999999999996</c:v>
              </c:pt>
              <c:pt idx="84">
                <c:v>0.7999999999999998</c:v>
              </c:pt>
              <c:pt idx="85">
                <c:v>0.75</c:v>
              </c:pt>
              <c:pt idx="86">
                <c:v>0.7000000000000002</c:v>
              </c:pt>
              <c:pt idx="87">
                <c:v>0.6500000000000004</c:v>
              </c:pt>
              <c:pt idx="88">
                <c:v>0.5999999999999996</c:v>
              </c:pt>
              <c:pt idx="89">
                <c:v>0.5499999999999998</c:v>
              </c:pt>
              <c:pt idx="90">
                <c:v>0.5</c:v>
              </c:pt>
              <c:pt idx="91">
                <c:v>0.4500000000000002</c:v>
              </c:pt>
              <c:pt idx="92">
                <c:v>0.40000000000000036</c:v>
              </c:pt>
              <c:pt idx="93">
                <c:v>0.34999999999999964</c:v>
              </c:pt>
              <c:pt idx="94">
                <c:v>0.2999999999999998</c:v>
              </c:pt>
              <c:pt idx="95">
                <c:v>0.25</c:v>
              </c:pt>
              <c:pt idx="96">
                <c:v>0.20000000000000018</c:v>
              </c:pt>
              <c:pt idx="97">
                <c:v>0.15000000000000036</c:v>
              </c:pt>
              <c:pt idx="98">
                <c:v>0.09999999999999964</c:v>
              </c:pt>
              <c:pt idx="99">
                <c:v>0.04999999999999982</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x</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16.xml><?xml version="1.0" encoding="utf-8"?>
<c:chartSpace xmlns:c="http://schemas.openxmlformats.org/drawingml/2006/chart">
  <c:lang val="en-US"/>
  <c:chart>
    <c:plotArea>
      <c:scatterChart>
        <c:ser>
          <c:idx val="0"/>
          <c:order val="0"/>
          <c:tx>
            <c:v>Lectura aproximada</c:v>
          </c:tx>
          <c:spPr>
            <a:ln xmlns:a="http://schemas.openxmlformats.org/drawingml/2006/main" w="28575">
              <a:solidFill>
                <a:srgbClr val="2162A0"/>
              </a:solidFill>
            </a:ln>
          </c:spPr>
          <c:marker>
            <c:symbol val="none"/>
            <c:size val="5"/>
          </c:marker>
          <c:xVal>
            <c:numLit>
              <c:formatCode>General</c:formatCode>
              <c:ptCount val="101"/>
              <c:pt idx="0">
                <c:v>9.85</c:v>
              </c:pt>
              <c:pt idx="1">
                <c:v>9.853</c:v>
              </c:pt>
              <c:pt idx="2">
                <c:v>9.856</c:v>
              </c:pt>
              <c:pt idx="3">
                <c:v>9.859</c:v>
              </c:pt>
              <c:pt idx="4">
                <c:v>9.862</c:v>
              </c:pt>
              <c:pt idx="5">
                <c:v>9.865</c:v>
              </c:pt>
              <c:pt idx="6">
                <c:v>9.868</c:v>
              </c:pt>
              <c:pt idx="7">
                <c:v>9.871</c:v>
              </c:pt>
              <c:pt idx="8">
                <c:v>9.874</c:v>
              </c:pt>
              <c:pt idx="9">
                <c:v>9.876999999999999</c:v>
              </c:pt>
              <c:pt idx="10">
                <c:v>9.879999999999999</c:v>
              </c:pt>
              <c:pt idx="11">
                <c:v>9.883</c:v>
              </c:pt>
              <c:pt idx="12">
                <c:v>9.886</c:v>
              </c:pt>
              <c:pt idx="13">
                <c:v>9.889</c:v>
              </c:pt>
              <c:pt idx="14">
                <c:v>9.892</c:v>
              </c:pt>
              <c:pt idx="15">
                <c:v>9.895</c:v>
              </c:pt>
              <c:pt idx="16">
                <c:v>9.898</c:v>
              </c:pt>
              <c:pt idx="17">
                <c:v>9.901</c:v>
              </c:pt>
              <c:pt idx="18">
                <c:v>9.904</c:v>
              </c:pt>
              <c:pt idx="19">
                <c:v>9.907</c:v>
              </c:pt>
              <c:pt idx="20">
                <c:v>9.91</c:v>
              </c:pt>
              <c:pt idx="21">
                <c:v>9.913</c:v>
              </c:pt>
              <c:pt idx="22">
                <c:v>9.916</c:v>
              </c:pt>
              <c:pt idx="23">
                <c:v>9.919</c:v>
              </c:pt>
              <c:pt idx="24">
                <c:v>9.922</c:v>
              </c:pt>
              <c:pt idx="25">
                <c:v>9.925</c:v>
              </c:pt>
              <c:pt idx="26">
                <c:v>9.927999999999999</c:v>
              </c:pt>
              <c:pt idx="27">
                <c:v>9.931</c:v>
              </c:pt>
              <c:pt idx="28">
                <c:v>9.934</c:v>
              </c:pt>
              <c:pt idx="29">
                <c:v>9.937</c:v>
              </c:pt>
              <c:pt idx="30">
                <c:v>9.94</c:v>
              </c:pt>
              <c:pt idx="31">
                <c:v>9.943</c:v>
              </c:pt>
              <c:pt idx="32">
                <c:v>9.946</c:v>
              </c:pt>
              <c:pt idx="33">
                <c:v>9.949</c:v>
              </c:pt>
              <c:pt idx="34">
                <c:v>9.952</c:v>
              </c:pt>
              <c:pt idx="35">
                <c:v>9.955</c:v>
              </c:pt>
              <c:pt idx="36">
                <c:v>9.958</c:v>
              </c:pt>
              <c:pt idx="37">
                <c:v>9.961</c:v>
              </c:pt>
              <c:pt idx="38">
                <c:v>9.964</c:v>
              </c:pt>
              <c:pt idx="39">
                <c:v>9.967</c:v>
              </c:pt>
              <c:pt idx="40">
                <c:v>9.97</c:v>
              </c:pt>
              <c:pt idx="41">
                <c:v>9.973</c:v>
              </c:pt>
              <c:pt idx="42">
                <c:v>9.975999999999999</c:v>
              </c:pt>
              <c:pt idx="43">
                <c:v>9.979</c:v>
              </c:pt>
              <c:pt idx="44">
                <c:v>9.982</c:v>
              </c:pt>
              <c:pt idx="45">
                <c:v>9.985</c:v>
              </c:pt>
              <c:pt idx="46">
                <c:v>9.988</c:v>
              </c:pt>
              <c:pt idx="47">
                <c:v>9.991</c:v>
              </c:pt>
              <c:pt idx="48">
                <c:v>9.994</c:v>
              </c:pt>
              <c:pt idx="49">
                <c:v>9.997</c:v>
              </c:pt>
              <c:pt idx="50">
                <c:v>10</c:v>
              </c:pt>
              <c:pt idx="51">
                <c:v>10.003</c:v>
              </c:pt>
              <c:pt idx="52">
                <c:v>10.006</c:v>
              </c:pt>
              <c:pt idx="53">
                <c:v>10.009</c:v>
              </c:pt>
              <c:pt idx="54">
                <c:v>10.012</c:v>
              </c:pt>
              <c:pt idx="55">
                <c:v>10.015</c:v>
              </c:pt>
              <c:pt idx="56">
                <c:v>10.018</c:v>
              </c:pt>
              <c:pt idx="57">
                <c:v>10.021</c:v>
              </c:pt>
              <c:pt idx="58">
                <c:v>10.024000000000001</c:v>
              </c:pt>
              <c:pt idx="59">
                <c:v>10.027</c:v>
              </c:pt>
              <c:pt idx="60">
                <c:v>10.03</c:v>
              </c:pt>
              <c:pt idx="61">
                <c:v>10.033</c:v>
              </c:pt>
              <c:pt idx="62">
                <c:v>10.036</c:v>
              </c:pt>
              <c:pt idx="63">
                <c:v>10.039</c:v>
              </c:pt>
              <c:pt idx="64">
                <c:v>10.042</c:v>
              </c:pt>
              <c:pt idx="65">
                <c:v>10.045</c:v>
              </c:pt>
              <c:pt idx="66">
                <c:v>10.048</c:v>
              </c:pt>
              <c:pt idx="67">
                <c:v>10.051</c:v>
              </c:pt>
              <c:pt idx="68">
                <c:v>10.054</c:v>
              </c:pt>
              <c:pt idx="69">
                <c:v>10.057</c:v>
              </c:pt>
              <c:pt idx="70">
                <c:v>10.06</c:v>
              </c:pt>
              <c:pt idx="71">
                <c:v>10.063</c:v>
              </c:pt>
              <c:pt idx="72">
                <c:v>10.066</c:v>
              </c:pt>
              <c:pt idx="73">
                <c:v>10.069</c:v>
              </c:pt>
              <c:pt idx="74">
                <c:v>10.072000000000001</c:v>
              </c:pt>
              <c:pt idx="75">
                <c:v>10.075</c:v>
              </c:pt>
              <c:pt idx="76">
                <c:v>10.078</c:v>
              </c:pt>
              <c:pt idx="77">
                <c:v>10.081</c:v>
              </c:pt>
              <c:pt idx="78">
                <c:v>10.084</c:v>
              </c:pt>
              <c:pt idx="79">
                <c:v>10.087</c:v>
              </c:pt>
              <c:pt idx="80">
                <c:v>10.09</c:v>
              </c:pt>
              <c:pt idx="81">
                <c:v>10.093</c:v>
              </c:pt>
              <c:pt idx="82">
                <c:v>10.096</c:v>
              </c:pt>
              <c:pt idx="83">
                <c:v>10.099</c:v>
              </c:pt>
              <c:pt idx="84">
                <c:v>10.102</c:v>
              </c:pt>
              <c:pt idx="85">
                <c:v>10.105</c:v>
              </c:pt>
              <c:pt idx="86">
                <c:v>10.108</c:v>
              </c:pt>
              <c:pt idx="87">
                <c:v>10.111</c:v>
              </c:pt>
              <c:pt idx="88">
                <c:v>10.114</c:v>
              </c:pt>
              <c:pt idx="89">
                <c:v>10.117</c:v>
              </c:pt>
              <c:pt idx="90">
                <c:v>10.120000000000001</c:v>
              </c:pt>
              <c:pt idx="91">
                <c:v>10.123000000000001</c:v>
              </c:pt>
              <c:pt idx="92">
                <c:v>10.126</c:v>
              </c:pt>
              <c:pt idx="93">
                <c:v>10.129</c:v>
              </c:pt>
              <c:pt idx="94">
                <c:v>10.132</c:v>
              </c:pt>
              <c:pt idx="95">
                <c:v>10.135</c:v>
              </c:pt>
              <c:pt idx="96">
                <c:v>10.138</c:v>
              </c:pt>
              <c:pt idx="97">
                <c:v>10.141</c:v>
              </c:pt>
              <c:pt idx="98">
                <c:v>10.144</c:v>
              </c:pt>
              <c:pt idx="99">
                <c:v>10.147</c:v>
              </c:pt>
              <c:pt idx="100">
                <c:v>10.15</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0.009999999999994492</c:v>
              </c:pt>
              <c:pt idx="18">
                <c:v>0.03999999999999573</c:v>
              </c:pt>
              <c:pt idx="19">
                <c:v>0.06999999999999698</c:v>
              </c:pt>
              <c:pt idx="20">
                <c:v>0.09999999999999823</c:v>
              </c:pt>
              <c:pt idx="21">
                <c:v>0.12999999999999948</c:v>
              </c:pt>
              <c:pt idx="22">
                <c:v>0.1600000000000007</c:v>
              </c:pt>
              <c:pt idx="23">
                <c:v>0.19000000000000195</c:v>
              </c:pt>
              <c:pt idx="24">
                <c:v>0.2200000000000032</c:v>
              </c:pt>
              <c:pt idx="25">
                <c:v>0.25000000000000444</c:v>
              </c:pt>
              <c:pt idx="26">
                <c:v>0.2799999999999879</c:v>
              </c:pt>
              <c:pt idx="27">
                <c:v>0.3099999999999892</c:v>
              </c:pt>
              <c:pt idx="28">
                <c:v>0.3399999999999904</c:v>
              </c:pt>
              <c:pt idx="29">
                <c:v>0.36999999999999167</c:v>
              </c:pt>
              <c:pt idx="30">
                <c:v>0.3999999999999929</c:v>
              </c:pt>
              <c:pt idx="31">
                <c:v>0.42999999999999416</c:v>
              </c:pt>
              <c:pt idx="32">
                <c:v>0.45999999999999536</c:v>
              </c:pt>
              <c:pt idx="33">
                <c:v>0.4899999999999966</c:v>
              </c:pt>
              <c:pt idx="34">
                <c:v>0.5199999999999979</c:v>
              </c:pt>
              <c:pt idx="35">
                <c:v>0.5499999999999992</c:v>
              </c:pt>
              <c:pt idx="36">
                <c:v>0.5800000000000004</c:v>
              </c:pt>
              <c:pt idx="37">
                <c:v>0.6100000000000017</c:v>
              </c:pt>
              <c:pt idx="38">
                <c:v>0.6400000000000028</c:v>
              </c:pt>
              <c:pt idx="39">
                <c:v>0.670000000000004</c:v>
              </c:pt>
              <c:pt idx="40">
                <c:v>0.7000000000000053</c:v>
              </c:pt>
              <c:pt idx="41">
                <c:v>0.7300000000000065</c:v>
              </c:pt>
              <c:pt idx="42">
                <c:v>0.75999999999999</c:v>
              </c:pt>
              <c:pt idx="43">
                <c:v>0.7899999999999913</c:v>
              </c:pt>
              <c:pt idx="44">
                <c:v>0.8199999999999925</c:v>
              </c:pt>
              <c:pt idx="45">
                <c:v>0.8499999999999938</c:v>
              </c:pt>
              <c:pt idx="46">
                <c:v>0.879999999999995</c:v>
              </c:pt>
              <c:pt idx="47">
                <c:v>0.9099999999999963</c:v>
              </c:pt>
              <c:pt idx="48">
                <c:v>0.9399999999999975</c:v>
              </c:pt>
              <c:pt idx="49">
                <c:v>0.9699999999999988</c:v>
              </c:pt>
              <c:pt idx="50">
                <c:v>1</c:v>
              </c:pt>
              <c:pt idx="51">
                <c:v>0.9699999999999988</c:v>
              </c:pt>
              <c:pt idx="52">
                <c:v>0.9399999999999975</c:v>
              </c:pt>
              <c:pt idx="53">
                <c:v>0.9099999999999963</c:v>
              </c:pt>
              <c:pt idx="54">
                <c:v>0.879999999999995</c:v>
              </c:pt>
              <c:pt idx="55">
                <c:v>0.8499999999999938</c:v>
              </c:pt>
              <c:pt idx="56">
                <c:v>0.8199999999999925</c:v>
              </c:pt>
              <c:pt idx="57">
                <c:v>0.7899999999999913</c:v>
              </c:pt>
              <c:pt idx="58">
                <c:v>0.75999999999999</c:v>
              </c:pt>
              <c:pt idx="59">
                <c:v>0.7300000000000065</c:v>
              </c:pt>
              <c:pt idx="60">
                <c:v>0.7000000000000053</c:v>
              </c:pt>
              <c:pt idx="61">
                <c:v>0.670000000000004</c:v>
              </c:pt>
              <c:pt idx="62">
                <c:v>0.6400000000000028</c:v>
              </c:pt>
              <c:pt idx="63">
                <c:v>0.6100000000000017</c:v>
              </c:pt>
              <c:pt idx="64">
                <c:v>0.5800000000000004</c:v>
              </c:pt>
              <c:pt idx="65">
                <c:v>0.5499999999999992</c:v>
              </c:pt>
              <c:pt idx="66">
                <c:v>0.5199999999999979</c:v>
              </c:pt>
              <c:pt idx="67">
                <c:v>0.4899999999999966</c:v>
              </c:pt>
              <c:pt idx="68">
                <c:v>0.45999999999999536</c:v>
              </c:pt>
              <c:pt idx="69">
                <c:v>0.42999999999999416</c:v>
              </c:pt>
              <c:pt idx="70">
                <c:v>0.3999999999999929</c:v>
              </c:pt>
              <c:pt idx="71">
                <c:v>0.36999999999999167</c:v>
              </c:pt>
              <c:pt idx="72">
                <c:v>0.3399999999999904</c:v>
              </c:pt>
              <c:pt idx="73">
                <c:v>0.3099999999999892</c:v>
              </c:pt>
              <c:pt idx="74">
                <c:v>0.2799999999999879</c:v>
              </c:pt>
              <c:pt idx="75">
                <c:v>0.25000000000000444</c:v>
              </c:pt>
              <c:pt idx="76">
                <c:v>0.2200000000000032</c:v>
              </c:pt>
              <c:pt idx="77">
                <c:v>0.19000000000000195</c:v>
              </c:pt>
              <c:pt idx="78">
                <c:v>0.1600000000000007</c:v>
              </c:pt>
              <c:pt idx="79">
                <c:v>0.12999999999999948</c:v>
              </c:pt>
              <c:pt idx="80">
                <c:v>0.09999999999999823</c:v>
              </c:pt>
              <c:pt idx="81">
                <c:v>0.06999999999999698</c:v>
              </c:pt>
              <c:pt idx="82">
                <c:v>0.03999999999999573</c:v>
              </c:pt>
              <c:pt idx="83">
                <c:v>0.009999999999994492</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15"/>
          <c:min val="9.85"/>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Voltaje (V)</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0.1"/>
      </c:valAx>
    </c:plotArea>
    <c:plotVisOnly val="1"/>
  </c:chart>
  <c:spPr>
    <a:solidFill xmlns:a="http://schemas.openxmlformats.org/drawingml/2006/main">
      <a:srgbClr val="FFFFFF"/>
    </a:solidFill>
  </c:spPr>
</c:chartSpace>
</file>

<file path=ppt/slides/charts/chart17.xml><?xml version="1.0" encoding="utf-8"?>
<c:chartSpace xmlns:c="http://schemas.openxmlformats.org/drawingml/2006/chart">
  <c:lang val="en-US"/>
  <c:chart>
    <c:plotArea>
      <c:scatterChart>
        <c:scatterStyle val="line"/>
        <c:ser>
          <c:idx val="0"/>
          <c:order val="0"/>
          <c:tx>
            <c:v>Triangular · a &lt; b &lt; c</c:v>
          </c:tx>
          <c:spPr>
            <a:ln xmlns:a="http://schemas.openxmlformats.org/drawingml/2006/main" w="28575">
              <a:solidFill>
                <a:srgbClr val="2162A0"/>
              </a:solidFill>
            </a:ln>
          </c:spPr>
          <c:marker>
            <c:symbol val="none"/>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0.03333333333333336</c:v>
              </c:pt>
              <c:pt idx="22">
                <c:v>0.06666666666666672</c:v>
              </c:pt>
              <c:pt idx="23">
                <c:v>0.09999999999999994</c:v>
              </c:pt>
              <c:pt idx="24">
                <c:v>0.1333333333333333</c:v>
              </c:pt>
              <c:pt idx="25">
                <c:v>0.16666666666666666</c:v>
              </c:pt>
              <c:pt idx="26">
                <c:v>0.20000000000000004</c:v>
              </c:pt>
              <c:pt idx="27">
                <c:v>0.2333333333333334</c:v>
              </c:pt>
              <c:pt idx="28">
                <c:v>0.2666666666666666</c:v>
              </c:pt>
              <c:pt idx="29">
                <c:v>0.3</c:v>
              </c:pt>
              <c:pt idx="30">
                <c:v>0.3333333333333333</c:v>
              </c:pt>
              <c:pt idx="31">
                <c:v>0.3666666666666667</c:v>
              </c:pt>
              <c:pt idx="32">
                <c:v>0.4000000000000001</c:v>
              </c:pt>
              <c:pt idx="33">
                <c:v>0.4333333333333333</c:v>
              </c:pt>
              <c:pt idx="34">
                <c:v>0.4666666666666666</c:v>
              </c:pt>
              <c:pt idx="35">
                <c:v>0.5</c:v>
              </c:pt>
              <c:pt idx="36">
                <c:v>0.5333333333333333</c:v>
              </c:pt>
              <c:pt idx="37">
                <c:v>0.5666666666666668</c:v>
              </c:pt>
              <c:pt idx="38">
                <c:v>0.6</c:v>
              </c:pt>
              <c:pt idx="39">
                <c:v>0.6333333333333333</c:v>
              </c:pt>
              <c:pt idx="40">
                <c:v>0.6666666666666666</c:v>
              </c:pt>
              <c:pt idx="41">
                <c:v>0.6999999999999998</c:v>
              </c:pt>
              <c:pt idx="42">
                <c:v>0.7333333333333334</c:v>
              </c:pt>
              <c:pt idx="43">
                <c:v>0.7666666666666666</c:v>
              </c:pt>
              <c:pt idx="44">
                <c:v>0.8000000000000002</c:v>
              </c:pt>
              <c:pt idx="45">
                <c:v>0.8333333333333334</c:v>
              </c:pt>
              <c:pt idx="46">
                <c:v>0.8666666666666666</c:v>
              </c:pt>
              <c:pt idx="47">
                <c:v>0.9</c:v>
              </c:pt>
              <c:pt idx="48">
                <c:v>0.9333333333333332</c:v>
              </c:pt>
              <c:pt idx="49">
                <c:v>0.9666666666666668</c:v>
              </c:pt>
              <c:pt idx="50">
                <c:v>1</c:v>
              </c:pt>
              <c:pt idx="51">
                <c:v>0.9666666666666668</c:v>
              </c:pt>
              <c:pt idx="52">
                <c:v>0.9333333333333332</c:v>
              </c:pt>
              <c:pt idx="53">
                <c:v>0.9</c:v>
              </c:pt>
              <c:pt idx="54">
                <c:v>0.8666666666666666</c:v>
              </c:pt>
              <c:pt idx="55">
                <c:v>0.8333333333333334</c:v>
              </c:pt>
              <c:pt idx="56">
                <c:v>0.8000000000000002</c:v>
              </c:pt>
              <c:pt idx="57">
                <c:v>0.7666666666666666</c:v>
              </c:pt>
              <c:pt idx="58">
                <c:v>0.7333333333333334</c:v>
              </c:pt>
              <c:pt idx="59">
                <c:v>0.6999999999999998</c:v>
              </c:pt>
              <c:pt idx="60">
                <c:v>0.6666666666666666</c:v>
              </c:pt>
              <c:pt idx="61">
                <c:v>0.6333333333333334</c:v>
              </c:pt>
              <c:pt idx="62">
                <c:v>0.6</c:v>
              </c:pt>
              <c:pt idx="63">
                <c:v>0.5666666666666668</c:v>
              </c:pt>
              <c:pt idx="64">
                <c:v>0.5333333333333332</c:v>
              </c:pt>
              <c:pt idx="65">
                <c:v>0.5</c:v>
              </c:pt>
              <c:pt idx="66">
                <c:v>0.4666666666666668</c:v>
              </c:pt>
              <c:pt idx="67">
                <c:v>0.4333333333333333</c:v>
              </c:pt>
              <c:pt idx="68">
                <c:v>0.4000000000000001</c:v>
              </c:pt>
              <c:pt idx="69">
                <c:v>0.36666666666666653</c:v>
              </c:pt>
              <c:pt idx="70">
                <c:v>0.3333333333333333</c:v>
              </c:pt>
              <c:pt idx="71">
                <c:v>0.3000000000000001</c:v>
              </c:pt>
              <c:pt idx="72">
                <c:v>0.2666666666666666</c:v>
              </c:pt>
              <c:pt idx="73">
                <c:v>0.2333333333333334</c:v>
              </c:pt>
              <c:pt idx="74">
                <c:v>0.19999999999999987</c:v>
              </c:pt>
              <c:pt idx="75">
                <c:v>0.16666666666666666</c:v>
              </c:pt>
              <c:pt idx="76">
                <c:v>0.13333333333333344</c:v>
              </c:pt>
              <c:pt idx="77">
                <c:v>0.09999999999999994</c:v>
              </c:pt>
              <c:pt idx="78">
                <c:v>0.06666666666666672</c:v>
              </c:pt>
              <c:pt idx="79">
                <c:v>0.033333333333333215</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1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0"/>
          <c:min val="0"/>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2"/>
      </c:valAx>
    </c:plotArea>
    <c:plotVisOnly val="1"/>
  </c:chart>
  <c:spPr>
    <a:solidFill xmlns:a="http://schemas.openxmlformats.org/drawingml/2006/main">
      <a:srgbClr val="FFFFFF"/>
    </a:solidFill>
  </c:spPr>
</c:chartSpace>
</file>

<file path=ppt/slides/charts/chart18.xml><?xml version="1.0" encoding="utf-8"?>
<c:chartSpace xmlns:c="http://schemas.openxmlformats.org/drawingml/2006/chart">
  <c:lang val="en-US"/>
  <c:chart>
    <c:plotArea>
      <c:scatterChart>
        <c:scatterStyle val="line"/>
        <c:ser>
          <c:idx val="0"/>
          <c:order val="0"/>
          <c:tx>
            <c:v>Trapezoidal · a &lt; b ≤ c &lt; d</c:v>
          </c:tx>
          <c:spPr>
            <a:ln xmlns:a="http://schemas.openxmlformats.org/drawingml/2006/main" w="28575">
              <a:solidFill>
                <a:srgbClr val="2162A0"/>
              </a:solidFill>
            </a:ln>
          </c:spPr>
          <c:marker>
            <c:symbol val="none"/>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0.050000000000000044</c:v>
              </c:pt>
              <c:pt idx="12">
                <c:v>0.09999999999999998</c:v>
              </c:pt>
              <c:pt idx="13">
                <c:v>0.15000000000000002</c:v>
              </c:pt>
              <c:pt idx="14">
                <c:v>0.19999999999999996</c:v>
              </c:pt>
              <c:pt idx="15">
                <c:v>0.25</c:v>
              </c:pt>
              <c:pt idx="16">
                <c:v>0.30000000000000004</c:v>
              </c:pt>
              <c:pt idx="17">
                <c:v>0.35</c:v>
              </c:pt>
              <c:pt idx="18">
                <c:v>0.4</c:v>
              </c:pt>
              <c:pt idx="19">
                <c:v>0.44999999999999996</c:v>
              </c:pt>
              <c:pt idx="20">
                <c:v>0.5</c:v>
              </c:pt>
              <c:pt idx="21">
                <c:v>0.55</c:v>
              </c:pt>
              <c:pt idx="22">
                <c:v>0.6000000000000001</c:v>
              </c:pt>
              <c:pt idx="23">
                <c:v>0.6499999999999999</c:v>
              </c:pt>
              <c:pt idx="24">
                <c:v>0.7</c:v>
              </c:pt>
              <c:pt idx="25">
                <c:v>0.75</c:v>
              </c:pt>
              <c:pt idx="26">
                <c:v>0.8</c:v>
              </c:pt>
              <c:pt idx="27">
                <c:v>0.8500000000000001</c:v>
              </c:pt>
              <c:pt idx="28">
                <c:v>0.8999999999999999</c:v>
              </c:pt>
              <c:pt idx="29">
                <c:v>0.95</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1</c:v>
              </c:pt>
              <c:pt idx="61">
                <c:v>1</c:v>
              </c:pt>
              <c:pt idx="62">
                <c:v>1</c:v>
              </c:pt>
              <c:pt idx="63">
                <c:v>1</c:v>
              </c:pt>
              <c:pt idx="64">
                <c:v>1</c:v>
              </c:pt>
              <c:pt idx="65">
                <c:v>1</c:v>
              </c:pt>
              <c:pt idx="66">
                <c:v>1</c:v>
              </c:pt>
              <c:pt idx="67">
                <c:v>1</c:v>
              </c:pt>
              <c:pt idx="68">
                <c:v>1</c:v>
              </c:pt>
              <c:pt idx="69">
                <c:v>1</c:v>
              </c:pt>
              <c:pt idx="70">
                <c:v>1</c:v>
              </c:pt>
              <c:pt idx="71">
                <c:v>0.9500000000000002</c:v>
              </c:pt>
              <c:pt idx="72">
                <c:v>0.8999999999999999</c:v>
              </c:pt>
              <c:pt idx="73">
                <c:v>0.8500000000000001</c:v>
              </c:pt>
              <c:pt idx="74">
                <c:v>0.7999999999999998</c:v>
              </c:pt>
              <c:pt idx="75">
                <c:v>0.75</c:v>
              </c:pt>
              <c:pt idx="76">
                <c:v>0.7000000000000002</c:v>
              </c:pt>
              <c:pt idx="77">
                <c:v>0.6499999999999999</c:v>
              </c:pt>
              <c:pt idx="78">
                <c:v>0.6000000000000001</c:v>
              </c:pt>
              <c:pt idx="79">
                <c:v>0.5499999999999998</c:v>
              </c:pt>
              <c:pt idx="80">
                <c:v>0.5</c:v>
              </c:pt>
              <c:pt idx="81">
                <c:v>0.4500000000000002</c:v>
              </c:pt>
              <c:pt idx="82">
                <c:v>0.40000000000000036</c:v>
              </c:pt>
              <c:pt idx="83">
                <c:v>0.34999999999999964</c:v>
              </c:pt>
              <c:pt idx="84">
                <c:v>0.2999999999999998</c:v>
              </c:pt>
              <c:pt idx="85">
                <c:v>0.25</c:v>
              </c:pt>
              <c:pt idx="86">
                <c:v>0.20000000000000018</c:v>
              </c:pt>
              <c:pt idx="87">
                <c:v>0.15000000000000036</c:v>
              </c:pt>
              <c:pt idx="88">
                <c:v>0.09999999999999964</c:v>
              </c:pt>
              <c:pt idx="89">
                <c:v>0.04999999999999982</c:v>
              </c:pt>
              <c:pt idx="90">
                <c:v>0</c:v>
              </c:pt>
              <c:pt idx="91">
                <c:v>0</c:v>
              </c:pt>
              <c:pt idx="92">
                <c:v>0</c:v>
              </c:pt>
              <c:pt idx="93">
                <c:v>0</c:v>
              </c:pt>
              <c:pt idx="94">
                <c:v>0</c:v>
              </c:pt>
              <c:pt idx="95">
                <c:v>0</c:v>
              </c:pt>
              <c:pt idx="96">
                <c:v>0</c:v>
              </c:pt>
              <c:pt idx="97">
                <c:v>0</c:v>
              </c:pt>
              <c:pt idx="98">
                <c:v>0</c:v>
              </c:pt>
              <c:pt idx="99">
                <c:v>0</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1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0"/>
          <c:min val="0"/>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2"/>
      </c:valAx>
    </c:plotArea>
    <c:plotVisOnly val="1"/>
  </c:chart>
  <c:spPr>
    <a:solidFill xmlns:a="http://schemas.openxmlformats.org/drawingml/2006/main">
      <a:srgbClr val="FFFFFF"/>
    </a:solidFill>
  </c:spPr>
</c:chartSpace>
</file>

<file path=ppt/slides/charts/chart19.xml><?xml version="1.0" encoding="utf-8"?>
<c:chartSpace xmlns:c="http://schemas.openxmlformats.org/drawingml/2006/chart">
  <c:lang val="en-US"/>
  <c:chart>
    <c:plotArea>
      <c:scatterChart>
        <c:scatterStyle val="line"/>
        <c:ser>
          <c:idx val="0"/>
          <c:order val="0"/>
          <c:tx>
            <c:v>Gaussiana · sigma &gt; 0</c:v>
          </c:tx>
          <c:spPr>
            <a:ln xmlns:a="http://schemas.openxmlformats.org/drawingml/2006/main" w="28575">
              <a:solidFill>
                <a:srgbClr val="2162A0"/>
              </a:solidFill>
            </a:ln>
          </c:spPr>
          <c:marker>
            <c:symbol val="none"/>
          </c:marker>
          <c:xVal>
            <c:numLit>
              <c:formatCode>General</c:formatCode>
              <c:ptCount val="101"/>
              <c:pt idx="0">
                <c:v>0</c:v>
              </c:pt>
              <c:pt idx="1">
                <c:v>0.1</c:v>
              </c:pt>
              <c:pt idx="2">
                <c:v>0.2</c:v>
              </c:pt>
              <c:pt idx="3">
                <c:v>0.3</c:v>
              </c:pt>
              <c:pt idx="4">
                <c:v>0.4</c:v>
              </c:pt>
              <c:pt idx="5">
                <c:v>0.5</c:v>
              </c:pt>
              <c:pt idx="6">
                <c:v>0.6</c:v>
              </c:pt>
              <c:pt idx="7">
                <c:v>0.7</c:v>
              </c:pt>
              <c:pt idx="8">
                <c:v>0.8</c:v>
              </c:pt>
              <c:pt idx="9">
                <c:v>0.9</c:v>
              </c:pt>
              <c:pt idx="10">
                <c:v>1</c:v>
              </c:pt>
              <c:pt idx="11">
                <c:v>1.1</c:v>
              </c:pt>
              <c:pt idx="12">
                <c:v>1.2</c:v>
              </c:pt>
              <c:pt idx="13">
                <c:v>1.3</c:v>
              </c:pt>
              <c:pt idx="14">
                <c:v>1.4</c:v>
              </c:pt>
              <c:pt idx="15">
                <c:v>1.5</c:v>
              </c:pt>
              <c:pt idx="16">
                <c:v>1.6</c:v>
              </c:pt>
              <c:pt idx="17">
                <c:v>1.7</c:v>
              </c:pt>
              <c:pt idx="18">
                <c:v>1.8</c:v>
              </c:pt>
              <c:pt idx="19">
                <c:v>1.9</c:v>
              </c:pt>
              <c:pt idx="20">
                <c:v>2</c:v>
              </c:pt>
              <c:pt idx="21">
                <c:v>2.1</c:v>
              </c:pt>
              <c:pt idx="22">
                <c:v>2.2</c:v>
              </c:pt>
              <c:pt idx="23">
                <c:v>2.3</c:v>
              </c:pt>
              <c:pt idx="24">
                <c:v>2.4</c:v>
              </c:pt>
              <c:pt idx="25">
                <c:v>2.5</c:v>
              </c:pt>
              <c:pt idx="26">
                <c:v>2.6</c:v>
              </c:pt>
              <c:pt idx="27">
                <c:v>2.7</c:v>
              </c:pt>
              <c:pt idx="28">
                <c:v>2.8</c:v>
              </c:pt>
              <c:pt idx="29">
                <c:v>2.9</c:v>
              </c:pt>
              <c:pt idx="30">
                <c:v>3</c:v>
              </c:pt>
              <c:pt idx="31">
                <c:v>3.1</c:v>
              </c:pt>
              <c:pt idx="32">
                <c:v>3.2</c:v>
              </c:pt>
              <c:pt idx="33">
                <c:v>3.3</c:v>
              </c:pt>
              <c:pt idx="34">
                <c:v>3.4</c:v>
              </c:pt>
              <c:pt idx="35">
                <c:v>3.5</c:v>
              </c:pt>
              <c:pt idx="36">
                <c:v>3.6</c:v>
              </c:pt>
              <c:pt idx="37">
                <c:v>3.7</c:v>
              </c:pt>
              <c:pt idx="38">
                <c:v>3.8</c:v>
              </c:pt>
              <c:pt idx="39">
                <c:v>3.9</c:v>
              </c:pt>
              <c:pt idx="40">
                <c:v>4</c:v>
              </c:pt>
              <c:pt idx="41">
                <c:v>4.1</c:v>
              </c:pt>
              <c:pt idx="42">
                <c:v>4.2</c:v>
              </c:pt>
              <c:pt idx="43">
                <c:v>4.3</c:v>
              </c:pt>
              <c:pt idx="44">
                <c:v>4.4</c:v>
              </c:pt>
              <c:pt idx="45">
                <c:v>4.5</c:v>
              </c:pt>
              <c:pt idx="46">
                <c:v>4.6</c:v>
              </c:pt>
              <c:pt idx="47">
                <c:v>4.7</c:v>
              </c:pt>
              <c:pt idx="48">
                <c:v>4.8</c:v>
              </c:pt>
              <c:pt idx="49">
                <c:v>4.9</c:v>
              </c:pt>
              <c:pt idx="50">
                <c:v>5</c:v>
              </c:pt>
              <c:pt idx="51">
                <c:v>5.1</c:v>
              </c:pt>
              <c:pt idx="52">
                <c:v>5.2</c:v>
              </c:pt>
              <c:pt idx="53">
                <c:v>5.3</c:v>
              </c:pt>
              <c:pt idx="54">
                <c:v>5.4</c:v>
              </c:pt>
              <c:pt idx="55">
                <c:v>5.5</c:v>
              </c:pt>
              <c:pt idx="56">
                <c:v>5.6</c:v>
              </c:pt>
              <c:pt idx="57">
                <c:v>5.7</c:v>
              </c:pt>
              <c:pt idx="58">
                <c:v>5.8</c:v>
              </c:pt>
              <c:pt idx="59">
                <c:v>5.9</c:v>
              </c:pt>
              <c:pt idx="60">
                <c:v>6</c:v>
              </c:pt>
              <c:pt idx="61">
                <c:v>6.1</c:v>
              </c:pt>
              <c:pt idx="62">
                <c:v>6.2</c:v>
              </c:pt>
              <c:pt idx="63">
                <c:v>6.3</c:v>
              </c:pt>
              <c:pt idx="64">
                <c:v>6.4</c:v>
              </c:pt>
              <c:pt idx="65">
                <c:v>6.5</c:v>
              </c:pt>
              <c:pt idx="66">
                <c:v>6.6</c:v>
              </c:pt>
              <c:pt idx="67">
                <c:v>6.7</c:v>
              </c:pt>
              <c:pt idx="68">
                <c:v>6.8</c:v>
              </c:pt>
              <c:pt idx="69">
                <c:v>6.9</c:v>
              </c:pt>
              <c:pt idx="70">
                <c:v>7</c:v>
              </c:pt>
              <c:pt idx="71">
                <c:v>7.1</c:v>
              </c:pt>
              <c:pt idx="72">
                <c:v>7.2</c:v>
              </c:pt>
              <c:pt idx="73">
                <c:v>7.3</c:v>
              </c:pt>
              <c:pt idx="74">
                <c:v>7.4</c:v>
              </c:pt>
              <c:pt idx="75">
                <c:v>7.5</c:v>
              </c:pt>
              <c:pt idx="76">
                <c:v>7.6</c:v>
              </c:pt>
              <c:pt idx="77">
                <c:v>7.7</c:v>
              </c:pt>
              <c:pt idx="78">
                <c:v>7.8</c:v>
              </c:pt>
              <c:pt idx="79">
                <c:v>7.9</c:v>
              </c:pt>
              <c:pt idx="80">
                <c:v>8</c:v>
              </c:pt>
              <c:pt idx="81">
                <c:v>8.1</c:v>
              </c:pt>
              <c:pt idx="82">
                <c:v>8.2</c:v>
              </c:pt>
              <c:pt idx="83">
                <c:v>8.3</c:v>
              </c:pt>
              <c:pt idx="84">
                <c:v>8.4</c:v>
              </c:pt>
              <c:pt idx="85">
                <c:v>8.5</c:v>
              </c:pt>
              <c:pt idx="86">
                <c:v>8.6</c:v>
              </c:pt>
              <c:pt idx="87">
                <c:v>8.7</c:v>
              </c:pt>
              <c:pt idx="88">
                <c:v>8.8</c:v>
              </c:pt>
              <c:pt idx="89">
                <c:v>8.9</c:v>
              </c:pt>
              <c:pt idx="90">
                <c:v>9</c:v>
              </c:pt>
              <c:pt idx="91">
                <c:v>9.1</c:v>
              </c:pt>
              <c:pt idx="92">
                <c:v>9.2</c:v>
              </c:pt>
              <c:pt idx="93">
                <c:v>9.3</c:v>
              </c:pt>
              <c:pt idx="94">
                <c:v>9.4</c:v>
              </c:pt>
              <c:pt idx="95">
                <c:v>9.5</c:v>
              </c:pt>
              <c:pt idx="96">
                <c:v>9.6</c:v>
              </c:pt>
              <c:pt idx="97">
                <c:v>9.7</c:v>
              </c:pt>
              <c:pt idx="98">
                <c:v>9.8</c:v>
              </c:pt>
              <c:pt idx="99">
                <c:v>9.9</c:v>
              </c:pt>
              <c:pt idx="100">
                <c:v>10</c:v>
              </c:pt>
            </c:numLit>
          </c:xVal>
          <c:yVal>
            <c:numLit>
              <c:formatCode>General</c:formatCode>
              <c:ptCount val="101"/>
              <c:pt idx="0">
                <c:v>0.0006134267461370622</c:v>
              </c:pt>
              <c:pt idx="1">
                <c:v>0.000822180750585008</c:v>
              </c:pt>
              <c:pt idx="2">
                <c:v>0.0010954740934747866</c:v>
              </c:pt>
              <c:pt idx="3">
                <c:v>0.0014509990517721071</c:v>
              </c:pt>
              <c:pt idx="4">
                <c:v>0.0019105673682673003</c:v>
              </c:pt>
              <c:pt idx="5">
                <c:v>0.0025008508616426468</c:v>
              </c:pt>
              <c:pt idx="6">
                <c:v>0.003254194006977994</c:v>
              </c:pt>
              <c:pt idx="7">
                <c:v>0.004209488221848627</c:v>
              </c:pt>
              <c:pt idx="8">
                <c:v>0.00541309148006536</c:v>
              </c:pt>
              <c:pt idx="9">
                <c:v>0.006919769763579508</c:v>
              </c:pt>
              <c:pt idx="10">
                <c:v>0.008793628879684868</c:v>
              </c:pt>
              <c:pt idx="11">
                <c:v>0.011108996538242306</c:v>
              </c:pt>
              <c:pt idx="12">
                <c:v>0.013951205633448241</c:v>
              </c:pt>
              <c:pt idx="13">
                <c:v>0.01741722085321561</c:v>
              </c:pt>
              <c:pt idx="14">
                <c:v>0.02161604260814102</c:v>
              </c:pt>
              <c:pt idx="15">
                <c:v>0.026668815498487194</c:v>
              </c:pt>
              <c:pt idx="16">
                <c:v>0.0327085638740058</c:v>
              </c:pt>
              <c:pt idx="17">
                <c:v>0.039879475292889724</c:v>
              </c:pt>
              <c:pt idx="18">
                <c:v>0.048335654665708876</c:v>
              </c:pt>
              <c:pt idx="19">
                <c:v>0.058239278342236266</c:v>
              </c:pt>
              <c:pt idx="20">
                <c:v>0.06975808901308159</c:v>
              </c:pt>
              <c:pt idx="21">
                <c:v>0.08306218951588741</c:v>
              </c:pt>
              <c:pt idx="22">
                <c:v>0.09832011665728238</c:v>
              </c:pt>
              <c:pt idx="23">
                <c:v>0.1156942048541658</c:v>
              </c:pt>
              <c:pt idx="24">
                <c:v>0.1353352832366127</c:v>
              </c:pt>
              <c:pt idx="25">
                <c:v>0.15737678788176732</c:v>
              </c:pt>
              <c:pt idx="26">
                <c:v>0.18192841165599005</c:v>
              </c:pt>
              <c:pt idx="27">
                <c:v>0.20906945588916526</c:v>
              </c:pt>
              <c:pt idx="28">
                <c:v>0.23884208856496578</c:v>
              </c:pt>
              <c:pt idx="29">
                <c:v>0.2712447503642366</c:v>
              </c:pt>
              <c:pt idx="30">
                <c:v>0.3062259800580424</c:v>
              </c:pt>
              <c:pt idx="31">
                <c:v>0.3436789517169686</c:v>
              </c:pt>
              <c:pt idx="32">
                <c:v>0.38343702546575154</c:v>
              </c:pt>
              <c:pt idx="33">
                <c:v>0.4252706089254702</c:v>
              </c:pt>
              <c:pt idx="34">
                <c:v>0.46888560648317157</c:v>
              </c:pt>
              <c:pt idx="35">
                <c:v>0.5139236973033376</c:v>
              </c:pt>
              <c:pt idx="36">
                <c:v>0.5599646306480001</c:v>
              </c:pt>
              <c:pt idx="37">
                <c:v>0.6065306597126335</c:v>
              </c:pt>
              <c:pt idx="38">
                <c:v>0.653093154969842</c:v>
              </c:pt>
              <c:pt idx="39">
                <c:v>0.699081348109621</c:v>
              </c:pt>
              <c:pt idx="40">
                <c:v>0.7438930621376465</c:v>
              </c:pt>
              <c:pt idx="41">
                <c:v>0.7869071868117634</c:v>
              </c:pt>
              <c:pt idx="42">
                <c:v>0.8274975665783693</c:v>
              </c:pt>
              <c:pt idx="43">
                <c:v>0.8650478858648663</c:v>
              </c:pt>
              <c:pt idx="44">
                <c:v>0.8989670691281667</c:v>
              </c:pt>
              <c:pt idx="45">
                <c:v>0.9287046650192516</c:v>
              </c:pt>
              <c:pt idx="46">
                <c:v>0.953765659060199</c:v>
              </c:pt>
              <c:pt idx="47">
                <c:v>0.9737241598049973</c:v>
              </c:pt>
              <c:pt idx="48">
                <c:v>0.9882354306130865</c:v>
              </c:pt>
              <c:pt idx="49">
                <c:v>0.9970457924028208</c:v>
              </c:pt>
              <c:pt idx="50">
                <c:v>1</c:v>
              </c:pt>
              <c:pt idx="51">
                <c:v>0.9970457924028208</c:v>
              </c:pt>
              <c:pt idx="52">
                <c:v>0.9882354306130865</c:v>
              </c:pt>
              <c:pt idx="53">
                <c:v>0.9737241598049973</c:v>
              </c:pt>
              <c:pt idx="54">
                <c:v>0.953765659060199</c:v>
              </c:pt>
              <c:pt idx="55">
                <c:v>0.9287046650192516</c:v>
              </c:pt>
              <c:pt idx="56">
                <c:v>0.8989670691281667</c:v>
              </c:pt>
              <c:pt idx="57">
                <c:v>0.8650478858648663</c:v>
              </c:pt>
              <c:pt idx="58">
                <c:v>0.8274975665783693</c:v>
              </c:pt>
              <c:pt idx="59">
                <c:v>0.7869071868117634</c:v>
              </c:pt>
              <c:pt idx="60">
                <c:v>0.7438930621376465</c:v>
              </c:pt>
              <c:pt idx="61">
                <c:v>0.6990813481096212</c:v>
              </c:pt>
              <c:pt idx="62">
                <c:v>0.653093154969842</c:v>
              </c:pt>
              <c:pt idx="63">
                <c:v>0.6065306597126335</c:v>
              </c:pt>
              <c:pt idx="64">
                <c:v>0.559964630648</c:v>
              </c:pt>
              <c:pt idx="65">
                <c:v>0.5139236973033376</c:v>
              </c:pt>
              <c:pt idx="66">
                <c:v>0.4688856064831718</c:v>
              </c:pt>
              <c:pt idx="67">
                <c:v>0.4252706089254702</c:v>
              </c:pt>
              <c:pt idx="68">
                <c:v>0.38343702546575154</c:v>
              </c:pt>
              <c:pt idx="69">
                <c:v>0.3436789517169685</c:v>
              </c:pt>
              <c:pt idx="70">
                <c:v>0.3062259800580424</c:v>
              </c:pt>
              <c:pt idx="71">
                <c:v>0.2712447503642368</c:v>
              </c:pt>
              <c:pt idx="72">
                <c:v>0.23884208856496578</c:v>
              </c:pt>
              <c:pt idx="73">
                <c:v>0.20906945588916526</c:v>
              </c:pt>
              <c:pt idx="74">
                <c:v>0.18192841165598994</c:v>
              </c:pt>
              <c:pt idx="75">
                <c:v>0.15737678788176732</c:v>
              </c:pt>
              <c:pt idx="76">
                <c:v>0.1353352832366128</c:v>
              </c:pt>
              <c:pt idx="77">
                <c:v>0.1156942048541658</c:v>
              </c:pt>
              <c:pt idx="78">
                <c:v>0.09832011665728238</c:v>
              </c:pt>
              <c:pt idx="79">
                <c:v>0.08306218951588741</c:v>
              </c:pt>
              <c:pt idx="80">
                <c:v>0.06975808901308159</c:v>
              </c:pt>
              <c:pt idx="81">
                <c:v>0.05823927834223634</c:v>
              </c:pt>
              <c:pt idx="82">
                <c:v>0.04833565466570899</c:v>
              </c:pt>
              <c:pt idx="83">
                <c:v>0.03987947529288969</c:v>
              </c:pt>
              <c:pt idx="84">
                <c:v>0.0327085638740058</c:v>
              </c:pt>
              <c:pt idx="85">
                <c:v>0.026668815498487194</c:v>
              </c:pt>
              <c:pt idx="86">
                <c:v>0.021616042608141036</c:v>
              </c:pt>
              <c:pt idx="87">
                <c:v>0.017417220853215655</c:v>
              </c:pt>
              <c:pt idx="88">
                <c:v>0.013951205633448215</c:v>
              </c:pt>
              <c:pt idx="89">
                <c:v>0.011108996538242306</c:v>
              </c:pt>
              <c:pt idx="90">
                <c:v>0.008793628879684868</c:v>
              </c:pt>
              <c:pt idx="91">
                <c:v>0.006919769763579508</c:v>
              </c:pt>
              <c:pt idx="92">
                <c:v>0.005413091480065375</c:v>
              </c:pt>
              <c:pt idx="93">
                <c:v>0.004209488221848624</c:v>
              </c:pt>
              <c:pt idx="94">
                <c:v>0.003254194006977994</c:v>
              </c:pt>
              <c:pt idx="95">
                <c:v>0.0025008508616426468</c:v>
              </c:pt>
              <c:pt idx="96">
                <c:v>0.0019105673682673003</c:v>
              </c:pt>
              <c:pt idx="97">
                <c:v>0.001450999051772111</c:v>
              </c:pt>
              <c:pt idx="98">
                <c:v>0.0010954740934747847</c:v>
              </c:pt>
              <c:pt idx="99">
                <c:v>0.000822180750585008</c:v>
              </c:pt>
              <c:pt idx="100">
                <c:v>0.0006134267461370622</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1E7EB"/>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0.5"/>
      </c:valAx>
      <c:valAx>
        <c:axId val="48650112"/>
        <c:scaling>
          <c:orientation val="minMax"/>
          <c:max val="10"/>
          <c:min val="0"/>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2"/>
      </c:valAx>
    </c:plotArea>
    <c:plotVisOnly val="1"/>
  </c:chart>
  <c:spPr>
    <a:solidFill xmlns:a="http://schemas.openxmlformats.org/drawingml/2006/main">
      <a:srgbClr val="FFFFFF"/>
    </a:solidFill>
  </c:spPr>
</c:chartSpace>
</file>

<file path=ppt/slides/charts/chart20.xml><?xml version="1.0" encoding="utf-8"?>
<c:chartSpace xmlns:c="http://schemas.openxmlformats.org/drawingml/2006/chart">
  <c:lang val="en-US"/>
  <c:chart>
    <c:plotArea>
      <c:scatterChart>
        <c:scatterStyle val="line"/>
        <c:ser>
          <c:idx val="0"/>
          <c:order val="0"/>
          <c:tx>
            <c:v>Extra rápido</c:v>
          </c:tx>
          <c:spPr>
            <a:ln xmlns:a="http://schemas.openxmlformats.org/drawingml/2006/main" w="28575">
              <a:solidFill>
                <a:srgbClr val="2162A0"/>
              </a:solidFill>
            </a:ln>
          </c:spPr>
          <c:marker>
            <c:symbol val="none"/>
          </c:marker>
          <c:xVal>
            <c:numLit>
              <c:formatCode>General</c:formatCode>
              <c:ptCount val="201"/>
              <c:pt idx="0">
                <c:v>0</c:v>
              </c:pt>
              <c:pt idx="1">
                <c:v>0.2</c:v>
              </c:pt>
              <c:pt idx="2">
                <c:v>0.4</c:v>
              </c:pt>
              <c:pt idx="3">
                <c:v>0.6</c:v>
              </c:pt>
              <c:pt idx="4">
                <c:v>0.8</c:v>
              </c:pt>
              <c:pt idx="5">
                <c:v>1</c:v>
              </c:pt>
              <c:pt idx="6">
                <c:v>1.2</c:v>
              </c:pt>
              <c:pt idx="7">
                <c:v>1.4</c:v>
              </c:pt>
              <c:pt idx="8">
                <c:v>1.6</c:v>
              </c:pt>
              <c:pt idx="9">
                <c:v>1.8</c:v>
              </c:pt>
              <c:pt idx="10">
                <c:v>2</c:v>
              </c:pt>
              <c:pt idx="11">
                <c:v>2.2</c:v>
              </c:pt>
              <c:pt idx="12">
                <c:v>2.4</c:v>
              </c:pt>
              <c:pt idx="13">
                <c:v>2.6</c:v>
              </c:pt>
              <c:pt idx="14">
                <c:v>2.8</c:v>
              </c:pt>
              <c:pt idx="15">
                <c:v>3</c:v>
              </c:pt>
              <c:pt idx="16">
                <c:v>3.2</c:v>
              </c:pt>
              <c:pt idx="17">
                <c:v>3.4</c:v>
              </c:pt>
              <c:pt idx="18">
                <c:v>3.6</c:v>
              </c:pt>
              <c:pt idx="19">
                <c:v>3.8</c:v>
              </c:pt>
              <c:pt idx="20">
                <c:v>4</c:v>
              </c:pt>
              <c:pt idx="21">
                <c:v>4.2</c:v>
              </c:pt>
              <c:pt idx="22">
                <c:v>4.4</c:v>
              </c:pt>
              <c:pt idx="23">
                <c:v>4.6</c:v>
              </c:pt>
              <c:pt idx="24">
                <c:v>4.8</c:v>
              </c:pt>
              <c:pt idx="25">
                <c:v>5</c:v>
              </c:pt>
              <c:pt idx="26">
                <c:v>5.2</c:v>
              </c:pt>
              <c:pt idx="27">
                <c:v>5.4</c:v>
              </c:pt>
              <c:pt idx="28">
                <c:v>5.6</c:v>
              </c:pt>
              <c:pt idx="29">
                <c:v>5.8</c:v>
              </c:pt>
              <c:pt idx="30">
                <c:v>6</c:v>
              </c:pt>
              <c:pt idx="31">
                <c:v>6.2</c:v>
              </c:pt>
              <c:pt idx="32">
                <c:v>6.4</c:v>
              </c:pt>
              <c:pt idx="33">
                <c:v>6.6</c:v>
              </c:pt>
              <c:pt idx="34">
                <c:v>6.8</c:v>
              </c:pt>
              <c:pt idx="35">
                <c:v>7</c:v>
              </c:pt>
              <c:pt idx="36">
                <c:v>7.2</c:v>
              </c:pt>
              <c:pt idx="37">
                <c:v>7.4</c:v>
              </c:pt>
              <c:pt idx="38">
                <c:v>7.6</c:v>
              </c:pt>
              <c:pt idx="39">
                <c:v>7.8</c:v>
              </c:pt>
              <c:pt idx="40">
                <c:v>8</c:v>
              </c:pt>
              <c:pt idx="41">
                <c:v>8.2</c:v>
              </c:pt>
              <c:pt idx="42">
                <c:v>8.4</c:v>
              </c:pt>
              <c:pt idx="43">
                <c:v>8.6</c:v>
              </c:pt>
              <c:pt idx="44">
                <c:v>8.8</c:v>
              </c:pt>
              <c:pt idx="45">
                <c:v>9</c:v>
              </c:pt>
              <c:pt idx="46">
                <c:v>9.2</c:v>
              </c:pt>
              <c:pt idx="47">
                <c:v>9.4</c:v>
              </c:pt>
              <c:pt idx="48">
                <c:v>9.6</c:v>
              </c:pt>
              <c:pt idx="49">
                <c:v>9.8</c:v>
              </c:pt>
              <c:pt idx="50">
                <c:v>10</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20</c:v>
              </c:pt>
              <c:pt idx="101">
                <c:v>20.2</c:v>
              </c:pt>
              <c:pt idx="102">
                <c:v>20.4</c:v>
              </c:pt>
              <c:pt idx="103">
                <c:v>20.6</c:v>
              </c:pt>
              <c:pt idx="104">
                <c:v>20.8</c:v>
              </c:pt>
              <c:pt idx="105">
                <c:v>21</c:v>
              </c:pt>
              <c:pt idx="106">
                <c:v>21.2</c:v>
              </c:pt>
              <c:pt idx="107">
                <c:v>21.4</c:v>
              </c:pt>
              <c:pt idx="108">
                <c:v>21.6</c:v>
              </c:pt>
              <c:pt idx="109">
                <c:v>21.8</c:v>
              </c:pt>
              <c:pt idx="110">
                <c:v>22</c:v>
              </c:pt>
              <c:pt idx="111">
                <c:v>22.2</c:v>
              </c:pt>
              <c:pt idx="112">
                <c:v>22.4</c:v>
              </c:pt>
              <c:pt idx="113">
                <c:v>22.6</c:v>
              </c:pt>
              <c:pt idx="114">
                <c:v>22.8</c:v>
              </c:pt>
              <c:pt idx="115">
                <c:v>23</c:v>
              </c:pt>
              <c:pt idx="116">
                <c:v>23.2</c:v>
              </c:pt>
              <c:pt idx="117">
                <c:v>23.4</c:v>
              </c:pt>
              <c:pt idx="118">
                <c:v>23.6</c:v>
              </c:pt>
              <c:pt idx="119">
                <c:v>23.8</c:v>
              </c:pt>
              <c:pt idx="120">
                <c:v>24</c:v>
              </c:pt>
              <c:pt idx="121">
                <c:v>24.2</c:v>
              </c:pt>
              <c:pt idx="122">
                <c:v>24.4</c:v>
              </c:pt>
              <c:pt idx="123">
                <c:v>24.6</c:v>
              </c:pt>
              <c:pt idx="124">
                <c:v>24.8</c:v>
              </c:pt>
              <c:pt idx="125">
                <c:v>25</c:v>
              </c:pt>
              <c:pt idx="126">
                <c:v>25.2</c:v>
              </c:pt>
              <c:pt idx="127">
                <c:v>25.4</c:v>
              </c:pt>
              <c:pt idx="128">
                <c:v>25.6</c:v>
              </c:pt>
              <c:pt idx="129">
                <c:v>25.8</c:v>
              </c:pt>
              <c:pt idx="130">
                <c:v>26</c:v>
              </c:pt>
              <c:pt idx="131">
                <c:v>26.2</c:v>
              </c:pt>
              <c:pt idx="132">
                <c:v>26.4</c:v>
              </c:pt>
              <c:pt idx="133">
                <c:v>26.6</c:v>
              </c:pt>
              <c:pt idx="134">
                <c:v>26.8</c:v>
              </c:pt>
              <c:pt idx="135">
                <c:v>27</c:v>
              </c:pt>
              <c:pt idx="136">
                <c:v>27.2</c:v>
              </c:pt>
              <c:pt idx="137">
                <c:v>27.4</c:v>
              </c:pt>
              <c:pt idx="138">
                <c:v>27.6</c:v>
              </c:pt>
              <c:pt idx="139">
                <c:v>27.8</c:v>
              </c:pt>
              <c:pt idx="140">
                <c:v>28</c:v>
              </c:pt>
              <c:pt idx="141">
                <c:v>28.2</c:v>
              </c:pt>
              <c:pt idx="142">
                <c:v>28.4</c:v>
              </c:pt>
              <c:pt idx="143">
                <c:v>28.6</c:v>
              </c:pt>
              <c:pt idx="144">
                <c:v>28.8</c:v>
              </c:pt>
              <c:pt idx="145">
                <c:v>29</c:v>
              </c:pt>
              <c:pt idx="146">
                <c:v>29.2</c:v>
              </c:pt>
              <c:pt idx="147">
                <c:v>29.4</c:v>
              </c:pt>
              <c:pt idx="148">
                <c:v>29.6</c:v>
              </c:pt>
              <c:pt idx="149">
                <c:v>29.8</c:v>
              </c:pt>
              <c:pt idx="150">
                <c:v>30</c:v>
              </c:pt>
              <c:pt idx="151">
                <c:v>30.2</c:v>
              </c:pt>
              <c:pt idx="152">
                <c:v>30.4</c:v>
              </c:pt>
              <c:pt idx="153">
                <c:v>30.6</c:v>
              </c:pt>
              <c:pt idx="154">
                <c:v>30.8</c:v>
              </c:pt>
              <c:pt idx="155">
                <c:v>31</c:v>
              </c:pt>
              <c:pt idx="156">
                <c:v>31.2</c:v>
              </c:pt>
              <c:pt idx="157">
                <c:v>31.4</c:v>
              </c:pt>
              <c:pt idx="158">
                <c:v>31.6</c:v>
              </c:pt>
              <c:pt idx="159">
                <c:v>31.8</c:v>
              </c:pt>
              <c:pt idx="160">
                <c:v>32</c:v>
              </c:pt>
              <c:pt idx="161">
                <c:v>32.2</c:v>
              </c:pt>
              <c:pt idx="162">
                <c:v>32.4</c:v>
              </c:pt>
              <c:pt idx="163">
                <c:v>32.6</c:v>
              </c:pt>
              <c:pt idx="164">
                <c:v>32.8</c:v>
              </c:pt>
              <c:pt idx="165">
                <c:v>33</c:v>
              </c:pt>
              <c:pt idx="166">
                <c:v>33.2</c:v>
              </c:pt>
              <c:pt idx="167">
                <c:v>33.4</c:v>
              </c:pt>
              <c:pt idx="168">
                <c:v>33.6</c:v>
              </c:pt>
              <c:pt idx="169">
                <c:v>33.8</c:v>
              </c:pt>
              <c:pt idx="170">
                <c:v>34</c:v>
              </c:pt>
              <c:pt idx="171">
                <c:v>34.2</c:v>
              </c:pt>
              <c:pt idx="172">
                <c:v>34.4</c:v>
              </c:pt>
              <c:pt idx="173">
                <c:v>34.6</c:v>
              </c:pt>
              <c:pt idx="174">
                <c:v>34.8</c:v>
              </c:pt>
              <c:pt idx="175">
                <c:v>35</c:v>
              </c:pt>
              <c:pt idx="176">
                <c:v>35.2</c:v>
              </c:pt>
              <c:pt idx="177">
                <c:v>35.4</c:v>
              </c:pt>
              <c:pt idx="178">
                <c:v>35.6</c:v>
              </c:pt>
              <c:pt idx="179">
                <c:v>35.8</c:v>
              </c:pt>
              <c:pt idx="180">
                <c:v>36</c:v>
              </c:pt>
              <c:pt idx="181">
                <c:v>36.2</c:v>
              </c:pt>
              <c:pt idx="182">
                <c:v>36.4</c:v>
              </c:pt>
              <c:pt idx="183">
                <c:v>36.6</c:v>
              </c:pt>
              <c:pt idx="184">
                <c:v>36.8</c:v>
              </c:pt>
              <c:pt idx="185">
                <c:v>37</c:v>
              </c:pt>
              <c:pt idx="186">
                <c:v>37.2</c:v>
              </c:pt>
              <c:pt idx="187">
                <c:v>37.4</c:v>
              </c:pt>
              <c:pt idx="188">
                <c:v>37.6</c:v>
              </c:pt>
              <c:pt idx="189">
                <c:v>37.8</c:v>
              </c:pt>
              <c:pt idx="190">
                <c:v>38</c:v>
              </c:pt>
              <c:pt idx="191">
                <c:v>38.2</c:v>
              </c:pt>
              <c:pt idx="192">
                <c:v>38.4</c:v>
              </c:pt>
              <c:pt idx="193">
                <c:v>38.6</c:v>
              </c:pt>
              <c:pt idx="194">
                <c:v>38.8</c:v>
              </c:pt>
              <c:pt idx="195">
                <c:v>39</c:v>
              </c:pt>
              <c:pt idx="196">
                <c:v>39.2</c:v>
              </c:pt>
              <c:pt idx="197">
                <c:v>39.4</c:v>
              </c:pt>
              <c:pt idx="198">
                <c:v>39.6</c:v>
              </c:pt>
              <c:pt idx="199">
                <c:v>39.8</c:v>
              </c:pt>
              <c:pt idx="200">
                <c:v>40</c:v>
              </c:pt>
            </c:numLit>
          </c:xVal>
          <c:yVal>
            <c:numLit>
              <c:formatCode>General</c:formatCode>
              <c:ptCount val="201"/>
              <c:pt idx="0">
                <c:v>1</c:v>
              </c:pt>
              <c:pt idx="1">
                <c:v>1</c:v>
              </c:pt>
              <c:pt idx="2">
                <c:v>1</c:v>
              </c:pt>
              <c:pt idx="3">
                <c:v>1</c:v>
              </c:pt>
              <c:pt idx="4">
                <c:v>1</c:v>
              </c:pt>
              <c:pt idx="5">
                <c:v>1</c:v>
              </c:pt>
              <c:pt idx="6">
                <c:v>1</c:v>
              </c:pt>
              <c:pt idx="7">
                <c:v>1</c:v>
              </c:pt>
              <c:pt idx="8">
                <c:v>1</c:v>
              </c:pt>
              <c:pt idx="9">
                <c:v>1</c:v>
              </c:pt>
              <c:pt idx="10">
                <c:v>1</c:v>
              </c:pt>
              <c:pt idx="11">
                <c:v>0.9333333333333332</c:v>
              </c:pt>
              <c:pt idx="12">
                <c:v>0.8666666666666667</c:v>
              </c:pt>
              <c:pt idx="13">
                <c:v>0.7999999999999999</c:v>
              </c:pt>
              <c:pt idx="14">
                <c:v>0.7333333333333334</c:v>
              </c:pt>
              <c:pt idx="15">
                <c:v>0.6666666666666667</c:v>
              </c:pt>
              <c:pt idx="16">
                <c:v>0.5999999999999999</c:v>
              </c:pt>
              <c:pt idx="17">
                <c:v>0.5333333333333334</c:v>
              </c:pt>
              <c:pt idx="18">
                <c:v>0.4666666666666667</c:v>
              </c:pt>
              <c:pt idx="19">
                <c:v>0.4</c:v>
              </c:pt>
              <c:pt idx="20">
                <c:v>0.33333333333333337</c:v>
              </c:pt>
              <c:pt idx="21">
                <c:v>0.2666666666666666</c:v>
              </c:pt>
              <c:pt idx="22">
                <c:v>0.19999999999999984</c:v>
              </c:pt>
              <c:pt idx="23">
                <c:v>0.13333333333333341</c:v>
              </c:pt>
              <c:pt idx="24">
                <c:v>0.06666666666666676</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numLit>
          </c:yVal>
        </c:ser>
        <c:ser>
          <c:idx val="1"/>
          <c:order val="1"/>
          <c:tx>
            <c:v>Rápido</c:v>
          </c:tx>
          <c:spPr>
            <a:ln xmlns:a="http://schemas.openxmlformats.org/drawingml/2006/main" w="28575">
              <a:solidFill>
                <a:srgbClr val="D96B18"/>
              </a:solidFill>
            </a:ln>
          </c:spPr>
          <c:marker>
            <c:symbol val="none"/>
          </c:marker>
          <c:xVal>
            <c:numLit>
              <c:formatCode>General</c:formatCode>
              <c:ptCount val="201"/>
              <c:pt idx="0">
                <c:v>0</c:v>
              </c:pt>
              <c:pt idx="1">
                <c:v>0.2</c:v>
              </c:pt>
              <c:pt idx="2">
                <c:v>0.4</c:v>
              </c:pt>
              <c:pt idx="3">
                <c:v>0.6</c:v>
              </c:pt>
              <c:pt idx="4">
                <c:v>0.8</c:v>
              </c:pt>
              <c:pt idx="5">
                <c:v>1</c:v>
              </c:pt>
              <c:pt idx="6">
                <c:v>1.2</c:v>
              </c:pt>
              <c:pt idx="7">
                <c:v>1.4</c:v>
              </c:pt>
              <c:pt idx="8">
                <c:v>1.6</c:v>
              </c:pt>
              <c:pt idx="9">
                <c:v>1.8</c:v>
              </c:pt>
              <c:pt idx="10">
                <c:v>2</c:v>
              </c:pt>
              <c:pt idx="11">
                <c:v>2.2</c:v>
              </c:pt>
              <c:pt idx="12">
                <c:v>2.4</c:v>
              </c:pt>
              <c:pt idx="13">
                <c:v>2.6</c:v>
              </c:pt>
              <c:pt idx="14">
                <c:v>2.8</c:v>
              </c:pt>
              <c:pt idx="15">
                <c:v>3</c:v>
              </c:pt>
              <c:pt idx="16">
                <c:v>3.2</c:v>
              </c:pt>
              <c:pt idx="17">
                <c:v>3.4</c:v>
              </c:pt>
              <c:pt idx="18">
                <c:v>3.6</c:v>
              </c:pt>
              <c:pt idx="19">
                <c:v>3.8</c:v>
              </c:pt>
              <c:pt idx="20">
                <c:v>4</c:v>
              </c:pt>
              <c:pt idx="21">
                <c:v>4.2</c:v>
              </c:pt>
              <c:pt idx="22">
                <c:v>4.4</c:v>
              </c:pt>
              <c:pt idx="23">
                <c:v>4.6</c:v>
              </c:pt>
              <c:pt idx="24">
                <c:v>4.8</c:v>
              </c:pt>
              <c:pt idx="25">
                <c:v>5</c:v>
              </c:pt>
              <c:pt idx="26">
                <c:v>5.2</c:v>
              </c:pt>
              <c:pt idx="27">
                <c:v>5.4</c:v>
              </c:pt>
              <c:pt idx="28">
                <c:v>5.6</c:v>
              </c:pt>
              <c:pt idx="29">
                <c:v>5.8</c:v>
              </c:pt>
              <c:pt idx="30">
                <c:v>6</c:v>
              </c:pt>
              <c:pt idx="31">
                <c:v>6.2</c:v>
              </c:pt>
              <c:pt idx="32">
                <c:v>6.4</c:v>
              </c:pt>
              <c:pt idx="33">
                <c:v>6.6</c:v>
              </c:pt>
              <c:pt idx="34">
                <c:v>6.8</c:v>
              </c:pt>
              <c:pt idx="35">
                <c:v>7</c:v>
              </c:pt>
              <c:pt idx="36">
                <c:v>7.2</c:v>
              </c:pt>
              <c:pt idx="37">
                <c:v>7.4</c:v>
              </c:pt>
              <c:pt idx="38">
                <c:v>7.6</c:v>
              </c:pt>
              <c:pt idx="39">
                <c:v>7.8</c:v>
              </c:pt>
              <c:pt idx="40">
                <c:v>8</c:v>
              </c:pt>
              <c:pt idx="41">
                <c:v>8.2</c:v>
              </c:pt>
              <c:pt idx="42">
                <c:v>8.4</c:v>
              </c:pt>
              <c:pt idx="43">
                <c:v>8.6</c:v>
              </c:pt>
              <c:pt idx="44">
                <c:v>8.8</c:v>
              </c:pt>
              <c:pt idx="45">
                <c:v>9</c:v>
              </c:pt>
              <c:pt idx="46">
                <c:v>9.2</c:v>
              </c:pt>
              <c:pt idx="47">
                <c:v>9.4</c:v>
              </c:pt>
              <c:pt idx="48">
                <c:v>9.6</c:v>
              </c:pt>
              <c:pt idx="49">
                <c:v>9.8</c:v>
              </c:pt>
              <c:pt idx="50">
                <c:v>10</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20</c:v>
              </c:pt>
              <c:pt idx="101">
                <c:v>20.2</c:v>
              </c:pt>
              <c:pt idx="102">
                <c:v>20.4</c:v>
              </c:pt>
              <c:pt idx="103">
                <c:v>20.6</c:v>
              </c:pt>
              <c:pt idx="104">
                <c:v>20.8</c:v>
              </c:pt>
              <c:pt idx="105">
                <c:v>21</c:v>
              </c:pt>
              <c:pt idx="106">
                <c:v>21.2</c:v>
              </c:pt>
              <c:pt idx="107">
                <c:v>21.4</c:v>
              </c:pt>
              <c:pt idx="108">
                <c:v>21.6</c:v>
              </c:pt>
              <c:pt idx="109">
                <c:v>21.8</c:v>
              </c:pt>
              <c:pt idx="110">
                <c:v>22</c:v>
              </c:pt>
              <c:pt idx="111">
                <c:v>22.2</c:v>
              </c:pt>
              <c:pt idx="112">
                <c:v>22.4</c:v>
              </c:pt>
              <c:pt idx="113">
                <c:v>22.6</c:v>
              </c:pt>
              <c:pt idx="114">
                <c:v>22.8</c:v>
              </c:pt>
              <c:pt idx="115">
                <c:v>23</c:v>
              </c:pt>
              <c:pt idx="116">
                <c:v>23.2</c:v>
              </c:pt>
              <c:pt idx="117">
                <c:v>23.4</c:v>
              </c:pt>
              <c:pt idx="118">
                <c:v>23.6</c:v>
              </c:pt>
              <c:pt idx="119">
                <c:v>23.8</c:v>
              </c:pt>
              <c:pt idx="120">
                <c:v>24</c:v>
              </c:pt>
              <c:pt idx="121">
                <c:v>24.2</c:v>
              </c:pt>
              <c:pt idx="122">
                <c:v>24.4</c:v>
              </c:pt>
              <c:pt idx="123">
                <c:v>24.6</c:v>
              </c:pt>
              <c:pt idx="124">
                <c:v>24.8</c:v>
              </c:pt>
              <c:pt idx="125">
                <c:v>25</c:v>
              </c:pt>
              <c:pt idx="126">
                <c:v>25.2</c:v>
              </c:pt>
              <c:pt idx="127">
                <c:v>25.4</c:v>
              </c:pt>
              <c:pt idx="128">
                <c:v>25.6</c:v>
              </c:pt>
              <c:pt idx="129">
                <c:v>25.8</c:v>
              </c:pt>
              <c:pt idx="130">
                <c:v>26</c:v>
              </c:pt>
              <c:pt idx="131">
                <c:v>26.2</c:v>
              </c:pt>
              <c:pt idx="132">
                <c:v>26.4</c:v>
              </c:pt>
              <c:pt idx="133">
                <c:v>26.6</c:v>
              </c:pt>
              <c:pt idx="134">
                <c:v>26.8</c:v>
              </c:pt>
              <c:pt idx="135">
                <c:v>27</c:v>
              </c:pt>
              <c:pt idx="136">
                <c:v>27.2</c:v>
              </c:pt>
              <c:pt idx="137">
                <c:v>27.4</c:v>
              </c:pt>
              <c:pt idx="138">
                <c:v>27.6</c:v>
              </c:pt>
              <c:pt idx="139">
                <c:v>27.8</c:v>
              </c:pt>
              <c:pt idx="140">
                <c:v>28</c:v>
              </c:pt>
              <c:pt idx="141">
                <c:v>28.2</c:v>
              </c:pt>
              <c:pt idx="142">
                <c:v>28.4</c:v>
              </c:pt>
              <c:pt idx="143">
                <c:v>28.6</c:v>
              </c:pt>
              <c:pt idx="144">
                <c:v>28.8</c:v>
              </c:pt>
              <c:pt idx="145">
                <c:v>29</c:v>
              </c:pt>
              <c:pt idx="146">
                <c:v>29.2</c:v>
              </c:pt>
              <c:pt idx="147">
                <c:v>29.4</c:v>
              </c:pt>
              <c:pt idx="148">
                <c:v>29.6</c:v>
              </c:pt>
              <c:pt idx="149">
                <c:v>29.8</c:v>
              </c:pt>
              <c:pt idx="150">
                <c:v>30</c:v>
              </c:pt>
              <c:pt idx="151">
                <c:v>30.2</c:v>
              </c:pt>
              <c:pt idx="152">
                <c:v>30.4</c:v>
              </c:pt>
              <c:pt idx="153">
                <c:v>30.6</c:v>
              </c:pt>
              <c:pt idx="154">
                <c:v>30.8</c:v>
              </c:pt>
              <c:pt idx="155">
                <c:v>31</c:v>
              </c:pt>
              <c:pt idx="156">
                <c:v>31.2</c:v>
              </c:pt>
              <c:pt idx="157">
                <c:v>31.4</c:v>
              </c:pt>
              <c:pt idx="158">
                <c:v>31.6</c:v>
              </c:pt>
              <c:pt idx="159">
                <c:v>31.8</c:v>
              </c:pt>
              <c:pt idx="160">
                <c:v>32</c:v>
              </c:pt>
              <c:pt idx="161">
                <c:v>32.2</c:v>
              </c:pt>
              <c:pt idx="162">
                <c:v>32.4</c:v>
              </c:pt>
              <c:pt idx="163">
                <c:v>32.6</c:v>
              </c:pt>
              <c:pt idx="164">
                <c:v>32.8</c:v>
              </c:pt>
              <c:pt idx="165">
                <c:v>33</c:v>
              </c:pt>
              <c:pt idx="166">
                <c:v>33.2</c:v>
              </c:pt>
              <c:pt idx="167">
                <c:v>33.4</c:v>
              </c:pt>
              <c:pt idx="168">
                <c:v>33.6</c:v>
              </c:pt>
              <c:pt idx="169">
                <c:v>33.8</c:v>
              </c:pt>
              <c:pt idx="170">
                <c:v>34</c:v>
              </c:pt>
              <c:pt idx="171">
                <c:v>34.2</c:v>
              </c:pt>
              <c:pt idx="172">
                <c:v>34.4</c:v>
              </c:pt>
              <c:pt idx="173">
                <c:v>34.6</c:v>
              </c:pt>
              <c:pt idx="174">
                <c:v>34.8</c:v>
              </c:pt>
              <c:pt idx="175">
                <c:v>35</c:v>
              </c:pt>
              <c:pt idx="176">
                <c:v>35.2</c:v>
              </c:pt>
              <c:pt idx="177">
                <c:v>35.4</c:v>
              </c:pt>
              <c:pt idx="178">
                <c:v>35.6</c:v>
              </c:pt>
              <c:pt idx="179">
                <c:v>35.8</c:v>
              </c:pt>
              <c:pt idx="180">
                <c:v>36</c:v>
              </c:pt>
              <c:pt idx="181">
                <c:v>36.2</c:v>
              </c:pt>
              <c:pt idx="182">
                <c:v>36.4</c:v>
              </c:pt>
              <c:pt idx="183">
                <c:v>36.6</c:v>
              </c:pt>
              <c:pt idx="184">
                <c:v>36.8</c:v>
              </c:pt>
              <c:pt idx="185">
                <c:v>37</c:v>
              </c:pt>
              <c:pt idx="186">
                <c:v>37.2</c:v>
              </c:pt>
              <c:pt idx="187">
                <c:v>37.4</c:v>
              </c:pt>
              <c:pt idx="188">
                <c:v>37.6</c:v>
              </c:pt>
              <c:pt idx="189">
                <c:v>37.8</c:v>
              </c:pt>
              <c:pt idx="190">
                <c:v>38</c:v>
              </c:pt>
              <c:pt idx="191">
                <c:v>38.2</c:v>
              </c:pt>
              <c:pt idx="192">
                <c:v>38.4</c:v>
              </c:pt>
              <c:pt idx="193">
                <c:v>38.6</c:v>
              </c:pt>
              <c:pt idx="194">
                <c:v>38.8</c:v>
              </c:pt>
              <c:pt idx="195">
                <c:v>39</c:v>
              </c:pt>
              <c:pt idx="196">
                <c:v>39.2</c:v>
              </c:pt>
              <c:pt idx="197">
                <c:v>39.4</c:v>
              </c:pt>
              <c:pt idx="198">
                <c:v>39.6</c:v>
              </c:pt>
              <c:pt idx="199">
                <c:v>39.8</c:v>
              </c:pt>
              <c:pt idx="200">
                <c:v>40</c:v>
              </c:pt>
            </c:numLit>
          </c:xVal>
          <c:yVal>
            <c:numLit>
              <c:formatCode>General</c:formatCode>
              <c:ptCount val="201"/>
              <c:pt idx="0">
                <c:v>0</c:v>
              </c:pt>
              <c:pt idx="1">
                <c:v>0</c:v>
              </c:pt>
              <c:pt idx="2">
                <c:v>0</c:v>
              </c:pt>
              <c:pt idx="3">
                <c:v>0</c:v>
              </c:pt>
              <c:pt idx="4">
                <c:v>0</c:v>
              </c:pt>
              <c:pt idx="5">
                <c:v>0</c:v>
              </c:pt>
              <c:pt idx="6">
                <c:v>0</c:v>
              </c:pt>
              <c:pt idx="7">
                <c:v>0</c:v>
              </c:pt>
              <c:pt idx="8">
                <c:v>0</c:v>
              </c:pt>
              <c:pt idx="9">
                <c:v>0</c:v>
              </c:pt>
              <c:pt idx="10">
                <c:v>0</c:v>
              </c:pt>
              <c:pt idx="11">
                <c:v>0.03333333333333336</c:v>
              </c:pt>
              <c:pt idx="12">
                <c:v>0.06666666666666665</c:v>
              </c:pt>
              <c:pt idx="13">
                <c:v>0.10000000000000002</c:v>
              </c:pt>
              <c:pt idx="14">
                <c:v>0.1333333333333333</c:v>
              </c:pt>
              <c:pt idx="15">
                <c:v>0.16666666666666666</c:v>
              </c:pt>
              <c:pt idx="16">
                <c:v>0.20000000000000004</c:v>
              </c:pt>
              <c:pt idx="17">
                <c:v>0.2333333333333333</c:v>
              </c:pt>
              <c:pt idx="18">
                <c:v>0.26666666666666666</c:v>
              </c:pt>
              <c:pt idx="19">
                <c:v>0.3</c:v>
              </c:pt>
              <c:pt idx="20">
                <c:v>0.3333333333333333</c:v>
              </c:pt>
              <c:pt idx="21">
                <c:v>0.3666666666666667</c:v>
              </c:pt>
              <c:pt idx="22">
                <c:v>0.4000000000000001</c:v>
              </c:pt>
              <c:pt idx="23">
                <c:v>0.4333333333333333</c:v>
              </c:pt>
              <c:pt idx="24">
                <c:v>0.4666666666666666</c:v>
              </c:pt>
              <c:pt idx="25">
                <c:v>0.5</c:v>
              </c:pt>
              <c:pt idx="26">
                <c:v>0.5333333333333333</c:v>
              </c:pt>
              <c:pt idx="27">
                <c:v>0.5666666666666668</c:v>
              </c:pt>
              <c:pt idx="28">
                <c:v>0.6</c:v>
              </c:pt>
              <c:pt idx="29">
                <c:v>0.6333333333333333</c:v>
              </c:pt>
              <c:pt idx="30">
                <c:v>0.6666666666666666</c:v>
              </c:pt>
              <c:pt idx="31">
                <c:v>0.7000000000000001</c:v>
              </c:pt>
              <c:pt idx="32">
                <c:v>0.7333333333333334</c:v>
              </c:pt>
              <c:pt idx="33">
                <c:v>0.7666666666666666</c:v>
              </c:pt>
              <c:pt idx="34">
                <c:v>0.7999999999999999</c:v>
              </c:pt>
              <c:pt idx="35">
                <c:v>0.8333333333333334</c:v>
              </c:pt>
              <c:pt idx="36">
                <c:v>0.8666666666666667</c:v>
              </c:pt>
              <c:pt idx="37">
                <c:v>0.9</c:v>
              </c:pt>
              <c:pt idx="38">
                <c:v>0.9333333333333332</c:v>
              </c:pt>
              <c:pt idx="39">
                <c:v>0.9666666666666667</c:v>
              </c:pt>
              <c:pt idx="40">
                <c:v>1</c:v>
              </c:pt>
              <c:pt idx="41">
                <c:v>0.9833333333333334</c:v>
              </c:pt>
              <c:pt idx="42">
                <c:v>0.9666666666666667</c:v>
              </c:pt>
              <c:pt idx="43">
                <c:v>0.9500000000000001</c:v>
              </c:pt>
              <c:pt idx="44">
                <c:v>0.9333333333333332</c:v>
              </c:pt>
              <c:pt idx="45">
                <c:v>0.9166666666666666</c:v>
              </c:pt>
              <c:pt idx="46">
                <c:v>0.9</c:v>
              </c:pt>
              <c:pt idx="47">
                <c:v>0.8833333333333333</c:v>
              </c:pt>
              <c:pt idx="48">
                <c:v>0.8666666666666667</c:v>
              </c:pt>
              <c:pt idx="49">
                <c:v>0.85</c:v>
              </c:pt>
              <c:pt idx="50">
                <c:v>0.8333333333333334</c:v>
              </c:pt>
              <c:pt idx="51">
                <c:v>0.8166666666666668</c:v>
              </c:pt>
              <c:pt idx="52">
                <c:v>0.7999999999999999</c:v>
              </c:pt>
              <c:pt idx="53">
                <c:v>0.7833333333333333</c:v>
              </c:pt>
              <c:pt idx="54">
                <c:v>0.7666666666666666</c:v>
              </c:pt>
              <c:pt idx="55">
                <c:v>0.75</c:v>
              </c:pt>
              <c:pt idx="56">
                <c:v>0.7333333333333334</c:v>
              </c:pt>
              <c:pt idx="57">
                <c:v>0.7166666666666667</c:v>
              </c:pt>
              <c:pt idx="58">
                <c:v>0.7000000000000001</c:v>
              </c:pt>
              <c:pt idx="59">
                <c:v>0.6833333333333332</c:v>
              </c:pt>
              <c:pt idx="60">
                <c:v>0.6666666666666666</c:v>
              </c:pt>
              <c:pt idx="61">
                <c:v>0.65</c:v>
              </c:pt>
              <c:pt idx="62">
                <c:v>0.6333333333333333</c:v>
              </c:pt>
              <c:pt idx="63">
                <c:v>0.6166666666666667</c:v>
              </c:pt>
              <c:pt idx="64">
                <c:v>0.6</c:v>
              </c:pt>
              <c:pt idx="65">
                <c:v>0.5833333333333334</c:v>
              </c:pt>
              <c:pt idx="66">
                <c:v>0.5666666666666668</c:v>
              </c:pt>
              <c:pt idx="67">
                <c:v>0.5499999999999999</c:v>
              </c:pt>
              <c:pt idx="68">
                <c:v>0.5333333333333333</c:v>
              </c:pt>
              <c:pt idx="69">
                <c:v>0.5166666666666666</c:v>
              </c:pt>
              <c:pt idx="70">
                <c:v>0.5</c:v>
              </c:pt>
              <c:pt idx="71">
                <c:v>0.4833333333333334</c:v>
              </c:pt>
              <c:pt idx="72">
                <c:v>0.4666666666666666</c:v>
              </c:pt>
              <c:pt idx="73">
                <c:v>0.45</c:v>
              </c:pt>
              <c:pt idx="74">
                <c:v>0.4333333333333333</c:v>
              </c:pt>
              <c:pt idx="75">
                <c:v>0.4166666666666667</c:v>
              </c:pt>
              <c:pt idx="76">
                <c:v>0.4000000000000001</c:v>
              </c:pt>
              <c:pt idx="77">
                <c:v>0.3833333333333333</c:v>
              </c:pt>
              <c:pt idx="78">
                <c:v>0.3666666666666667</c:v>
              </c:pt>
              <c:pt idx="79">
                <c:v>0.3499999999999999</c:v>
              </c:pt>
              <c:pt idx="80">
                <c:v>0.3333333333333333</c:v>
              </c:pt>
              <c:pt idx="81">
                <c:v>0.3166666666666667</c:v>
              </c:pt>
              <c:pt idx="82">
                <c:v>0.3000000000000001</c:v>
              </c:pt>
              <c:pt idx="83">
                <c:v>0.2833333333333332</c:v>
              </c:pt>
              <c:pt idx="84">
                <c:v>0.2666666666666666</c:v>
              </c:pt>
              <c:pt idx="85">
                <c:v>0.25</c:v>
              </c:pt>
              <c:pt idx="86">
                <c:v>0.2333333333333334</c:v>
              </c:pt>
              <c:pt idx="87">
                <c:v>0.21666666666666679</c:v>
              </c:pt>
              <c:pt idx="88">
                <c:v>0.19999999999999987</c:v>
              </c:pt>
              <c:pt idx="89">
                <c:v>0.18333333333333326</c:v>
              </c:pt>
              <c:pt idx="90">
                <c:v>0.16666666666666666</c:v>
              </c:pt>
              <c:pt idx="91">
                <c:v>0.15000000000000005</c:v>
              </c:pt>
              <c:pt idx="92">
                <c:v>0.13333333333333344</c:v>
              </c:pt>
              <c:pt idx="93">
                <c:v>0.11666666666666654</c:v>
              </c:pt>
              <c:pt idx="94">
                <c:v>0.09999999999999994</c:v>
              </c:pt>
              <c:pt idx="95">
                <c:v>0.08333333333333333</c:v>
              </c:pt>
              <c:pt idx="96">
                <c:v>0.06666666666666672</c:v>
              </c:pt>
              <c:pt idx="97">
                <c:v>0.05000000000000012</c:v>
              </c:pt>
              <c:pt idx="98">
                <c:v>0.033333333333333215</c:v>
              </c:pt>
              <c:pt idx="99">
                <c:v>0.016666666666666607</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numLit>
          </c:yVal>
        </c:ser>
        <c:ser>
          <c:idx val="2"/>
          <c:order val="2"/>
          <c:tx>
            <c:v>Lento</c:v>
          </c:tx>
          <c:spPr>
            <a:ln xmlns:a="http://schemas.openxmlformats.org/drawingml/2006/main" w="28575">
              <a:solidFill>
                <a:srgbClr val="60863D"/>
              </a:solidFill>
            </a:ln>
          </c:spPr>
          <c:marker>
            <c:symbol val="none"/>
          </c:marker>
          <c:xVal>
            <c:numLit>
              <c:formatCode>General</c:formatCode>
              <c:ptCount val="201"/>
              <c:pt idx="0">
                <c:v>0</c:v>
              </c:pt>
              <c:pt idx="1">
                <c:v>0.2</c:v>
              </c:pt>
              <c:pt idx="2">
                <c:v>0.4</c:v>
              </c:pt>
              <c:pt idx="3">
                <c:v>0.6</c:v>
              </c:pt>
              <c:pt idx="4">
                <c:v>0.8</c:v>
              </c:pt>
              <c:pt idx="5">
                <c:v>1</c:v>
              </c:pt>
              <c:pt idx="6">
                <c:v>1.2</c:v>
              </c:pt>
              <c:pt idx="7">
                <c:v>1.4</c:v>
              </c:pt>
              <c:pt idx="8">
                <c:v>1.6</c:v>
              </c:pt>
              <c:pt idx="9">
                <c:v>1.8</c:v>
              </c:pt>
              <c:pt idx="10">
                <c:v>2</c:v>
              </c:pt>
              <c:pt idx="11">
                <c:v>2.2</c:v>
              </c:pt>
              <c:pt idx="12">
                <c:v>2.4</c:v>
              </c:pt>
              <c:pt idx="13">
                <c:v>2.6</c:v>
              </c:pt>
              <c:pt idx="14">
                <c:v>2.8</c:v>
              </c:pt>
              <c:pt idx="15">
                <c:v>3</c:v>
              </c:pt>
              <c:pt idx="16">
                <c:v>3.2</c:v>
              </c:pt>
              <c:pt idx="17">
                <c:v>3.4</c:v>
              </c:pt>
              <c:pt idx="18">
                <c:v>3.6</c:v>
              </c:pt>
              <c:pt idx="19">
                <c:v>3.8</c:v>
              </c:pt>
              <c:pt idx="20">
                <c:v>4</c:v>
              </c:pt>
              <c:pt idx="21">
                <c:v>4.2</c:v>
              </c:pt>
              <c:pt idx="22">
                <c:v>4.4</c:v>
              </c:pt>
              <c:pt idx="23">
                <c:v>4.6</c:v>
              </c:pt>
              <c:pt idx="24">
                <c:v>4.8</c:v>
              </c:pt>
              <c:pt idx="25">
                <c:v>5</c:v>
              </c:pt>
              <c:pt idx="26">
                <c:v>5.2</c:v>
              </c:pt>
              <c:pt idx="27">
                <c:v>5.4</c:v>
              </c:pt>
              <c:pt idx="28">
                <c:v>5.6</c:v>
              </c:pt>
              <c:pt idx="29">
                <c:v>5.8</c:v>
              </c:pt>
              <c:pt idx="30">
                <c:v>6</c:v>
              </c:pt>
              <c:pt idx="31">
                <c:v>6.2</c:v>
              </c:pt>
              <c:pt idx="32">
                <c:v>6.4</c:v>
              </c:pt>
              <c:pt idx="33">
                <c:v>6.6</c:v>
              </c:pt>
              <c:pt idx="34">
                <c:v>6.8</c:v>
              </c:pt>
              <c:pt idx="35">
                <c:v>7</c:v>
              </c:pt>
              <c:pt idx="36">
                <c:v>7.2</c:v>
              </c:pt>
              <c:pt idx="37">
                <c:v>7.4</c:v>
              </c:pt>
              <c:pt idx="38">
                <c:v>7.6</c:v>
              </c:pt>
              <c:pt idx="39">
                <c:v>7.8</c:v>
              </c:pt>
              <c:pt idx="40">
                <c:v>8</c:v>
              </c:pt>
              <c:pt idx="41">
                <c:v>8.2</c:v>
              </c:pt>
              <c:pt idx="42">
                <c:v>8.4</c:v>
              </c:pt>
              <c:pt idx="43">
                <c:v>8.6</c:v>
              </c:pt>
              <c:pt idx="44">
                <c:v>8.8</c:v>
              </c:pt>
              <c:pt idx="45">
                <c:v>9</c:v>
              </c:pt>
              <c:pt idx="46">
                <c:v>9.2</c:v>
              </c:pt>
              <c:pt idx="47">
                <c:v>9.4</c:v>
              </c:pt>
              <c:pt idx="48">
                <c:v>9.6</c:v>
              </c:pt>
              <c:pt idx="49">
                <c:v>9.8</c:v>
              </c:pt>
              <c:pt idx="50">
                <c:v>10</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20</c:v>
              </c:pt>
              <c:pt idx="101">
                <c:v>20.2</c:v>
              </c:pt>
              <c:pt idx="102">
                <c:v>20.4</c:v>
              </c:pt>
              <c:pt idx="103">
                <c:v>20.6</c:v>
              </c:pt>
              <c:pt idx="104">
                <c:v>20.8</c:v>
              </c:pt>
              <c:pt idx="105">
                <c:v>21</c:v>
              </c:pt>
              <c:pt idx="106">
                <c:v>21.2</c:v>
              </c:pt>
              <c:pt idx="107">
                <c:v>21.4</c:v>
              </c:pt>
              <c:pt idx="108">
                <c:v>21.6</c:v>
              </c:pt>
              <c:pt idx="109">
                <c:v>21.8</c:v>
              </c:pt>
              <c:pt idx="110">
                <c:v>22</c:v>
              </c:pt>
              <c:pt idx="111">
                <c:v>22.2</c:v>
              </c:pt>
              <c:pt idx="112">
                <c:v>22.4</c:v>
              </c:pt>
              <c:pt idx="113">
                <c:v>22.6</c:v>
              </c:pt>
              <c:pt idx="114">
                <c:v>22.8</c:v>
              </c:pt>
              <c:pt idx="115">
                <c:v>23</c:v>
              </c:pt>
              <c:pt idx="116">
                <c:v>23.2</c:v>
              </c:pt>
              <c:pt idx="117">
                <c:v>23.4</c:v>
              </c:pt>
              <c:pt idx="118">
                <c:v>23.6</c:v>
              </c:pt>
              <c:pt idx="119">
                <c:v>23.8</c:v>
              </c:pt>
              <c:pt idx="120">
                <c:v>24</c:v>
              </c:pt>
              <c:pt idx="121">
                <c:v>24.2</c:v>
              </c:pt>
              <c:pt idx="122">
                <c:v>24.4</c:v>
              </c:pt>
              <c:pt idx="123">
                <c:v>24.6</c:v>
              </c:pt>
              <c:pt idx="124">
                <c:v>24.8</c:v>
              </c:pt>
              <c:pt idx="125">
                <c:v>25</c:v>
              </c:pt>
              <c:pt idx="126">
                <c:v>25.2</c:v>
              </c:pt>
              <c:pt idx="127">
                <c:v>25.4</c:v>
              </c:pt>
              <c:pt idx="128">
                <c:v>25.6</c:v>
              </c:pt>
              <c:pt idx="129">
                <c:v>25.8</c:v>
              </c:pt>
              <c:pt idx="130">
                <c:v>26</c:v>
              </c:pt>
              <c:pt idx="131">
                <c:v>26.2</c:v>
              </c:pt>
              <c:pt idx="132">
                <c:v>26.4</c:v>
              </c:pt>
              <c:pt idx="133">
                <c:v>26.6</c:v>
              </c:pt>
              <c:pt idx="134">
                <c:v>26.8</c:v>
              </c:pt>
              <c:pt idx="135">
                <c:v>27</c:v>
              </c:pt>
              <c:pt idx="136">
                <c:v>27.2</c:v>
              </c:pt>
              <c:pt idx="137">
                <c:v>27.4</c:v>
              </c:pt>
              <c:pt idx="138">
                <c:v>27.6</c:v>
              </c:pt>
              <c:pt idx="139">
                <c:v>27.8</c:v>
              </c:pt>
              <c:pt idx="140">
                <c:v>28</c:v>
              </c:pt>
              <c:pt idx="141">
                <c:v>28.2</c:v>
              </c:pt>
              <c:pt idx="142">
                <c:v>28.4</c:v>
              </c:pt>
              <c:pt idx="143">
                <c:v>28.6</c:v>
              </c:pt>
              <c:pt idx="144">
                <c:v>28.8</c:v>
              </c:pt>
              <c:pt idx="145">
                <c:v>29</c:v>
              </c:pt>
              <c:pt idx="146">
                <c:v>29.2</c:v>
              </c:pt>
              <c:pt idx="147">
                <c:v>29.4</c:v>
              </c:pt>
              <c:pt idx="148">
                <c:v>29.6</c:v>
              </c:pt>
              <c:pt idx="149">
                <c:v>29.8</c:v>
              </c:pt>
              <c:pt idx="150">
                <c:v>30</c:v>
              </c:pt>
              <c:pt idx="151">
                <c:v>30.2</c:v>
              </c:pt>
              <c:pt idx="152">
                <c:v>30.4</c:v>
              </c:pt>
              <c:pt idx="153">
                <c:v>30.6</c:v>
              </c:pt>
              <c:pt idx="154">
                <c:v>30.8</c:v>
              </c:pt>
              <c:pt idx="155">
                <c:v>31</c:v>
              </c:pt>
              <c:pt idx="156">
                <c:v>31.2</c:v>
              </c:pt>
              <c:pt idx="157">
                <c:v>31.4</c:v>
              </c:pt>
              <c:pt idx="158">
                <c:v>31.6</c:v>
              </c:pt>
              <c:pt idx="159">
                <c:v>31.8</c:v>
              </c:pt>
              <c:pt idx="160">
                <c:v>32</c:v>
              </c:pt>
              <c:pt idx="161">
                <c:v>32.2</c:v>
              </c:pt>
              <c:pt idx="162">
                <c:v>32.4</c:v>
              </c:pt>
              <c:pt idx="163">
                <c:v>32.6</c:v>
              </c:pt>
              <c:pt idx="164">
                <c:v>32.8</c:v>
              </c:pt>
              <c:pt idx="165">
                <c:v>33</c:v>
              </c:pt>
              <c:pt idx="166">
                <c:v>33.2</c:v>
              </c:pt>
              <c:pt idx="167">
                <c:v>33.4</c:v>
              </c:pt>
              <c:pt idx="168">
                <c:v>33.6</c:v>
              </c:pt>
              <c:pt idx="169">
                <c:v>33.8</c:v>
              </c:pt>
              <c:pt idx="170">
                <c:v>34</c:v>
              </c:pt>
              <c:pt idx="171">
                <c:v>34.2</c:v>
              </c:pt>
              <c:pt idx="172">
                <c:v>34.4</c:v>
              </c:pt>
              <c:pt idx="173">
                <c:v>34.6</c:v>
              </c:pt>
              <c:pt idx="174">
                <c:v>34.8</c:v>
              </c:pt>
              <c:pt idx="175">
                <c:v>35</c:v>
              </c:pt>
              <c:pt idx="176">
                <c:v>35.2</c:v>
              </c:pt>
              <c:pt idx="177">
                <c:v>35.4</c:v>
              </c:pt>
              <c:pt idx="178">
                <c:v>35.6</c:v>
              </c:pt>
              <c:pt idx="179">
                <c:v>35.8</c:v>
              </c:pt>
              <c:pt idx="180">
                <c:v>36</c:v>
              </c:pt>
              <c:pt idx="181">
                <c:v>36.2</c:v>
              </c:pt>
              <c:pt idx="182">
                <c:v>36.4</c:v>
              </c:pt>
              <c:pt idx="183">
                <c:v>36.6</c:v>
              </c:pt>
              <c:pt idx="184">
                <c:v>36.8</c:v>
              </c:pt>
              <c:pt idx="185">
                <c:v>37</c:v>
              </c:pt>
              <c:pt idx="186">
                <c:v>37.2</c:v>
              </c:pt>
              <c:pt idx="187">
                <c:v>37.4</c:v>
              </c:pt>
              <c:pt idx="188">
                <c:v>37.6</c:v>
              </c:pt>
              <c:pt idx="189">
                <c:v>37.8</c:v>
              </c:pt>
              <c:pt idx="190">
                <c:v>38</c:v>
              </c:pt>
              <c:pt idx="191">
                <c:v>38.2</c:v>
              </c:pt>
              <c:pt idx="192">
                <c:v>38.4</c:v>
              </c:pt>
              <c:pt idx="193">
                <c:v>38.6</c:v>
              </c:pt>
              <c:pt idx="194">
                <c:v>38.8</c:v>
              </c:pt>
              <c:pt idx="195">
                <c:v>39</c:v>
              </c:pt>
              <c:pt idx="196">
                <c:v>39.2</c:v>
              </c:pt>
              <c:pt idx="197">
                <c:v>39.4</c:v>
              </c:pt>
              <c:pt idx="198">
                <c:v>39.6</c:v>
              </c:pt>
              <c:pt idx="199">
                <c:v>39.8</c:v>
              </c:pt>
              <c:pt idx="200">
                <c:v>40</c:v>
              </c:pt>
            </c:numLit>
          </c:xVal>
          <c:yVal>
            <c:numLit>
              <c:formatCode>General</c:formatCode>
              <c:ptCount val="2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0.009999999999999964</c:v>
              </c:pt>
              <c:pt idx="52">
                <c:v>0.020000000000000018</c:v>
              </c:pt>
              <c:pt idx="53">
                <c:v>0.02999999999999998</c:v>
              </c:pt>
              <c:pt idx="54">
                <c:v>0.040000000000000036</c:v>
              </c:pt>
              <c:pt idx="55">
                <c:v>0.05</c:v>
              </c:pt>
              <c:pt idx="56">
                <c:v>0.05999999999999996</c:v>
              </c:pt>
              <c:pt idx="57">
                <c:v>0.07000000000000002</c:v>
              </c:pt>
              <c:pt idx="58">
                <c:v>0.07999999999999999</c:v>
              </c:pt>
              <c:pt idx="59">
                <c:v>0.09000000000000004</c:v>
              </c:pt>
              <c:pt idx="60">
                <c:v>0.1</c:v>
              </c:pt>
              <c:pt idx="61">
                <c:v>0.10999999999999996</c:v>
              </c:pt>
              <c:pt idx="62">
                <c:v>0.12000000000000002</c:v>
              </c:pt>
              <c:pt idx="63">
                <c:v>0.12999999999999998</c:v>
              </c:pt>
              <c:pt idx="64">
                <c:v>0.14000000000000004</c:v>
              </c:pt>
              <c:pt idx="65">
                <c:v>0.15</c:v>
              </c:pt>
              <c:pt idx="66">
                <c:v>0.15999999999999998</c:v>
              </c:pt>
              <c:pt idx="67">
                <c:v>0.17</c:v>
              </c:pt>
              <c:pt idx="68">
                <c:v>0.18</c:v>
              </c:pt>
              <c:pt idx="69">
                <c:v>0.19000000000000003</c:v>
              </c:pt>
              <c:pt idx="70">
                <c:v>0.2</c:v>
              </c:pt>
              <c:pt idx="71">
                <c:v>0.20999999999999996</c:v>
              </c:pt>
              <c:pt idx="72">
                <c:v>0.22000000000000003</c:v>
              </c:pt>
              <c:pt idx="73">
                <c:v>0.22999999999999998</c:v>
              </c:pt>
              <c:pt idx="74">
                <c:v>0.24000000000000005</c:v>
              </c:pt>
              <c:pt idx="75">
                <c:v>0.25</c:v>
              </c:pt>
              <c:pt idx="76">
                <c:v>0.25999999999999995</c:v>
              </c:pt>
              <c:pt idx="77">
                <c:v>0.27</c:v>
              </c:pt>
              <c:pt idx="78">
                <c:v>0.27999999999999997</c:v>
              </c:pt>
              <c:pt idx="79">
                <c:v>0.29000000000000004</c:v>
              </c:pt>
              <c:pt idx="80">
                <c:v>0.3</c:v>
              </c:pt>
              <c:pt idx="81">
                <c:v>0.30999999999999994</c:v>
              </c:pt>
              <c:pt idx="82">
                <c:v>0.31999999999999995</c:v>
              </c:pt>
              <c:pt idx="83">
                <c:v>0.33000000000000007</c:v>
              </c:pt>
              <c:pt idx="84">
                <c:v>0.34</c:v>
              </c:pt>
              <c:pt idx="85">
                <c:v>0.35</c:v>
              </c:pt>
              <c:pt idx="86">
                <c:v>0.36</c:v>
              </c:pt>
              <c:pt idx="87">
                <c:v>0.36999999999999994</c:v>
              </c:pt>
              <c:pt idx="88">
                <c:v>0.38000000000000006</c:v>
              </c:pt>
              <c:pt idx="89">
                <c:v>0.39</c:v>
              </c:pt>
              <c:pt idx="90">
                <c:v>0.4</c:v>
              </c:pt>
              <c:pt idx="91">
                <c:v>0.41</c:v>
              </c:pt>
              <c:pt idx="92">
                <c:v>0.41999999999999993</c:v>
              </c:pt>
              <c:pt idx="93">
                <c:v>0.43000000000000005</c:v>
              </c:pt>
              <c:pt idx="94">
                <c:v>0.44000000000000006</c:v>
              </c:pt>
              <c:pt idx="95">
                <c:v>0.45</c:v>
              </c:pt>
              <c:pt idx="96">
                <c:v>0.45999999999999996</c:v>
              </c:pt>
              <c:pt idx="97">
                <c:v>0.4699999999999999</c:v>
              </c:pt>
              <c:pt idx="98">
                <c:v>0.4800000000000001</c:v>
              </c:pt>
              <c:pt idx="99">
                <c:v>0.49000000000000005</c:v>
              </c:pt>
              <c:pt idx="100">
                <c:v>0.5</c:v>
              </c:pt>
              <c:pt idx="101">
                <c:v>0.51</c:v>
              </c:pt>
              <c:pt idx="102">
                <c:v>0.5199999999999999</c:v>
              </c:pt>
              <c:pt idx="103">
                <c:v>0.53</c:v>
              </c:pt>
              <c:pt idx="104">
                <c:v>0.54</c:v>
              </c:pt>
              <c:pt idx="105">
                <c:v>0.55</c:v>
              </c:pt>
              <c:pt idx="106">
                <c:v>0.5599999999999999</c:v>
              </c:pt>
              <c:pt idx="107">
                <c:v>0.57</c:v>
              </c:pt>
              <c:pt idx="108">
                <c:v>0.5800000000000001</c:v>
              </c:pt>
              <c:pt idx="109">
                <c:v>0.5900000000000001</c:v>
              </c:pt>
              <c:pt idx="110">
                <c:v>0.6</c:v>
              </c:pt>
              <c:pt idx="111">
                <c:v>0.61</c:v>
              </c:pt>
              <c:pt idx="112">
                <c:v>0.6199999999999999</c:v>
              </c:pt>
              <c:pt idx="113">
                <c:v>0.6300000000000001</c:v>
              </c:pt>
              <c:pt idx="114">
                <c:v>0.64</c:v>
              </c:pt>
              <c:pt idx="115">
                <c:v>0.65</c:v>
              </c:pt>
              <c:pt idx="116">
                <c:v>0.6599999999999999</c:v>
              </c:pt>
              <c:pt idx="117">
                <c:v>0.6699999999999999</c:v>
              </c:pt>
              <c:pt idx="118">
                <c:v>0.68</c:v>
              </c:pt>
              <c:pt idx="119">
                <c:v>0.6900000000000001</c:v>
              </c:pt>
              <c:pt idx="120">
                <c:v>0.7</c:v>
              </c:pt>
              <c:pt idx="121">
                <c:v>0.71</c:v>
              </c:pt>
              <c:pt idx="122">
                <c:v>0.72</c:v>
              </c:pt>
              <c:pt idx="123">
                <c:v>0.7300000000000001</c:v>
              </c:pt>
              <c:pt idx="124">
                <c:v>0.74</c:v>
              </c:pt>
              <c:pt idx="125">
                <c:v>0.75</c:v>
              </c:pt>
              <c:pt idx="126">
                <c:v>0.76</c:v>
              </c:pt>
              <c:pt idx="127">
                <c:v>0.7699999999999999</c:v>
              </c:pt>
              <c:pt idx="128">
                <c:v>0.78</c:v>
              </c:pt>
              <c:pt idx="129">
                <c:v>0.79</c:v>
              </c:pt>
              <c:pt idx="130">
                <c:v>0.8</c:v>
              </c:pt>
              <c:pt idx="131">
                <c:v>0.8099999999999999</c:v>
              </c:pt>
              <c:pt idx="132">
                <c:v>0.82</c:v>
              </c:pt>
              <c:pt idx="133">
                <c:v>0.8300000000000001</c:v>
              </c:pt>
              <c:pt idx="134">
                <c:v>0.8400000000000001</c:v>
              </c:pt>
              <c:pt idx="135">
                <c:v>0.85</c:v>
              </c:pt>
              <c:pt idx="136">
                <c:v>0.86</c:v>
              </c:pt>
              <c:pt idx="137">
                <c:v>0.8699999999999999</c:v>
              </c:pt>
              <c:pt idx="138">
                <c:v>0.8800000000000001</c:v>
              </c:pt>
              <c:pt idx="139">
                <c:v>0.89</c:v>
              </c:pt>
              <c:pt idx="140">
                <c:v>0.9</c:v>
              </c:pt>
              <c:pt idx="141">
                <c:v>0.9099999999999999</c:v>
              </c:pt>
              <c:pt idx="142">
                <c:v>0.9199999999999999</c:v>
              </c:pt>
              <c:pt idx="143">
                <c:v>0.93</c:v>
              </c:pt>
              <c:pt idx="144">
                <c:v>0.9400000000000001</c:v>
              </c:pt>
              <c:pt idx="145">
                <c:v>0.95</c:v>
              </c:pt>
              <c:pt idx="146">
                <c:v>0.96</c:v>
              </c:pt>
              <c:pt idx="147">
                <c:v>0.97</c:v>
              </c:pt>
              <c:pt idx="148">
                <c:v>0.9800000000000001</c:v>
              </c:pt>
              <c:pt idx="149">
                <c:v>0.99</c:v>
              </c:pt>
              <c:pt idx="150">
                <c:v>1</c:v>
              </c:pt>
              <c:pt idx="151">
                <c:v>1</c:v>
              </c:pt>
              <c:pt idx="152">
                <c:v>1</c:v>
              </c:pt>
              <c:pt idx="153">
                <c:v>1</c:v>
              </c:pt>
              <c:pt idx="154">
                <c:v>1</c:v>
              </c:pt>
              <c:pt idx="155">
                <c:v>1</c:v>
              </c:pt>
              <c:pt idx="156">
                <c:v>1</c:v>
              </c:pt>
              <c:pt idx="157">
                <c:v>1</c:v>
              </c:pt>
              <c:pt idx="158">
                <c:v>1</c:v>
              </c:pt>
              <c:pt idx="159">
                <c:v>1</c:v>
              </c:pt>
              <c:pt idx="160">
                <c:v>1</c:v>
              </c:pt>
              <c:pt idx="161">
                <c:v>1</c:v>
              </c:pt>
              <c:pt idx="162">
                <c:v>1</c:v>
              </c:pt>
              <c:pt idx="163">
                <c:v>1</c:v>
              </c:pt>
              <c:pt idx="164">
                <c:v>1</c:v>
              </c:pt>
              <c:pt idx="165">
                <c:v>1</c:v>
              </c:pt>
              <c:pt idx="166">
                <c:v>1</c:v>
              </c:pt>
              <c:pt idx="167">
                <c:v>1</c:v>
              </c:pt>
              <c:pt idx="168">
                <c:v>1</c:v>
              </c:pt>
              <c:pt idx="169">
                <c:v>1</c:v>
              </c:pt>
              <c:pt idx="170">
                <c:v>1</c:v>
              </c:pt>
              <c:pt idx="171">
                <c:v>1</c:v>
              </c:pt>
              <c:pt idx="172">
                <c:v>1</c:v>
              </c:pt>
              <c:pt idx="173">
                <c:v>1</c:v>
              </c:pt>
              <c:pt idx="174">
                <c:v>1</c:v>
              </c:pt>
              <c:pt idx="175">
                <c:v>1</c:v>
              </c:pt>
              <c:pt idx="176">
                <c:v>1</c:v>
              </c:pt>
              <c:pt idx="177">
                <c:v>1</c:v>
              </c:pt>
              <c:pt idx="178">
                <c:v>1</c:v>
              </c:pt>
              <c:pt idx="179">
                <c:v>1</c:v>
              </c:pt>
              <c:pt idx="180">
                <c:v>1</c:v>
              </c:pt>
              <c:pt idx="181">
                <c:v>1</c:v>
              </c:pt>
              <c:pt idx="182">
                <c:v>1</c:v>
              </c:pt>
              <c:pt idx="183">
                <c:v>1</c:v>
              </c:pt>
              <c:pt idx="184">
                <c:v>1</c:v>
              </c:pt>
              <c:pt idx="185">
                <c:v>1</c:v>
              </c:pt>
              <c:pt idx="186">
                <c:v>1</c:v>
              </c:pt>
              <c:pt idx="187">
                <c:v>1</c:v>
              </c:pt>
              <c:pt idx="188">
                <c:v>1</c:v>
              </c:pt>
              <c:pt idx="189">
                <c:v>1</c:v>
              </c:pt>
              <c:pt idx="190">
                <c:v>1</c:v>
              </c:pt>
              <c:pt idx="191">
                <c:v>1</c:v>
              </c:pt>
              <c:pt idx="192">
                <c:v>1</c:v>
              </c:pt>
              <c:pt idx="193">
                <c:v>1</c:v>
              </c:pt>
              <c:pt idx="194">
                <c:v>1</c:v>
              </c:pt>
              <c:pt idx="195">
                <c:v>1</c:v>
              </c:pt>
              <c:pt idx="196">
                <c:v>1</c:v>
              </c:pt>
              <c:pt idx="197">
                <c:v>1</c:v>
              </c:pt>
              <c:pt idx="198">
                <c:v>1</c:v>
              </c:pt>
              <c:pt idx="199">
                <c:v>1</c:v>
              </c:pt>
              <c:pt idx="200">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DFE5E9"/>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5"/>
      </c:valAx>
      <c:valAx>
        <c:axId val="48650112"/>
        <c:scaling>
          <c:orientation val="minMax"/>
          <c:max val="4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t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10"/>
      </c:valAx>
    </c:plotArea>
    <c:plotVisOnly val="1"/>
  </c:chart>
  <c:spPr>
    <a:solidFill xmlns:a="http://schemas.openxmlformats.org/drawingml/2006/main">
      <a:srgbClr val="FFFFFF"/>
    </a:solidFill>
  </c:spPr>
</c:chartSpace>
</file>

<file path=ppt/slides/charts/chart21.xml><?xml version="1.0" encoding="utf-8"?>
<c:chartSpace xmlns:c="http://schemas.openxmlformats.org/drawingml/2006/chart">
  <c:lang val="en-US"/>
  <c:chart>
    <c:plotArea>
      <c:scatterChart>
        <c:ser>
          <c:idx val="0"/>
          <c:order val="0"/>
          <c:tx>
            <c:v>Baja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Alta</c:v>
          </c:tx>
          <c:spPr>
            <a:ln xmlns:a="http://schemas.openxmlformats.org/drawingml/2006/main" w="28575">
              <a:solidFill>
                <a:srgbClr val="D96B18"/>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22.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23.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Potencias candidatas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24.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Máximos</c:v>
          </c:tx>
          <c:spPr>
            <a:ln xmlns:a="http://schemas.openxmlformats.org/drawingml/2006/main" w="76200">
              <a:solidFill>
                <a:srgbClr val="D96B18"/>
              </a:solidFill>
            </a:ln>
          </c:spPr>
          <c:marker>
            <c:symbol val="none"/>
            <c:size val="5"/>
          </c:marker>
          <c:xVal>
            <c:numLit>
              <c:formatCode>General</c:formatCode>
              <c:ptCount val="2"/>
              <c:pt idx="0">
                <c:v>15</c:v>
              </c:pt>
              <c:pt idx="1">
                <c:v>35</c:v>
              </c:pt>
            </c:numLit>
          </c:xVal>
          <c:yVal>
            <c:numLit>
              <c:formatCode>General</c:formatCode>
              <c:ptCount val="2"/>
              <c:pt idx="0">
                <c:v>0.6</c:v>
              </c:pt>
              <c:pt idx="1">
                <c:v>0.6</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5.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Centroide</c:v>
          </c:tx>
          <c:spPr>
            <a:ln xmlns:a="http://schemas.openxmlformats.org/drawingml/2006/main" w="28575">
              <a:solidFill>
                <a:srgbClr val="D96B18"/>
              </a:solidFill>
            </a:ln>
          </c:spPr>
          <c:marker>
            <c:symbol val="none"/>
            <c:size val="5"/>
          </c:marker>
          <c:xVal>
            <c:numLit>
              <c:formatCode>General</c:formatCode>
              <c:ptCount val="2"/>
              <c:pt idx="0">
                <c:v>43.888888888888886</c:v>
              </c:pt>
              <c:pt idx="1">
                <c:v>43.888888888888886</c:v>
              </c:pt>
            </c:numLit>
          </c:xVal>
          <c:yVal>
            <c:numLit>
              <c:formatCode>General</c:formatCode>
              <c:ptCount val="2"/>
              <c:pt idx="0">
                <c:v>0</c:v>
              </c:pt>
              <c:pt idx="1">
                <c:v>0.8</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26.xml><?xml version="1.0" encoding="utf-8"?>
<c:chartSpace xmlns:c="http://schemas.openxmlformats.org/drawingml/2006/chart">
  <c:lang val="en-US"/>
  <c:chart>
    <c:plotArea>
      <c:scatterChart>
        <c:ser>
          <c:idx val="0"/>
          <c:order val="0"/>
          <c:tx>
            <c:v>Salida 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u = 41.6666667</c:v>
          </c:tx>
          <c:spPr>
            <a:ln xmlns:a="http://schemas.openxmlformats.org/drawingml/2006/main" w="28575">
              <a:solidFill>
                <a:srgbClr val="087F79"/>
              </a:solidFill>
            </a:ln>
          </c:spPr>
          <c:marker>
            <c:symbol val="none"/>
            <c:size val="5"/>
          </c:marker>
          <c:xVal>
            <c:numLit>
              <c:formatCode>General</c:formatCode>
              <c:ptCount val="2"/>
              <c:pt idx="0">
                <c:v>41.6666667</c:v>
              </c:pt>
              <c:pt idx="1">
                <c:v>41.6666667</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7.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Meseta</c:v>
          </c:tx>
          <c:spPr>
            <a:ln xmlns:a="http://schemas.openxmlformats.org/drawingml/2006/main" w="66675">
              <a:solidFill>
                <a:srgbClr val="D96B18"/>
              </a:solidFill>
            </a:ln>
          </c:spPr>
          <c:marker>
            <c:symbol val="none"/>
            <c:size val="5"/>
          </c:marker>
          <c:xVal>
            <c:numLit>
              <c:formatCode>General</c:formatCode>
              <c:ptCount val="2"/>
              <c:pt idx="0">
                <c:v>15</c:v>
              </c:pt>
              <c:pt idx="1">
                <c:v>35</c:v>
              </c:pt>
            </c:numLit>
          </c:xVal>
          <c:yVal>
            <c:numLit>
              <c:formatCode>General</c:formatCode>
              <c:ptCount val="2"/>
              <c:pt idx="0">
                <c:v>0.6</c:v>
              </c:pt>
              <c:pt idx="1">
                <c:v>0.6</c:v>
              </c:pt>
            </c:numLit>
          </c:yVal>
        </c:ser>
        <c:ser>
          <c:idx val="2"/>
          <c:order val="2"/>
          <c:tx>
            <c:v>u = 25</c:v>
          </c:tx>
          <c:spPr>
            <a:ln xmlns:a="http://schemas.openxmlformats.org/drawingml/2006/main" w="28575">
              <a:solidFill>
                <a:srgbClr val="087F79"/>
              </a:solidFill>
            </a:ln>
          </c:spPr>
          <c:marker>
            <c:symbol val="none"/>
            <c:size val="5"/>
          </c:marker>
          <c:xVal>
            <c:numLit>
              <c:formatCode>General</c:formatCode>
              <c:ptCount val="2"/>
              <c:pt idx="0">
                <c:v>25</c:v>
              </c:pt>
              <c:pt idx="1">
                <c:v>25</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28.xml><?xml version="1.0" encoding="utf-8"?>
<c:chartSpace xmlns:c="http://schemas.openxmlformats.org/drawingml/2006/chart">
  <c:lang val="en-US"/>
  <c:chart>
    <c:plotArea>
      <c:scatterChart>
        <c:ser>
          <c:idx val="0"/>
          <c:order val="0"/>
          <c:tx>
            <c:v>Unión max</c:v>
          </c:tx>
          <c:spPr>
            <a:ln xmlns:a="http://schemas.openxmlformats.org/drawingml/2006/main" w="28575">
              <a:solidFill>
                <a:srgbClr val="2162A0"/>
              </a:solidFill>
            </a:ln>
          </c:spPr>
          <c:marker>
            <c:symbol val="none"/>
            <c:size val="5"/>
          </c:marker>
          <c:xVal>
            <c:numLit>
              <c:formatCode>General</c:formatCode>
              <c:ptCount val="501"/>
              <c:pt idx="0">
                <c:v>0</c:v>
              </c:pt>
              <c:pt idx="1">
                <c:v>0.2</c:v>
              </c:pt>
              <c:pt idx="2">
                <c:v>0.4</c:v>
              </c:pt>
              <c:pt idx="3">
                <c:v>0.6</c:v>
              </c:pt>
              <c:pt idx="4">
                <c:v>0.8</c:v>
              </c:pt>
              <c:pt idx="5">
                <c:v>1</c:v>
              </c:pt>
              <c:pt idx="6">
                <c:v>1.2</c:v>
              </c:pt>
              <c:pt idx="7">
                <c:v>1.4</c:v>
              </c:pt>
              <c:pt idx="8">
                <c:v>1.6</c:v>
              </c:pt>
              <c:pt idx="9">
                <c:v>1.8</c:v>
              </c:pt>
              <c:pt idx="10">
                <c:v>2</c:v>
              </c:pt>
              <c:pt idx="11">
                <c:v>2.2</c:v>
              </c:pt>
              <c:pt idx="12">
                <c:v>2.4</c:v>
              </c:pt>
              <c:pt idx="13">
                <c:v>2.6</c:v>
              </c:pt>
              <c:pt idx="14">
                <c:v>2.8</c:v>
              </c:pt>
              <c:pt idx="15">
                <c:v>3</c:v>
              </c:pt>
              <c:pt idx="16">
                <c:v>3.2</c:v>
              </c:pt>
              <c:pt idx="17">
                <c:v>3.4</c:v>
              </c:pt>
              <c:pt idx="18">
                <c:v>3.6</c:v>
              </c:pt>
              <c:pt idx="19">
                <c:v>3.8</c:v>
              </c:pt>
              <c:pt idx="20">
                <c:v>4</c:v>
              </c:pt>
              <c:pt idx="21">
                <c:v>4.2</c:v>
              </c:pt>
              <c:pt idx="22">
                <c:v>4.4</c:v>
              </c:pt>
              <c:pt idx="23">
                <c:v>4.6</c:v>
              </c:pt>
              <c:pt idx="24">
                <c:v>4.8</c:v>
              </c:pt>
              <c:pt idx="25">
                <c:v>5</c:v>
              </c:pt>
              <c:pt idx="26">
                <c:v>5.2</c:v>
              </c:pt>
              <c:pt idx="27">
                <c:v>5.4</c:v>
              </c:pt>
              <c:pt idx="28">
                <c:v>5.6</c:v>
              </c:pt>
              <c:pt idx="29">
                <c:v>5.8</c:v>
              </c:pt>
              <c:pt idx="30">
                <c:v>6</c:v>
              </c:pt>
              <c:pt idx="31">
                <c:v>6.2</c:v>
              </c:pt>
              <c:pt idx="32">
                <c:v>6.4</c:v>
              </c:pt>
              <c:pt idx="33">
                <c:v>6.6</c:v>
              </c:pt>
              <c:pt idx="34">
                <c:v>6.8</c:v>
              </c:pt>
              <c:pt idx="35">
                <c:v>7</c:v>
              </c:pt>
              <c:pt idx="36">
                <c:v>7.2</c:v>
              </c:pt>
              <c:pt idx="37">
                <c:v>7.4</c:v>
              </c:pt>
              <c:pt idx="38">
                <c:v>7.6</c:v>
              </c:pt>
              <c:pt idx="39">
                <c:v>7.8</c:v>
              </c:pt>
              <c:pt idx="40">
                <c:v>8</c:v>
              </c:pt>
              <c:pt idx="41">
                <c:v>8.2</c:v>
              </c:pt>
              <c:pt idx="42">
                <c:v>8.4</c:v>
              </c:pt>
              <c:pt idx="43">
                <c:v>8.6</c:v>
              </c:pt>
              <c:pt idx="44">
                <c:v>8.8</c:v>
              </c:pt>
              <c:pt idx="45">
                <c:v>9</c:v>
              </c:pt>
              <c:pt idx="46">
                <c:v>9.2</c:v>
              </c:pt>
              <c:pt idx="47">
                <c:v>9.4</c:v>
              </c:pt>
              <c:pt idx="48">
                <c:v>9.6</c:v>
              </c:pt>
              <c:pt idx="49">
                <c:v>9.8</c:v>
              </c:pt>
              <c:pt idx="50">
                <c:v>10</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20</c:v>
              </c:pt>
              <c:pt idx="101">
                <c:v>20.2</c:v>
              </c:pt>
              <c:pt idx="102">
                <c:v>20.4</c:v>
              </c:pt>
              <c:pt idx="103">
                <c:v>20.6</c:v>
              </c:pt>
              <c:pt idx="104">
                <c:v>20.8</c:v>
              </c:pt>
              <c:pt idx="105">
                <c:v>21</c:v>
              </c:pt>
              <c:pt idx="106">
                <c:v>21.2</c:v>
              </c:pt>
              <c:pt idx="107">
                <c:v>21.4</c:v>
              </c:pt>
              <c:pt idx="108">
                <c:v>21.6</c:v>
              </c:pt>
              <c:pt idx="109">
                <c:v>21.8</c:v>
              </c:pt>
              <c:pt idx="110">
                <c:v>22</c:v>
              </c:pt>
              <c:pt idx="111">
                <c:v>22.2</c:v>
              </c:pt>
              <c:pt idx="112">
                <c:v>22.4</c:v>
              </c:pt>
              <c:pt idx="113">
                <c:v>22.6</c:v>
              </c:pt>
              <c:pt idx="114">
                <c:v>22.8</c:v>
              </c:pt>
              <c:pt idx="115">
                <c:v>23</c:v>
              </c:pt>
              <c:pt idx="116">
                <c:v>23.2</c:v>
              </c:pt>
              <c:pt idx="117">
                <c:v>23.4</c:v>
              </c:pt>
              <c:pt idx="118">
                <c:v>23.6</c:v>
              </c:pt>
              <c:pt idx="119">
                <c:v>23.8</c:v>
              </c:pt>
              <c:pt idx="120">
                <c:v>24</c:v>
              </c:pt>
              <c:pt idx="121">
                <c:v>24.2</c:v>
              </c:pt>
              <c:pt idx="122">
                <c:v>24.4</c:v>
              </c:pt>
              <c:pt idx="123">
                <c:v>24.6</c:v>
              </c:pt>
              <c:pt idx="124">
                <c:v>24.8</c:v>
              </c:pt>
              <c:pt idx="125">
                <c:v>25</c:v>
              </c:pt>
              <c:pt idx="126">
                <c:v>25.2</c:v>
              </c:pt>
              <c:pt idx="127">
                <c:v>25.4</c:v>
              </c:pt>
              <c:pt idx="128">
                <c:v>25.6</c:v>
              </c:pt>
              <c:pt idx="129">
                <c:v>25.8</c:v>
              </c:pt>
              <c:pt idx="130">
                <c:v>26</c:v>
              </c:pt>
              <c:pt idx="131">
                <c:v>26.2</c:v>
              </c:pt>
              <c:pt idx="132">
                <c:v>26.4</c:v>
              </c:pt>
              <c:pt idx="133">
                <c:v>26.6</c:v>
              </c:pt>
              <c:pt idx="134">
                <c:v>26.8</c:v>
              </c:pt>
              <c:pt idx="135">
                <c:v>27</c:v>
              </c:pt>
              <c:pt idx="136">
                <c:v>27.2</c:v>
              </c:pt>
              <c:pt idx="137">
                <c:v>27.4</c:v>
              </c:pt>
              <c:pt idx="138">
                <c:v>27.6</c:v>
              </c:pt>
              <c:pt idx="139">
                <c:v>27.8</c:v>
              </c:pt>
              <c:pt idx="140">
                <c:v>28</c:v>
              </c:pt>
              <c:pt idx="141">
                <c:v>28.2</c:v>
              </c:pt>
              <c:pt idx="142">
                <c:v>28.4</c:v>
              </c:pt>
              <c:pt idx="143">
                <c:v>28.6</c:v>
              </c:pt>
              <c:pt idx="144">
                <c:v>28.8</c:v>
              </c:pt>
              <c:pt idx="145">
                <c:v>29</c:v>
              </c:pt>
              <c:pt idx="146">
                <c:v>29.2</c:v>
              </c:pt>
              <c:pt idx="147">
                <c:v>29.4</c:v>
              </c:pt>
              <c:pt idx="148">
                <c:v>29.6</c:v>
              </c:pt>
              <c:pt idx="149">
                <c:v>29.8</c:v>
              </c:pt>
              <c:pt idx="150">
                <c:v>30</c:v>
              </c:pt>
              <c:pt idx="151">
                <c:v>30.2</c:v>
              </c:pt>
              <c:pt idx="152">
                <c:v>30.4</c:v>
              </c:pt>
              <c:pt idx="153">
                <c:v>30.6</c:v>
              </c:pt>
              <c:pt idx="154">
                <c:v>30.8</c:v>
              </c:pt>
              <c:pt idx="155">
                <c:v>31</c:v>
              </c:pt>
              <c:pt idx="156">
                <c:v>31.2</c:v>
              </c:pt>
              <c:pt idx="157">
                <c:v>31.4</c:v>
              </c:pt>
              <c:pt idx="158">
                <c:v>31.6</c:v>
              </c:pt>
              <c:pt idx="159">
                <c:v>31.8</c:v>
              </c:pt>
              <c:pt idx="160">
                <c:v>32</c:v>
              </c:pt>
              <c:pt idx="161">
                <c:v>32.2</c:v>
              </c:pt>
              <c:pt idx="162">
                <c:v>32.4</c:v>
              </c:pt>
              <c:pt idx="163">
                <c:v>32.6</c:v>
              </c:pt>
              <c:pt idx="164">
                <c:v>32.8</c:v>
              </c:pt>
              <c:pt idx="165">
                <c:v>33</c:v>
              </c:pt>
              <c:pt idx="166">
                <c:v>33.2</c:v>
              </c:pt>
              <c:pt idx="167">
                <c:v>33.4</c:v>
              </c:pt>
              <c:pt idx="168">
                <c:v>33.6</c:v>
              </c:pt>
              <c:pt idx="169">
                <c:v>33.8</c:v>
              </c:pt>
              <c:pt idx="170">
                <c:v>34</c:v>
              </c:pt>
              <c:pt idx="171">
                <c:v>34.2</c:v>
              </c:pt>
              <c:pt idx="172">
                <c:v>34.4</c:v>
              </c:pt>
              <c:pt idx="173">
                <c:v>34.6</c:v>
              </c:pt>
              <c:pt idx="174">
                <c:v>34.8</c:v>
              </c:pt>
              <c:pt idx="175">
                <c:v>35</c:v>
              </c:pt>
              <c:pt idx="176">
                <c:v>35.2</c:v>
              </c:pt>
              <c:pt idx="177">
                <c:v>35.4</c:v>
              </c:pt>
              <c:pt idx="178">
                <c:v>35.6</c:v>
              </c:pt>
              <c:pt idx="179">
                <c:v>35.8</c:v>
              </c:pt>
              <c:pt idx="180">
                <c:v>36</c:v>
              </c:pt>
              <c:pt idx="181">
                <c:v>36.2</c:v>
              </c:pt>
              <c:pt idx="182">
                <c:v>36.4</c:v>
              </c:pt>
              <c:pt idx="183">
                <c:v>36.6</c:v>
              </c:pt>
              <c:pt idx="184">
                <c:v>36.8</c:v>
              </c:pt>
              <c:pt idx="185">
                <c:v>37</c:v>
              </c:pt>
              <c:pt idx="186">
                <c:v>37.2</c:v>
              </c:pt>
              <c:pt idx="187">
                <c:v>37.4</c:v>
              </c:pt>
              <c:pt idx="188">
                <c:v>37.6</c:v>
              </c:pt>
              <c:pt idx="189">
                <c:v>37.8</c:v>
              </c:pt>
              <c:pt idx="190">
                <c:v>38</c:v>
              </c:pt>
              <c:pt idx="191">
                <c:v>38.2</c:v>
              </c:pt>
              <c:pt idx="192">
                <c:v>38.4</c:v>
              </c:pt>
              <c:pt idx="193">
                <c:v>38.6</c:v>
              </c:pt>
              <c:pt idx="194">
                <c:v>38.8</c:v>
              </c:pt>
              <c:pt idx="195">
                <c:v>39</c:v>
              </c:pt>
              <c:pt idx="196">
                <c:v>39.2</c:v>
              </c:pt>
              <c:pt idx="197">
                <c:v>39.4</c:v>
              </c:pt>
              <c:pt idx="198">
                <c:v>39.6</c:v>
              </c:pt>
              <c:pt idx="199">
                <c:v>39.8</c:v>
              </c:pt>
              <c:pt idx="200">
                <c:v>40</c:v>
              </c:pt>
              <c:pt idx="201">
                <c:v>40.2</c:v>
              </c:pt>
              <c:pt idx="202">
                <c:v>40.4</c:v>
              </c:pt>
              <c:pt idx="203">
                <c:v>40.6</c:v>
              </c:pt>
              <c:pt idx="204">
                <c:v>40.8</c:v>
              </c:pt>
              <c:pt idx="205">
                <c:v>41</c:v>
              </c:pt>
              <c:pt idx="206">
                <c:v>41.2</c:v>
              </c:pt>
              <c:pt idx="207">
                <c:v>41.4</c:v>
              </c:pt>
              <c:pt idx="208">
                <c:v>41.6</c:v>
              </c:pt>
              <c:pt idx="209">
                <c:v>41.8</c:v>
              </c:pt>
              <c:pt idx="210">
                <c:v>42</c:v>
              </c:pt>
              <c:pt idx="211">
                <c:v>42.2</c:v>
              </c:pt>
              <c:pt idx="212">
                <c:v>42.4</c:v>
              </c:pt>
              <c:pt idx="213">
                <c:v>42.6</c:v>
              </c:pt>
              <c:pt idx="214">
                <c:v>42.8</c:v>
              </c:pt>
              <c:pt idx="215">
                <c:v>43</c:v>
              </c:pt>
              <c:pt idx="216">
                <c:v>43.2</c:v>
              </c:pt>
              <c:pt idx="217">
                <c:v>43.4</c:v>
              </c:pt>
              <c:pt idx="218">
                <c:v>43.6</c:v>
              </c:pt>
              <c:pt idx="219">
                <c:v>43.8</c:v>
              </c:pt>
              <c:pt idx="220">
                <c:v>44</c:v>
              </c:pt>
              <c:pt idx="221">
                <c:v>44.2</c:v>
              </c:pt>
              <c:pt idx="222">
                <c:v>44.4</c:v>
              </c:pt>
              <c:pt idx="223">
                <c:v>44.6</c:v>
              </c:pt>
              <c:pt idx="224">
                <c:v>44.8</c:v>
              </c:pt>
              <c:pt idx="225">
                <c:v>45</c:v>
              </c:pt>
              <c:pt idx="226">
                <c:v>45.2</c:v>
              </c:pt>
              <c:pt idx="227">
                <c:v>45.4</c:v>
              </c:pt>
              <c:pt idx="228">
                <c:v>45.6</c:v>
              </c:pt>
              <c:pt idx="229">
                <c:v>45.8</c:v>
              </c:pt>
              <c:pt idx="230">
                <c:v>46</c:v>
              </c:pt>
              <c:pt idx="231">
                <c:v>46.2</c:v>
              </c:pt>
              <c:pt idx="232">
                <c:v>46.4</c:v>
              </c:pt>
              <c:pt idx="233">
                <c:v>46.6</c:v>
              </c:pt>
              <c:pt idx="234">
                <c:v>46.8</c:v>
              </c:pt>
              <c:pt idx="235">
                <c:v>47</c:v>
              </c:pt>
              <c:pt idx="236">
                <c:v>47.2</c:v>
              </c:pt>
              <c:pt idx="237">
                <c:v>47.4</c:v>
              </c:pt>
              <c:pt idx="238">
                <c:v>47.6</c:v>
              </c:pt>
              <c:pt idx="239">
                <c:v>47.8</c:v>
              </c:pt>
              <c:pt idx="240">
                <c:v>48</c:v>
              </c:pt>
              <c:pt idx="241">
                <c:v>48.2</c:v>
              </c:pt>
              <c:pt idx="242">
                <c:v>48.4</c:v>
              </c:pt>
              <c:pt idx="243">
                <c:v>48.6</c:v>
              </c:pt>
              <c:pt idx="244">
                <c:v>48.8</c:v>
              </c:pt>
              <c:pt idx="245">
                <c:v>49</c:v>
              </c:pt>
              <c:pt idx="246">
                <c:v>49.2</c:v>
              </c:pt>
              <c:pt idx="247">
                <c:v>49.4</c:v>
              </c:pt>
              <c:pt idx="248">
                <c:v>49.6</c:v>
              </c:pt>
              <c:pt idx="249">
                <c:v>49.8</c:v>
              </c:pt>
              <c:pt idx="250">
                <c:v>50</c:v>
              </c:pt>
              <c:pt idx="251">
                <c:v>50.2</c:v>
              </c:pt>
              <c:pt idx="252">
                <c:v>50.4</c:v>
              </c:pt>
              <c:pt idx="253">
                <c:v>50.6</c:v>
              </c:pt>
              <c:pt idx="254">
                <c:v>50.8</c:v>
              </c:pt>
              <c:pt idx="255">
                <c:v>51</c:v>
              </c:pt>
              <c:pt idx="256">
                <c:v>51.2</c:v>
              </c:pt>
              <c:pt idx="257">
                <c:v>51.4</c:v>
              </c:pt>
              <c:pt idx="258">
                <c:v>51.6</c:v>
              </c:pt>
              <c:pt idx="259">
                <c:v>51.8</c:v>
              </c:pt>
              <c:pt idx="260">
                <c:v>52</c:v>
              </c:pt>
              <c:pt idx="261">
                <c:v>52.2</c:v>
              </c:pt>
              <c:pt idx="262">
                <c:v>52.4</c:v>
              </c:pt>
              <c:pt idx="263">
                <c:v>52.6</c:v>
              </c:pt>
              <c:pt idx="264">
                <c:v>52.8</c:v>
              </c:pt>
              <c:pt idx="265">
                <c:v>53</c:v>
              </c:pt>
              <c:pt idx="266">
                <c:v>53.2</c:v>
              </c:pt>
              <c:pt idx="267">
                <c:v>53.4</c:v>
              </c:pt>
              <c:pt idx="268">
                <c:v>53.6</c:v>
              </c:pt>
              <c:pt idx="269">
                <c:v>53.8</c:v>
              </c:pt>
              <c:pt idx="270">
                <c:v>54</c:v>
              </c:pt>
              <c:pt idx="271">
                <c:v>54.2</c:v>
              </c:pt>
              <c:pt idx="272">
                <c:v>54.4</c:v>
              </c:pt>
              <c:pt idx="273">
                <c:v>54.6</c:v>
              </c:pt>
              <c:pt idx="274">
                <c:v>54.8</c:v>
              </c:pt>
              <c:pt idx="275">
                <c:v>55</c:v>
              </c:pt>
              <c:pt idx="276">
                <c:v>55.2</c:v>
              </c:pt>
              <c:pt idx="277">
                <c:v>55.4</c:v>
              </c:pt>
              <c:pt idx="278">
                <c:v>55.6</c:v>
              </c:pt>
              <c:pt idx="279">
                <c:v>55.8</c:v>
              </c:pt>
              <c:pt idx="280">
                <c:v>56</c:v>
              </c:pt>
              <c:pt idx="281">
                <c:v>56.2</c:v>
              </c:pt>
              <c:pt idx="282">
                <c:v>56.4</c:v>
              </c:pt>
              <c:pt idx="283">
                <c:v>56.6</c:v>
              </c:pt>
              <c:pt idx="284">
                <c:v>56.8</c:v>
              </c:pt>
              <c:pt idx="285">
                <c:v>57</c:v>
              </c:pt>
              <c:pt idx="286">
                <c:v>57.2</c:v>
              </c:pt>
              <c:pt idx="287">
                <c:v>57.4</c:v>
              </c:pt>
              <c:pt idx="288">
                <c:v>57.6</c:v>
              </c:pt>
              <c:pt idx="289">
                <c:v>57.8</c:v>
              </c:pt>
              <c:pt idx="290">
                <c:v>58</c:v>
              </c:pt>
              <c:pt idx="291">
                <c:v>58.2</c:v>
              </c:pt>
              <c:pt idx="292">
                <c:v>58.4</c:v>
              </c:pt>
              <c:pt idx="293">
                <c:v>58.6</c:v>
              </c:pt>
              <c:pt idx="294">
                <c:v>58.8</c:v>
              </c:pt>
              <c:pt idx="295">
                <c:v>59</c:v>
              </c:pt>
              <c:pt idx="296">
                <c:v>59.2</c:v>
              </c:pt>
              <c:pt idx="297">
                <c:v>59.4</c:v>
              </c:pt>
              <c:pt idx="298">
                <c:v>59.6</c:v>
              </c:pt>
              <c:pt idx="299">
                <c:v>59.8</c:v>
              </c:pt>
              <c:pt idx="300">
                <c:v>60</c:v>
              </c:pt>
              <c:pt idx="301">
                <c:v>60.2</c:v>
              </c:pt>
              <c:pt idx="302">
                <c:v>60.4</c:v>
              </c:pt>
              <c:pt idx="303">
                <c:v>60.6</c:v>
              </c:pt>
              <c:pt idx="304">
                <c:v>60.8</c:v>
              </c:pt>
              <c:pt idx="305">
                <c:v>61</c:v>
              </c:pt>
              <c:pt idx="306">
                <c:v>61.2</c:v>
              </c:pt>
              <c:pt idx="307">
                <c:v>61.4</c:v>
              </c:pt>
              <c:pt idx="308">
                <c:v>61.6</c:v>
              </c:pt>
              <c:pt idx="309">
                <c:v>61.8</c:v>
              </c:pt>
              <c:pt idx="310">
                <c:v>62</c:v>
              </c:pt>
              <c:pt idx="311">
                <c:v>62.2</c:v>
              </c:pt>
              <c:pt idx="312">
                <c:v>62.4</c:v>
              </c:pt>
              <c:pt idx="313">
                <c:v>62.6</c:v>
              </c:pt>
              <c:pt idx="314">
                <c:v>62.8</c:v>
              </c:pt>
              <c:pt idx="315">
                <c:v>63</c:v>
              </c:pt>
              <c:pt idx="316">
                <c:v>63.2</c:v>
              </c:pt>
              <c:pt idx="317">
                <c:v>63.4</c:v>
              </c:pt>
              <c:pt idx="318">
                <c:v>63.6</c:v>
              </c:pt>
              <c:pt idx="319">
                <c:v>63.8</c:v>
              </c:pt>
              <c:pt idx="320">
                <c:v>64</c:v>
              </c:pt>
              <c:pt idx="321">
                <c:v>64.2</c:v>
              </c:pt>
              <c:pt idx="322">
                <c:v>64.4</c:v>
              </c:pt>
              <c:pt idx="323">
                <c:v>64.6</c:v>
              </c:pt>
              <c:pt idx="324">
                <c:v>64.8</c:v>
              </c:pt>
              <c:pt idx="325">
                <c:v>65</c:v>
              </c:pt>
              <c:pt idx="326">
                <c:v>65.2</c:v>
              </c:pt>
              <c:pt idx="327">
                <c:v>65.4</c:v>
              </c:pt>
              <c:pt idx="328">
                <c:v>65.6</c:v>
              </c:pt>
              <c:pt idx="329">
                <c:v>65.8</c:v>
              </c:pt>
              <c:pt idx="330">
                <c:v>66</c:v>
              </c:pt>
              <c:pt idx="331">
                <c:v>66.2</c:v>
              </c:pt>
              <c:pt idx="332">
                <c:v>66.4</c:v>
              </c:pt>
              <c:pt idx="333">
                <c:v>66.6</c:v>
              </c:pt>
              <c:pt idx="334">
                <c:v>66.8</c:v>
              </c:pt>
              <c:pt idx="335">
                <c:v>67</c:v>
              </c:pt>
              <c:pt idx="336">
                <c:v>67.2</c:v>
              </c:pt>
              <c:pt idx="337">
                <c:v>67.4</c:v>
              </c:pt>
              <c:pt idx="338">
                <c:v>67.6</c:v>
              </c:pt>
              <c:pt idx="339">
                <c:v>67.8</c:v>
              </c:pt>
              <c:pt idx="340">
                <c:v>68</c:v>
              </c:pt>
              <c:pt idx="341">
                <c:v>68.2</c:v>
              </c:pt>
              <c:pt idx="342">
                <c:v>68.4</c:v>
              </c:pt>
              <c:pt idx="343">
                <c:v>68.6</c:v>
              </c:pt>
              <c:pt idx="344">
                <c:v>68.8</c:v>
              </c:pt>
              <c:pt idx="345">
                <c:v>69</c:v>
              </c:pt>
              <c:pt idx="346">
                <c:v>69.2</c:v>
              </c:pt>
              <c:pt idx="347">
                <c:v>69.4</c:v>
              </c:pt>
              <c:pt idx="348">
                <c:v>69.6</c:v>
              </c:pt>
              <c:pt idx="349">
                <c:v>69.8</c:v>
              </c:pt>
              <c:pt idx="350">
                <c:v>70</c:v>
              </c:pt>
              <c:pt idx="351">
                <c:v>70.2</c:v>
              </c:pt>
              <c:pt idx="352">
                <c:v>70.4</c:v>
              </c:pt>
              <c:pt idx="353">
                <c:v>70.6</c:v>
              </c:pt>
              <c:pt idx="354">
                <c:v>70.8</c:v>
              </c:pt>
              <c:pt idx="355">
                <c:v>71</c:v>
              </c:pt>
              <c:pt idx="356">
                <c:v>71.2</c:v>
              </c:pt>
              <c:pt idx="357">
                <c:v>71.4</c:v>
              </c:pt>
              <c:pt idx="358">
                <c:v>71.6</c:v>
              </c:pt>
              <c:pt idx="359">
                <c:v>71.8</c:v>
              </c:pt>
              <c:pt idx="360">
                <c:v>72</c:v>
              </c:pt>
              <c:pt idx="361">
                <c:v>72.2</c:v>
              </c:pt>
              <c:pt idx="362">
                <c:v>72.4</c:v>
              </c:pt>
              <c:pt idx="363">
                <c:v>72.6</c:v>
              </c:pt>
              <c:pt idx="364">
                <c:v>72.8</c:v>
              </c:pt>
              <c:pt idx="365">
                <c:v>73</c:v>
              </c:pt>
              <c:pt idx="366">
                <c:v>73.2</c:v>
              </c:pt>
              <c:pt idx="367">
                <c:v>73.4</c:v>
              </c:pt>
              <c:pt idx="368">
                <c:v>73.6</c:v>
              </c:pt>
              <c:pt idx="369">
                <c:v>73.8</c:v>
              </c:pt>
              <c:pt idx="370">
                <c:v>74</c:v>
              </c:pt>
              <c:pt idx="371">
                <c:v>74.2</c:v>
              </c:pt>
              <c:pt idx="372">
                <c:v>74.4</c:v>
              </c:pt>
              <c:pt idx="373">
                <c:v>74.6</c:v>
              </c:pt>
              <c:pt idx="374">
                <c:v>74.8</c:v>
              </c:pt>
              <c:pt idx="375">
                <c:v>75</c:v>
              </c:pt>
              <c:pt idx="376">
                <c:v>75.2</c:v>
              </c:pt>
              <c:pt idx="377">
                <c:v>75.4</c:v>
              </c:pt>
              <c:pt idx="378">
                <c:v>75.6</c:v>
              </c:pt>
              <c:pt idx="379">
                <c:v>75.8</c:v>
              </c:pt>
              <c:pt idx="380">
                <c:v>76</c:v>
              </c:pt>
              <c:pt idx="381">
                <c:v>76.2</c:v>
              </c:pt>
              <c:pt idx="382">
                <c:v>76.4</c:v>
              </c:pt>
              <c:pt idx="383">
                <c:v>76.6</c:v>
              </c:pt>
              <c:pt idx="384">
                <c:v>76.8</c:v>
              </c:pt>
              <c:pt idx="385">
                <c:v>77</c:v>
              </c:pt>
              <c:pt idx="386">
                <c:v>77.2</c:v>
              </c:pt>
              <c:pt idx="387">
                <c:v>77.4</c:v>
              </c:pt>
              <c:pt idx="388">
                <c:v>77.6</c:v>
              </c:pt>
              <c:pt idx="389">
                <c:v>77.8</c:v>
              </c:pt>
              <c:pt idx="390">
                <c:v>78</c:v>
              </c:pt>
              <c:pt idx="391">
                <c:v>78.2</c:v>
              </c:pt>
              <c:pt idx="392">
                <c:v>78.4</c:v>
              </c:pt>
              <c:pt idx="393">
                <c:v>78.6</c:v>
              </c:pt>
              <c:pt idx="394">
                <c:v>78.8</c:v>
              </c:pt>
              <c:pt idx="395">
                <c:v>79</c:v>
              </c:pt>
              <c:pt idx="396">
                <c:v>79.2</c:v>
              </c:pt>
              <c:pt idx="397">
                <c:v>79.4</c:v>
              </c:pt>
              <c:pt idx="398">
                <c:v>79.6</c:v>
              </c:pt>
              <c:pt idx="399">
                <c:v>79.8</c:v>
              </c:pt>
              <c:pt idx="400">
                <c:v>80</c:v>
              </c:pt>
              <c:pt idx="401">
                <c:v>80.2</c:v>
              </c:pt>
              <c:pt idx="402">
                <c:v>80.4</c:v>
              </c:pt>
              <c:pt idx="403">
                <c:v>80.6</c:v>
              </c:pt>
              <c:pt idx="404">
                <c:v>80.8</c:v>
              </c:pt>
              <c:pt idx="405">
                <c:v>81</c:v>
              </c:pt>
              <c:pt idx="406">
                <c:v>81.2</c:v>
              </c:pt>
              <c:pt idx="407">
                <c:v>81.4</c:v>
              </c:pt>
              <c:pt idx="408">
                <c:v>81.6</c:v>
              </c:pt>
              <c:pt idx="409">
                <c:v>81.8</c:v>
              </c:pt>
              <c:pt idx="410">
                <c:v>82</c:v>
              </c:pt>
              <c:pt idx="411">
                <c:v>82.2</c:v>
              </c:pt>
              <c:pt idx="412">
                <c:v>82.4</c:v>
              </c:pt>
              <c:pt idx="413">
                <c:v>82.6</c:v>
              </c:pt>
              <c:pt idx="414">
                <c:v>82.8</c:v>
              </c:pt>
              <c:pt idx="415">
                <c:v>83</c:v>
              </c:pt>
              <c:pt idx="416">
                <c:v>83.2</c:v>
              </c:pt>
              <c:pt idx="417">
                <c:v>83.4</c:v>
              </c:pt>
              <c:pt idx="418">
                <c:v>83.6</c:v>
              </c:pt>
              <c:pt idx="419">
                <c:v>83.8</c:v>
              </c:pt>
              <c:pt idx="420">
                <c:v>84</c:v>
              </c:pt>
              <c:pt idx="421">
                <c:v>84.2</c:v>
              </c:pt>
              <c:pt idx="422">
                <c:v>84.4</c:v>
              </c:pt>
              <c:pt idx="423">
                <c:v>84.6</c:v>
              </c:pt>
              <c:pt idx="424">
                <c:v>84.8</c:v>
              </c:pt>
              <c:pt idx="425">
                <c:v>85</c:v>
              </c:pt>
              <c:pt idx="426">
                <c:v>85.2</c:v>
              </c:pt>
              <c:pt idx="427">
                <c:v>85.4</c:v>
              </c:pt>
              <c:pt idx="428">
                <c:v>85.6</c:v>
              </c:pt>
              <c:pt idx="429">
                <c:v>85.8</c:v>
              </c:pt>
              <c:pt idx="430">
                <c:v>86</c:v>
              </c:pt>
              <c:pt idx="431">
                <c:v>86.2</c:v>
              </c:pt>
              <c:pt idx="432">
                <c:v>86.4</c:v>
              </c:pt>
              <c:pt idx="433">
                <c:v>86.6</c:v>
              </c:pt>
              <c:pt idx="434">
                <c:v>86.8</c:v>
              </c:pt>
              <c:pt idx="435">
                <c:v>87</c:v>
              </c:pt>
              <c:pt idx="436">
                <c:v>87.2</c:v>
              </c:pt>
              <c:pt idx="437">
                <c:v>87.4</c:v>
              </c:pt>
              <c:pt idx="438">
                <c:v>87.6</c:v>
              </c:pt>
              <c:pt idx="439">
                <c:v>87.8</c:v>
              </c:pt>
              <c:pt idx="440">
                <c:v>88</c:v>
              </c:pt>
              <c:pt idx="441">
                <c:v>88.2</c:v>
              </c:pt>
              <c:pt idx="442">
                <c:v>88.4</c:v>
              </c:pt>
              <c:pt idx="443">
                <c:v>88.6</c:v>
              </c:pt>
              <c:pt idx="444">
                <c:v>88.8</c:v>
              </c:pt>
              <c:pt idx="445">
                <c:v>89</c:v>
              </c:pt>
              <c:pt idx="446">
                <c:v>89.2</c:v>
              </c:pt>
              <c:pt idx="447">
                <c:v>89.4</c:v>
              </c:pt>
              <c:pt idx="448">
                <c:v>89.6</c:v>
              </c:pt>
              <c:pt idx="449">
                <c:v>89.8</c:v>
              </c:pt>
              <c:pt idx="450">
                <c:v>90</c:v>
              </c:pt>
              <c:pt idx="451">
                <c:v>90.2</c:v>
              </c:pt>
              <c:pt idx="452">
                <c:v>90.4</c:v>
              </c:pt>
              <c:pt idx="453">
                <c:v>90.6</c:v>
              </c:pt>
              <c:pt idx="454">
                <c:v>90.8</c:v>
              </c:pt>
              <c:pt idx="455">
                <c:v>91</c:v>
              </c:pt>
              <c:pt idx="456">
                <c:v>91.2</c:v>
              </c:pt>
              <c:pt idx="457">
                <c:v>91.4</c:v>
              </c:pt>
              <c:pt idx="458">
                <c:v>91.6</c:v>
              </c:pt>
              <c:pt idx="459">
                <c:v>91.8</c:v>
              </c:pt>
              <c:pt idx="460">
                <c:v>92</c:v>
              </c:pt>
              <c:pt idx="461">
                <c:v>92.2</c:v>
              </c:pt>
              <c:pt idx="462">
                <c:v>92.4</c:v>
              </c:pt>
              <c:pt idx="463">
                <c:v>92.6</c:v>
              </c:pt>
              <c:pt idx="464">
                <c:v>92.8</c:v>
              </c:pt>
              <c:pt idx="465">
                <c:v>93</c:v>
              </c:pt>
              <c:pt idx="466">
                <c:v>93.2</c:v>
              </c:pt>
              <c:pt idx="467">
                <c:v>93.4</c:v>
              </c:pt>
              <c:pt idx="468">
                <c:v>93.6</c:v>
              </c:pt>
              <c:pt idx="469">
                <c:v>93.8</c:v>
              </c:pt>
              <c:pt idx="470">
                <c:v>94</c:v>
              </c:pt>
              <c:pt idx="471">
                <c:v>94.2</c:v>
              </c:pt>
              <c:pt idx="472">
                <c:v>94.4</c:v>
              </c:pt>
              <c:pt idx="473">
                <c:v>94.6</c:v>
              </c:pt>
              <c:pt idx="474">
                <c:v>94.8</c:v>
              </c:pt>
              <c:pt idx="475">
                <c:v>95</c:v>
              </c:pt>
              <c:pt idx="476">
                <c:v>95.2</c:v>
              </c:pt>
              <c:pt idx="477">
                <c:v>95.4</c:v>
              </c:pt>
              <c:pt idx="478">
                <c:v>95.6</c:v>
              </c:pt>
              <c:pt idx="479">
                <c:v>95.8</c:v>
              </c:pt>
              <c:pt idx="480">
                <c:v>96</c:v>
              </c:pt>
              <c:pt idx="481">
                <c:v>96.2</c:v>
              </c:pt>
              <c:pt idx="482">
                <c:v>96.4</c:v>
              </c:pt>
              <c:pt idx="483">
                <c:v>96.6</c:v>
              </c:pt>
              <c:pt idx="484">
                <c:v>96.8</c:v>
              </c:pt>
              <c:pt idx="485">
                <c:v>97</c:v>
              </c:pt>
              <c:pt idx="486">
                <c:v>97.2</c:v>
              </c:pt>
              <c:pt idx="487">
                <c:v>97.4</c:v>
              </c:pt>
              <c:pt idx="488">
                <c:v>97.6</c:v>
              </c:pt>
              <c:pt idx="489">
                <c:v>97.8</c:v>
              </c:pt>
              <c:pt idx="490">
                <c:v>98</c:v>
              </c:pt>
              <c:pt idx="491">
                <c:v>98.2</c:v>
              </c:pt>
              <c:pt idx="492">
                <c:v>98.4</c:v>
              </c:pt>
              <c:pt idx="493">
                <c:v>98.6</c:v>
              </c:pt>
              <c:pt idx="494">
                <c:v>98.8</c:v>
              </c:pt>
              <c:pt idx="495">
                <c:v>99</c:v>
              </c:pt>
              <c:pt idx="496">
                <c:v>99.2</c:v>
              </c:pt>
              <c:pt idx="497">
                <c:v>99.4</c:v>
              </c:pt>
              <c:pt idx="498">
                <c:v>99.6</c:v>
              </c:pt>
              <c:pt idx="499">
                <c:v>99.8</c:v>
              </c:pt>
              <c:pt idx="500">
                <c:v>100</c:v>
              </c:pt>
            </c:numLit>
          </c:xVal>
          <c:yVal>
            <c:numLit>
              <c:formatCode>General</c:formatCode>
              <c:ptCount val="501"/>
              <c:pt idx="0">
                <c:v>0</c:v>
              </c:pt>
              <c:pt idx="1">
                <c:v>0.006666666666666667</c:v>
              </c:pt>
              <c:pt idx="2">
                <c:v>0.013333333333333334</c:v>
              </c:pt>
              <c:pt idx="3">
                <c:v>0.02</c:v>
              </c:pt>
              <c:pt idx="4">
                <c:v>0.02666666666666667</c:v>
              </c:pt>
              <c:pt idx="5">
                <c:v>0.03333333333333333</c:v>
              </c:pt>
              <c:pt idx="6">
                <c:v>0.04</c:v>
              </c:pt>
              <c:pt idx="7">
                <c:v>0.04666666666666666</c:v>
              </c:pt>
              <c:pt idx="8">
                <c:v>0.05333333333333334</c:v>
              </c:pt>
              <c:pt idx="9">
                <c:v>0.060000000000000005</c:v>
              </c:pt>
              <c:pt idx="10">
                <c:v>0.06666666666666667</c:v>
              </c:pt>
              <c:pt idx="11">
                <c:v>0.07333333333333333</c:v>
              </c:pt>
              <c:pt idx="12">
                <c:v>0.08</c:v>
              </c:pt>
              <c:pt idx="13">
                <c:v>0.08666666666666667</c:v>
              </c:pt>
              <c:pt idx="14">
                <c:v>0.09333333333333332</c:v>
              </c:pt>
              <c:pt idx="15">
                <c:v>0.1</c:v>
              </c:pt>
              <c:pt idx="16">
                <c:v>0.10666666666666667</c:v>
              </c:pt>
              <c:pt idx="17">
                <c:v>0.11333333333333333</c:v>
              </c:pt>
              <c:pt idx="18">
                <c:v>0.12000000000000001</c:v>
              </c:pt>
              <c:pt idx="19">
                <c:v>0.12666666666666665</c:v>
              </c:pt>
              <c:pt idx="20">
                <c:v>0.13333333333333333</c:v>
              </c:pt>
              <c:pt idx="21">
                <c:v>0.14</c:v>
              </c:pt>
              <c:pt idx="22">
                <c:v>0.14666666666666667</c:v>
              </c:pt>
              <c:pt idx="23">
                <c:v>0.15333333333333332</c:v>
              </c:pt>
              <c:pt idx="24">
                <c:v>0.16</c:v>
              </c:pt>
              <c:pt idx="25">
                <c:v>0.16666666666666666</c:v>
              </c:pt>
              <c:pt idx="26">
                <c:v>0.17333333333333334</c:v>
              </c:pt>
              <c:pt idx="27">
                <c:v>0.18000000000000002</c:v>
              </c:pt>
              <c:pt idx="28">
                <c:v>0.18666666666666665</c:v>
              </c:pt>
              <c:pt idx="29">
                <c:v>0.19333333333333333</c:v>
              </c:pt>
              <c:pt idx="30">
                <c:v>0.2</c:v>
              </c:pt>
              <c:pt idx="31">
                <c:v>0.20666666666666667</c:v>
              </c:pt>
              <c:pt idx="32">
                <c:v>0.21333333333333335</c:v>
              </c:pt>
              <c:pt idx="33">
                <c:v>0.22</c:v>
              </c:pt>
              <c:pt idx="34">
                <c:v>0.22666666666666666</c:v>
              </c:pt>
              <c:pt idx="35">
                <c:v>0.23333333333333334</c:v>
              </c:pt>
              <c:pt idx="36">
                <c:v>0.24000000000000002</c:v>
              </c:pt>
              <c:pt idx="37">
                <c:v>0.24666666666666667</c:v>
              </c:pt>
              <c:pt idx="38">
                <c:v>0.2533333333333333</c:v>
              </c:pt>
              <c:pt idx="39">
                <c:v>0.26</c:v>
              </c:pt>
              <c:pt idx="40">
                <c:v>0.26666666666666666</c:v>
              </c:pt>
              <c:pt idx="41">
                <c:v>0.2733333333333333</c:v>
              </c:pt>
              <c:pt idx="42">
                <c:v>0.28</c:v>
              </c:pt>
              <c:pt idx="43">
                <c:v>0.2866666666666667</c:v>
              </c:pt>
              <c:pt idx="44">
                <c:v>0.29333333333333333</c:v>
              </c:pt>
              <c:pt idx="45">
                <c:v>0.3</c:v>
              </c:pt>
              <c:pt idx="46">
                <c:v>0.30666666666666664</c:v>
              </c:pt>
              <c:pt idx="47">
                <c:v>0.31333333333333335</c:v>
              </c:pt>
              <c:pt idx="48">
                <c:v>0.32</c:v>
              </c:pt>
              <c:pt idx="49">
                <c:v>0.3266666666666667</c:v>
              </c:pt>
              <c:pt idx="50">
                <c:v>0.3333333333333333</c:v>
              </c:pt>
              <c:pt idx="51">
                <c:v>0.33999999999999997</c:v>
              </c:pt>
              <c:pt idx="52">
                <c:v>0.3466666666666667</c:v>
              </c:pt>
              <c:pt idx="53">
                <c:v>0.35333333333333333</c:v>
              </c:pt>
              <c:pt idx="54">
                <c:v>0.36000000000000004</c:v>
              </c:pt>
              <c:pt idx="55">
                <c:v>0.36666666666666664</c:v>
              </c:pt>
              <c:pt idx="56">
                <c:v>0.3733333333333333</c:v>
              </c:pt>
              <c:pt idx="57">
                <c:v>0.38</c:v>
              </c:pt>
              <c:pt idx="58">
                <c:v>0.38666666666666666</c:v>
              </c:pt>
              <c:pt idx="59">
                <c:v>0.39333333333333337</c:v>
              </c:pt>
              <c:pt idx="60">
                <c:v>0.4</c:v>
              </c:pt>
              <c:pt idx="61">
                <c:v>0.4066666666666666</c:v>
              </c:pt>
              <c:pt idx="62">
                <c:v>0.41333333333333333</c:v>
              </c:pt>
              <c:pt idx="63">
                <c:v>0.42</c:v>
              </c:pt>
              <c:pt idx="64">
                <c:v>0.4266666666666667</c:v>
              </c:pt>
              <c:pt idx="65">
                <c:v>0.43333333333333335</c:v>
              </c:pt>
              <c:pt idx="66">
                <c:v>0.44</c:v>
              </c:pt>
              <c:pt idx="67">
                <c:v>0.44666666666666666</c:v>
              </c:pt>
              <c:pt idx="68">
                <c:v>0.4533333333333333</c:v>
              </c:pt>
              <c:pt idx="69">
                <c:v>0.46</c:v>
              </c:pt>
              <c:pt idx="70">
                <c:v>0.4666666666666667</c:v>
              </c:pt>
              <c:pt idx="71">
                <c:v>0.47333333333333333</c:v>
              </c:pt>
              <c:pt idx="72">
                <c:v>0.48000000000000004</c:v>
              </c:pt>
              <c:pt idx="73">
                <c:v>0.48666666666666664</c:v>
              </c:pt>
              <c:pt idx="74">
                <c:v>0.49333333333333335</c:v>
              </c:pt>
              <c:pt idx="75">
                <c:v>0.5</c:v>
              </c:pt>
              <c:pt idx="76">
                <c:v>0.5066666666666666</c:v>
              </c:pt>
              <c:pt idx="77">
                <c:v>0.5133333333333333</c:v>
              </c:pt>
              <c:pt idx="78">
                <c:v>0.52</c:v>
              </c:pt>
              <c:pt idx="79">
                <c:v>0.5266666666666667</c:v>
              </c:pt>
              <c:pt idx="80">
                <c:v>0.5333333333333333</c:v>
              </c:pt>
              <c:pt idx="81">
                <c:v>0.5399999999999999</c:v>
              </c:pt>
              <c:pt idx="82">
                <c:v>0.5466666666666666</c:v>
              </c:pt>
              <c:pt idx="83">
                <c:v>0.5533333333333333</c:v>
              </c:pt>
              <c:pt idx="84">
                <c:v>0.56</c:v>
              </c:pt>
              <c:pt idx="85">
                <c:v>0.5666666666666667</c:v>
              </c:pt>
              <c:pt idx="86">
                <c:v>0.5733333333333334</c:v>
              </c:pt>
              <c:pt idx="87">
                <c:v>0.58</c:v>
              </c:pt>
              <c:pt idx="88">
                <c:v>0.5866666666666667</c:v>
              </c:pt>
              <c:pt idx="89">
                <c:v>0.5933333333333334</c:v>
              </c:pt>
              <c:pt idx="90">
                <c:v>0.6</c:v>
              </c:pt>
              <c:pt idx="91">
                <c:v>0.6</c:v>
              </c:pt>
              <c:pt idx="92">
                <c:v>0.6</c:v>
              </c:pt>
              <c:pt idx="93">
                <c:v>0.6</c:v>
              </c:pt>
              <c:pt idx="94">
                <c:v>0.6</c:v>
              </c:pt>
              <c:pt idx="95">
                <c:v>0.6</c:v>
              </c:pt>
              <c:pt idx="96">
                <c:v>0.6</c:v>
              </c:pt>
              <c:pt idx="97">
                <c:v>0.6</c:v>
              </c:pt>
              <c:pt idx="98">
                <c:v>0.6</c:v>
              </c:pt>
              <c:pt idx="99">
                <c:v>0.6</c:v>
              </c:pt>
              <c:pt idx="100">
                <c:v>0.6</c:v>
              </c:pt>
              <c:pt idx="101">
                <c:v>0.6</c:v>
              </c:pt>
              <c:pt idx="102">
                <c:v>0.6</c:v>
              </c:pt>
              <c:pt idx="103">
                <c:v>0.6</c:v>
              </c:pt>
              <c:pt idx="104">
                <c:v>0.6</c:v>
              </c:pt>
              <c:pt idx="105">
                <c:v>0.6</c:v>
              </c:pt>
              <c:pt idx="106">
                <c:v>0.6</c:v>
              </c:pt>
              <c:pt idx="107">
                <c:v>0.6</c:v>
              </c:pt>
              <c:pt idx="108">
                <c:v>0.6</c:v>
              </c:pt>
              <c:pt idx="109">
                <c:v>0.6</c:v>
              </c:pt>
              <c:pt idx="110">
                <c:v>0.6</c:v>
              </c:pt>
              <c:pt idx="111">
                <c:v>0.6</c:v>
              </c:pt>
              <c:pt idx="112">
                <c:v>0.6</c:v>
              </c:pt>
              <c:pt idx="113">
                <c:v>0.6</c:v>
              </c:pt>
              <c:pt idx="114">
                <c:v>0.6</c:v>
              </c:pt>
              <c:pt idx="115">
                <c:v>0.6</c:v>
              </c:pt>
              <c:pt idx="116">
                <c:v>0.6</c:v>
              </c:pt>
              <c:pt idx="117">
                <c:v>0.6</c:v>
              </c:pt>
              <c:pt idx="118">
                <c:v>0.6</c:v>
              </c:pt>
              <c:pt idx="119">
                <c:v>0.6</c:v>
              </c:pt>
              <c:pt idx="120">
                <c:v>0.6</c:v>
              </c:pt>
              <c:pt idx="121">
                <c:v>0.6</c:v>
              </c:pt>
              <c:pt idx="122">
                <c:v>0.6</c:v>
              </c:pt>
              <c:pt idx="123">
                <c:v>0.6</c:v>
              </c:pt>
              <c:pt idx="124">
                <c:v>0.6</c:v>
              </c:pt>
              <c:pt idx="125">
                <c:v>0.6</c:v>
              </c:pt>
              <c:pt idx="126">
                <c:v>0.6</c:v>
              </c:pt>
              <c:pt idx="127">
                <c:v>0.6</c:v>
              </c:pt>
              <c:pt idx="128">
                <c:v>0.6</c:v>
              </c:pt>
              <c:pt idx="129">
                <c:v>0.6</c:v>
              </c:pt>
              <c:pt idx="130">
                <c:v>0.6</c:v>
              </c:pt>
              <c:pt idx="131">
                <c:v>0.6</c:v>
              </c:pt>
              <c:pt idx="132">
                <c:v>0.6</c:v>
              </c:pt>
              <c:pt idx="133">
                <c:v>0.6</c:v>
              </c:pt>
              <c:pt idx="134">
                <c:v>0.6</c:v>
              </c:pt>
              <c:pt idx="135">
                <c:v>0.6</c:v>
              </c:pt>
              <c:pt idx="136">
                <c:v>0.6</c:v>
              </c:pt>
              <c:pt idx="137">
                <c:v>0.6</c:v>
              </c:pt>
              <c:pt idx="138">
                <c:v>0.6</c:v>
              </c:pt>
              <c:pt idx="139">
                <c:v>0.6</c:v>
              </c:pt>
              <c:pt idx="140">
                <c:v>0.6</c:v>
              </c:pt>
              <c:pt idx="141">
                <c:v>0.6</c:v>
              </c:pt>
              <c:pt idx="142">
                <c:v>0.6</c:v>
              </c:pt>
              <c:pt idx="143">
                <c:v>0.6</c:v>
              </c:pt>
              <c:pt idx="144">
                <c:v>0.6</c:v>
              </c:pt>
              <c:pt idx="145">
                <c:v>0.6</c:v>
              </c:pt>
              <c:pt idx="146">
                <c:v>0.6</c:v>
              </c:pt>
              <c:pt idx="147">
                <c:v>0.6</c:v>
              </c:pt>
              <c:pt idx="148">
                <c:v>0.6</c:v>
              </c:pt>
              <c:pt idx="149">
                <c:v>0.6</c:v>
              </c:pt>
              <c:pt idx="150">
                <c:v>0.6</c:v>
              </c:pt>
              <c:pt idx="151">
                <c:v>0.6</c:v>
              </c:pt>
              <c:pt idx="152">
                <c:v>0.6</c:v>
              </c:pt>
              <c:pt idx="153">
                <c:v>0.6</c:v>
              </c:pt>
              <c:pt idx="154">
                <c:v>0.6</c:v>
              </c:pt>
              <c:pt idx="155">
                <c:v>0.6</c:v>
              </c:pt>
              <c:pt idx="156">
                <c:v>0.6</c:v>
              </c:pt>
              <c:pt idx="157">
                <c:v>0.6</c:v>
              </c:pt>
              <c:pt idx="158">
                <c:v>0.6</c:v>
              </c:pt>
              <c:pt idx="159">
                <c:v>0.6</c:v>
              </c:pt>
              <c:pt idx="160">
                <c:v>0.6</c:v>
              </c:pt>
              <c:pt idx="161">
                <c:v>0.6</c:v>
              </c:pt>
              <c:pt idx="162">
                <c:v>0.6</c:v>
              </c:pt>
              <c:pt idx="163">
                <c:v>0.6</c:v>
              </c:pt>
              <c:pt idx="164">
                <c:v>0.6</c:v>
              </c:pt>
              <c:pt idx="165">
                <c:v>0.6</c:v>
              </c:pt>
              <c:pt idx="166">
                <c:v>0.6</c:v>
              </c:pt>
              <c:pt idx="167">
                <c:v>0.6</c:v>
              </c:pt>
              <c:pt idx="168">
                <c:v>0.6</c:v>
              </c:pt>
              <c:pt idx="169">
                <c:v>0.6</c:v>
              </c:pt>
              <c:pt idx="170">
                <c:v>0.6</c:v>
              </c:pt>
              <c:pt idx="171">
                <c:v>0.6</c:v>
              </c:pt>
              <c:pt idx="172">
                <c:v>0.6</c:v>
              </c:pt>
              <c:pt idx="173">
                <c:v>0.6</c:v>
              </c:pt>
              <c:pt idx="174">
                <c:v>0.6</c:v>
              </c:pt>
              <c:pt idx="175">
                <c:v>0.6</c:v>
              </c:pt>
              <c:pt idx="176">
                <c:v>0.6</c:v>
              </c:pt>
              <c:pt idx="177">
                <c:v>0.6</c:v>
              </c:pt>
              <c:pt idx="178">
                <c:v>0.6</c:v>
              </c:pt>
              <c:pt idx="179">
                <c:v>0.6</c:v>
              </c:pt>
              <c:pt idx="180">
                <c:v>0.6</c:v>
              </c:pt>
              <c:pt idx="181">
                <c:v>0.6</c:v>
              </c:pt>
              <c:pt idx="182">
                <c:v>0.6</c:v>
              </c:pt>
              <c:pt idx="183">
                <c:v>0.6</c:v>
              </c:pt>
              <c:pt idx="184">
                <c:v>0.6</c:v>
              </c:pt>
              <c:pt idx="185">
                <c:v>0.6</c:v>
              </c:pt>
              <c:pt idx="186">
                <c:v>0.6</c:v>
              </c:pt>
              <c:pt idx="187">
                <c:v>0.6</c:v>
              </c:pt>
              <c:pt idx="188">
                <c:v>0.6</c:v>
              </c:pt>
              <c:pt idx="189">
                <c:v>0.6</c:v>
              </c:pt>
              <c:pt idx="190">
                <c:v>0.6</c:v>
              </c:pt>
              <c:pt idx="191">
                <c:v>0.6</c:v>
              </c:pt>
              <c:pt idx="192">
                <c:v>0.6</c:v>
              </c:pt>
              <c:pt idx="193">
                <c:v>0.6</c:v>
              </c:pt>
              <c:pt idx="194">
                <c:v>0.6</c:v>
              </c:pt>
              <c:pt idx="195">
                <c:v>0.6</c:v>
              </c:pt>
              <c:pt idx="196">
                <c:v>0.6</c:v>
              </c:pt>
              <c:pt idx="197">
                <c:v>0.6</c:v>
              </c:pt>
              <c:pt idx="198">
                <c:v>0.6</c:v>
              </c:pt>
              <c:pt idx="199">
                <c:v>0.6</c:v>
              </c:pt>
              <c:pt idx="200">
                <c:v>0.6</c:v>
              </c:pt>
              <c:pt idx="201">
                <c:v>0.6</c:v>
              </c:pt>
              <c:pt idx="202">
                <c:v>0.6</c:v>
              </c:pt>
              <c:pt idx="203">
                <c:v>0.6</c:v>
              </c:pt>
              <c:pt idx="204">
                <c:v>0.6</c:v>
              </c:pt>
              <c:pt idx="205">
                <c:v>0.6</c:v>
              </c:pt>
              <c:pt idx="206">
                <c:v>0.6</c:v>
              </c:pt>
              <c:pt idx="207">
                <c:v>0.6</c:v>
              </c:pt>
              <c:pt idx="208">
                <c:v>0.6</c:v>
              </c:pt>
              <c:pt idx="209">
                <c:v>0.6</c:v>
              </c:pt>
              <c:pt idx="210">
                <c:v>0.6</c:v>
              </c:pt>
              <c:pt idx="211">
                <c:v>0.5933333333333333</c:v>
              </c:pt>
              <c:pt idx="212">
                <c:v>0.5866666666666667</c:v>
              </c:pt>
              <c:pt idx="213">
                <c:v>0.58</c:v>
              </c:pt>
              <c:pt idx="214">
                <c:v>0.5733333333333335</c:v>
              </c:pt>
              <c:pt idx="215">
                <c:v>0.5666666666666667</c:v>
              </c:pt>
              <c:pt idx="216">
                <c:v>0.5599999999999999</c:v>
              </c:pt>
              <c:pt idx="217">
                <c:v>0.5533333333333333</c:v>
              </c:pt>
              <c:pt idx="218">
                <c:v>0.5466666666666666</c:v>
              </c:pt>
              <c:pt idx="219">
                <c:v>0.5400000000000001</c:v>
              </c:pt>
              <c:pt idx="220">
                <c:v>0.5333333333333333</c:v>
              </c:pt>
              <c:pt idx="221">
                <c:v>0.5266666666666666</c:v>
              </c:pt>
              <c:pt idx="222">
                <c:v>0.52</c:v>
              </c:pt>
              <c:pt idx="223">
                <c:v>0.5133333333333333</c:v>
              </c:pt>
              <c:pt idx="224">
                <c:v>0.5066666666666667</c:v>
              </c:pt>
              <c:pt idx="225">
                <c:v>0.5</c:v>
              </c:pt>
              <c:pt idx="226">
                <c:v>0.49333333333333323</c:v>
              </c:pt>
              <c:pt idx="227">
                <c:v>0.4866666666666667</c:v>
              </c:pt>
              <c:pt idx="228">
                <c:v>0.4799999999999999</c:v>
              </c:pt>
              <c:pt idx="229">
                <c:v>0.47333333333333344</c:v>
              </c:pt>
              <c:pt idx="230">
                <c:v>0.4666666666666667</c:v>
              </c:pt>
              <c:pt idx="231">
                <c:v>0.4599999999999999</c:v>
              </c:pt>
              <c:pt idx="232">
                <c:v>0.45333333333333337</c:v>
              </c:pt>
              <c:pt idx="233">
                <c:v>0.4466666666666666</c:v>
              </c:pt>
              <c:pt idx="234">
                <c:v>0.4400000000000001</c:v>
              </c:pt>
              <c:pt idx="235">
                <c:v>0.43333333333333335</c:v>
              </c:pt>
              <c:pt idx="236">
                <c:v>0.4266666666666666</c:v>
              </c:pt>
              <c:pt idx="237">
                <c:v>0.42000000000000004</c:v>
              </c:pt>
              <c:pt idx="238">
                <c:v>0.4133333333333333</c:v>
              </c:pt>
              <c:pt idx="239">
                <c:v>0.4066666666666668</c:v>
              </c:pt>
              <c:pt idx="240">
                <c:v>0.4</c:v>
              </c:pt>
              <c:pt idx="241">
                <c:v>0.39333333333333326</c:v>
              </c:pt>
              <c:pt idx="242">
                <c:v>0.3866666666666667</c:v>
              </c:pt>
              <c:pt idx="243">
                <c:v>0.37999999999999995</c:v>
              </c:pt>
              <c:pt idx="244">
                <c:v>0.3733333333333334</c:v>
              </c:pt>
              <c:pt idx="245">
                <c:v>0.36666666666666664</c:v>
              </c:pt>
              <c:pt idx="246">
                <c:v>0.35999999999999993</c:v>
              </c:pt>
              <c:pt idx="247">
                <c:v>0.3533333333333334</c:v>
              </c:pt>
              <c:pt idx="248">
                <c:v>0.3466666666666666</c:v>
              </c:pt>
              <c:pt idx="249">
                <c:v>0.3400000000000001</c:v>
              </c:pt>
              <c:pt idx="250">
                <c:v>0.3333333333333333</c:v>
              </c:pt>
              <c:pt idx="251">
                <c:v>0.32666666666666655</c:v>
              </c:pt>
              <c:pt idx="252">
                <c:v>0.32000000000000006</c:v>
              </c:pt>
              <c:pt idx="253">
                <c:v>0.3133333333333333</c:v>
              </c:pt>
              <c:pt idx="254">
                <c:v>0.30666666666666675</c:v>
              </c:pt>
              <c:pt idx="255">
                <c:v>0.3</c:v>
              </c:pt>
              <c:pt idx="256">
                <c:v>0.3</c:v>
              </c:pt>
              <c:pt idx="257">
                <c:v>0.3</c:v>
              </c:pt>
              <c:pt idx="258">
                <c:v>0.3</c:v>
              </c:pt>
              <c:pt idx="259">
                <c:v>0.3</c:v>
              </c:pt>
              <c:pt idx="260">
                <c:v>0.3</c:v>
              </c:pt>
              <c:pt idx="261">
                <c:v>0.3</c:v>
              </c:pt>
              <c:pt idx="262">
                <c:v>0.3</c:v>
              </c:pt>
              <c:pt idx="263">
                <c:v>0.3</c:v>
              </c:pt>
              <c:pt idx="264">
                <c:v>0.3</c:v>
              </c:pt>
              <c:pt idx="265">
                <c:v>0.3</c:v>
              </c:pt>
              <c:pt idx="266">
                <c:v>0.3</c:v>
              </c:pt>
              <c:pt idx="267">
                <c:v>0.3</c:v>
              </c:pt>
              <c:pt idx="268">
                <c:v>0.3</c:v>
              </c:pt>
              <c:pt idx="269">
                <c:v>0.3</c:v>
              </c:pt>
              <c:pt idx="270">
                <c:v>0.3</c:v>
              </c:pt>
              <c:pt idx="271">
                <c:v>0.3</c:v>
              </c:pt>
              <c:pt idx="272">
                <c:v>0.3</c:v>
              </c:pt>
              <c:pt idx="273">
                <c:v>0.3</c:v>
              </c:pt>
              <c:pt idx="274">
                <c:v>0.3</c:v>
              </c:pt>
              <c:pt idx="275">
                <c:v>0.3</c:v>
              </c:pt>
              <c:pt idx="276">
                <c:v>0.3</c:v>
              </c:pt>
              <c:pt idx="277">
                <c:v>0.3</c:v>
              </c:pt>
              <c:pt idx="278">
                <c:v>0.3</c:v>
              </c:pt>
              <c:pt idx="279">
                <c:v>0.3</c:v>
              </c:pt>
              <c:pt idx="280">
                <c:v>0.3</c:v>
              </c:pt>
              <c:pt idx="281">
                <c:v>0.3</c:v>
              </c:pt>
              <c:pt idx="282">
                <c:v>0.3</c:v>
              </c:pt>
              <c:pt idx="283">
                <c:v>0.3</c:v>
              </c:pt>
              <c:pt idx="284">
                <c:v>0.3</c:v>
              </c:pt>
              <c:pt idx="285">
                <c:v>0.3</c:v>
              </c:pt>
              <c:pt idx="286">
                <c:v>0.3</c:v>
              </c:pt>
              <c:pt idx="287">
                <c:v>0.3</c:v>
              </c:pt>
              <c:pt idx="288">
                <c:v>0.3</c:v>
              </c:pt>
              <c:pt idx="289">
                <c:v>0.3</c:v>
              </c:pt>
              <c:pt idx="290">
                <c:v>0.3</c:v>
              </c:pt>
              <c:pt idx="291">
                <c:v>0.3</c:v>
              </c:pt>
              <c:pt idx="292">
                <c:v>0.3</c:v>
              </c:pt>
              <c:pt idx="293">
                <c:v>0.3</c:v>
              </c:pt>
              <c:pt idx="294">
                <c:v>0.3</c:v>
              </c:pt>
              <c:pt idx="295">
                <c:v>0.3</c:v>
              </c:pt>
              <c:pt idx="296">
                <c:v>0.3</c:v>
              </c:pt>
              <c:pt idx="297">
                <c:v>0.3</c:v>
              </c:pt>
              <c:pt idx="298">
                <c:v>0.3</c:v>
              </c:pt>
              <c:pt idx="299">
                <c:v>0.3</c:v>
              </c:pt>
              <c:pt idx="300">
                <c:v>0.3</c:v>
              </c:pt>
              <c:pt idx="301">
                <c:v>0.3</c:v>
              </c:pt>
              <c:pt idx="302">
                <c:v>0.3</c:v>
              </c:pt>
              <c:pt idx="303">
                <c:v>0.3</c:v>
              </c:pt>
              <c:pt idx="304">
                <c:v>0.3</c:v>
              </c:pt>
              <c:pt idx="305">
                <c:v>0.3</c:v>
              </c:pt>
              <c:pt idx="306">
                <c:v>0.3</c:v>
              </c:pt>
              <c:pt idx="307">
                <c:v>0.3</c:v>
              </c:pt>
              <c:pt idx="308">
                <c:v>0.3</c:v>
              </c:pt>
              <c:pt idx="309">
                <c:v>0.3</c:v>
              </c:pt>
              <c:pt idx="310">
                <c:v>0.3</c:v>
              </c:pt>
              <c:pt idx="311">
                <c:v>0.3</c:v>
              </c:pt>
              <c:pt idx="312">
                <c:v>0.3</c:v>
              </c:pt>
              <c:pt idx="313">
                <c:v>0.3</c:v>
              </c:pt>
              <c:pt idx="314">
                <c:v>0.3</c:v>
              </c:pt>
              <c:pt idx="315">
                <c:v>0.3</c:v>
              </c:pt>
              <c:pt idx="316">
                <c:v>0.3</c:v>
              </c:pt>
              <c:pt idx="317">
                <c:v>0.3</c:v>
              </c:pt>
              <c:pt idx="318">
                <c:v>0.3</c:v>
              </c:pt>
              <c:pt idx="319">
                <c:v>0.3</c:v>
              </c:pt>
              <c:pt idx="320">
                <c:v>0.3</c:v>
              </c:pt>
              <c:pt idx="321">
                <c:v>0.3</c:v>
              </c:pt>
              <c:pt idx="322">
                <c:v>0.3</c:v>
              </c:pt>
              <c:pt idx="323">
                <c:v>0.3</c:v>
              </c:pt>
              <c:pt idx="324">
                <c:v>0.3</c:v>
              </c:pt>
              <c:pt idx="325">
                <c:v>0.3</c:v>
              </c:pt>
              <c:pt idx="326">
                <c:v>0.3</c:v>
              </c:pt>
              <c:pt idx="327">
                <c:v>0.3</c:v>
              </c:pt>
              <c:pt idx="328">
                <c:v>0.3</c:v>
              </c:pt>
              <c:pt idx="329">
                <c:v>0.3</c:v>
              </c:pt>
              <c:pt idx="330">
                <c:v>0.3</c:v>
              </c:pt>
              <c:pt idx="331">
                <c:v>0.3</c:v>
              </c:pt>
              <c:pt idx="332">
                <c:v>0.3</c:v>
              </c:pt>
              <c:pt idx="333">
                <c:v>0.3</c:v>
              </c:pt>
              <c:pt idx="334">
                <c:v>0.3</c:v>
              </c:pt>
              <c:pt idx="335">
                <c:v>0.3</c:v>
              </c:pt>
              <c:pt idx="336">
                <c:v>0.3</c:v>
              </c:pt>
              <c:pt idx="337">
                <c:v>0.3</c:v>
              </c:pt>
              <c:pt idx="338">
                <c:v>0.3</c:v>
              </c:pt>
              <c:pt idx="339">
                <c:v>0.3</c:v>
              </c:pt>
              <c:pt idx="340">
                <c:v>0.3</c:v>
              </c:pt>
              <c:pt idx="341">
                <c:v>0.3</c:v>
              </c:pt>
              <c:pt idx="342">
                <c:v>0.3</c:v>
              </c:pt>
              <c:pt idx="343">
                <c:v>0.3</c:v>
              </c:pt>
              <c:pt idx="344">
                <c:v>0.3</c:v>
              </c:pt>
              <c:pt idx="345">
                <c:v>0.3</c:v>
              </c:pt>
              <c:pt idx="346">
                <c:v>0.3</c:v>
              </c:pt>
              <c:pt idx="347">
                <c:v>0.3</c:v>
              </c:pt>
              <c:pt idx="348">
                <c:v>0.3</c:v>
              </c:pt>
              <c:pt idx="349">
                <c:v>0.3</c:v>
              </c:pt>
              <c:pt idx="350">
                <c:v>0.3</c:v>
              </c:pt>
              <c:pt idx="351">
                <c:v>0.3</c:v>
              </c:pt>
              <c:pt idx="352">
                <c:v>0.3</c:v>
              </c:pt>
              <c:pt idx="353">
                <c:v>0.3</c:v>
              </c:pt>
              <c:pt idx="354">
                <c:v>0.3</c:v>
              </c:pt>
              <c:pt idx="355">
                <c:v>0.3</c:v>
              </c:pt>
              <c:pt idx="356">
                <c:v>0.3</c:v>
              </c:pt>
              <c:pt idx="357">
                <c:v>0.3</c:v>
              </c:pt>
              <c:pt idx="358">
                <c:v>0.3</c:v>
              </c:pt>
              <c:pt idx="359">
                <c:v>0.3</c:v>
              </c:pt>
              <c:pt idx="360">
                <c:v>0.3</c:v>
              </c:pt>
              <c:pt idx="361">
                <c:v>0.3</c:v>
              </c:pt>
              <c:pt idx="362">
                <c:v>0.3</c:v>
              </c:pt>
              <c:pt idx="363">
                <c:v>0.3</c:v>
              </c:pt>
              <c:pt idx="364">
                <c:v>0.3</c:v>
              </c:pt>
              <c:pt idx="365">
                <c:v>0.3</c:v>
              </c:pt>
              <c:pt idx="366">
                <c:v>0.3</c:v>
              </c:pt>
              <c:pt idx="367">
                <c:v>0.3</c:v>
              </c:pt>
              <c:pt idx="368">
                <c:v>0.3</c:v>
              </c:pt>
              <c:pt idx="369">
                <c:v>0.3</c:v>
              </c:pt>
              <c:pt idx="370">
                <c:v>0.3</c:v>
              </c:pt>
              <c:pt idx="371">
                <c:v>0.3</c:v>
              </c:pt>
              <c:pt idx="372">
                <c:v>0.3</c:v>
              </c:pt>
              <c:pt idx="373">
                <c:v>0.3</c:v>
              </c:pt>
              <c:pt idx="374">
                <c:v>0.3</c:v>
              </c:pt>
              <c:pt idx="375">
                <c:v>0.3</c:v>
              </c:pt>
              <c:pt idx="376">
                <c:v>0.3</c:v>
              </c:pt>
              <c:pt idx="377">
                <c:v>0.3</c:v>
              </c:pt>
              <c:pt idx="378">
                <c:v>0.3</c:v>
              </c:pt>
              <c:pt idx="379">
                <c:v>0.3</c:v>
              </c:pt>
              <c:pt idx="380">
                <c:v>0.3</c:v>
              </c:pt>
              <c:pt idx="381">
                <c:v>0.3</c:v>
              </c:pt>
              <c:pt idx="382">
                <c:v>0.3</c:v>
              </c:pt>
              <c:pt idx="383">
                <c:v>0.3</c:v>
              </c:pt>
              <c:pt idx="384">
                <c:v>0.3</c:v>
              </c:pt>
              <c:pt idx="385">
                <c:v>0.3</c:v>
              </c:pt>
              <c:pt idx="386">
                <c:v>0.3</c:v>
              </c:pt>
              <c:pt idx="387">
                <c:v>0.3</c:v>
              </c:pt>
              <c:pt idx="388">
                <c:v>0.3</c:v>
              </c:pt>
              <c:pt idx="389">
                <c:v>0.3</c:v>
              </c:pt>
              <c:pt idx="390">
                <c:v>0.3</c:v>
              </c:pt>
              <c:pt idx="391">
                <c:v>0.3</c:v>
              </c:pt>
              <c:pt idx="392">
                <c:v>0.3</c:v>
              </c:pt>
              <c:pt idx="393">
                <c:v>0.3</c:v>
              </c:pt>
              <c:pt idx="394">
                <c:v>0.3</c:v>
              </c:pt>
              <c:pt idx="395">
                <c:v>0.3</c:v>
              </c:pt>
              <c:pt idx="396">
                <c:v>0.3</c:v>
              </c:pt>
              <c:pt idx="397">
                <c:v>0.3</c:v>
              </c:pt>
              <c:pt idx="398">
                <c:v>0.3</c:v>
              </c:pt>
              <c:pt idx="399">
                <c:v>0.3</c:v>
              </c:pt>
              <c:pt idx="400">
                <c:v>0.3</c:v>
              </c:pt>
              <c:pt idx="401">
                <c:v>0.3</c:v>
              </c:pt>
              <c:pt idx="402">
                <c:v>0.3</c:v>
              </c:pt>
              <c:pt idx="403">
                <c:v>0.3</c:v>
              </c:pt>
              <c:pt idx="404">
                <c:v>0.3</c:v>
              </c:pt>
              <c:pt idx="405">
                <c:v>0.3</c:v>
              </c:pt>
              <c:pt idx="406">
                <c:v>0.2933333333333332</c:v>
              </c:pt>
              <c:pt idx="407">
                <c:v>0.28666666666666646</c:v>
              </c:pt>
              <c:pt idx="408">
                <c:v>0.2800000000000002</c:v>
              </c:pt>
              <c:pt idx="409">
                <c:v>0.27333333333333343</c:v>
              </c:pt>
              <c:pt idx="410">
                <c:v>0.26666666666666666</c:v>
              </c:pt>
              <c:pt idx="411">
                <c:v>0.2599999999999999</c:v>
              </c:pt>
              <c:pt idx="412">
                <c:v>0.25333333333333313</c:v>
              </c:pt>
              <c:pt idx="413">
                <c:v>0.24666666666666687</c:v>
              </c:pt>
              <c:pt idx="414">
                <c:v>0.2400000000000001</c:v>
              </c:pt>
              <c:pt idx="415">
                <c:v>0.23333333333333334</c:v>
              </c:pt>
              <c:pt idx="416">
                <c:v>0.22666666666666657</c:v>
              </c:pt>
              <c:pt idx="417">
                <c:v>0.2199999999999998</c:v>
              </c:pt>
              <c:pt idx="418">
                <c:v>0.2133333333333335</c:v>
              </c:pt>
              <c:pt idx="419">
                <c:v>0.20666666666666675</c:v>
              </c:pt>
              <c:pt idx="420">
                <c:v>0.2</c:v>
              </c:pt>
              <c:pt idx="421">
                <c:v>0.19333333333333325</c:v>
              </c:pt>
              <c:pt idx="422">
                <c:v>0.18666666666666648</c:v>
              </c:pt>
              <c:pt idx="423">
                <c:v>0.1800000000000002</c:v>
              </c:pt>
              <c:pt idx="424">
                <c:v>0.17333333333333342</c:v>
              </c:pt>
              <c:pt idx="425">
                <c:v>0.16666666666666666</c:v>
              </c:pt>
              <c:pt idx="426">
                <c:v>0.1599999999999999</c:v>
              </c:pt>
              <c:pt idx="427">
                <c:v>0.15333333333333315</c:v>
              </c:pt>
              <c:pt idx="428">
                <c:v>0.14666666666666686</c:v>
              </c:pt>
              <c:pt idx="429">
                <c:v>0.1400000000000001</c:v>
              </c:pt>
              <c:pt idx="430">
                <c:v>0.13333333333333333</c:v>
              </c:pt>
              <c:pt idx="431">
                <c:v>0.12666666666666657</c:v>
              </c:pt>
              <c:pt idx="432">
                <c:v>0.11999999999999982</c:v>
              </c:pt>
              <c:pt idx="433">
                <c:v>0.11333333333333352</c:v>
              </c:pt>
              <c:pt idx="434">
                <c:v>0.10666666666666676</c:v>
              </c:pt>
              <c:pt idx="435">
                <c:v>0.1</c:v>
              </c:pt>
              <c:pt idx="436">
                <c:v>0.09333333333333324</c:v>
              </c:pt>
              <c:pt idx="437">
                <c:v>0.08666666666666648</c:v>
              </c:pt>
              <c:pt idx="438">
                <c:v>0.0800000000000002</c:v>
              </c:pt>
              <c:pt idx="439">
                <c:v>0.07333333333333343</c:v>
              </c:pt>
              <c:pt idx="440">
                <c:v>0.06666666666666667</c:v>
              </c:pt>
              <c:pt idx="441">
                <c:v>0.05999999999999991</c:v>
              </c:pt>
              <c:pt idx="442">
                <c:v>0.05333333333333314</c:v>
              </c:pt>
              <c:pt idx="443">
                <c:v>0.046666666666666856</c:v>
              </c:pt>
              <c:pt idx="444">
                <c:v>0.0400000000000001</c:v>
              </c:pt>
              <c:pt idx="445">
                <c:v>0.03333333333333333</c:v>
              </c:pt>
              <c:pt idx="446">
                <c:v>0.02666666666666657</c:v>
              </c:pt>
              <c:pt idx="447">
                <c:v>0.01999999999999981</c:v>
              </c:pt>
              <c:pt idx="448">
                <c:v>0.013333333333333523</c:v>
              </c:pt>
              <c:pt idx="449">
                <c:v>0.006666666666666762</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numLit>
          </c:yVal>
        </c:ser>
        <c:ser>
          <c:idx val="1"/>
          <c:order val="1"/>
          <c:tx>
            <c:v>Suma</c:v>
          </c:tx>
          <c:spPr>
            <a:ln xmlns:a="http://schemas.openxmlformats.org/drawingml/2006/main" w="28575">
              <a:solidFill>
                <a:srgbClr val="D96B18"/>
              </a:solidFill>
            </a:ln>
          </c:spPr>
          <c:marker>
            <c:symbol val="none"/>
            <c:size val="5"/>
          </c:marker>
          <c:xVal>
            <c:numLit>
              <c:formatCode>General</c:formatCode>
              <c:ptCount val="501"/>
              <c:pt idx="0">
                <c:v>0</c:v>
              </c:pt>
              <c:pt idx="1">
                <c:v>0.2</c:v>
              </c:pt>
              <c:pt idx="2">
                <c:v>0.4</c:v>
              </c:pt>
              <c:pt idx="3">
                <c:v>0.6</c:v>
              </c:pt>
              <c:pt idx="4">
                <c:v>0.8</c:v>
              </c:pt>
              <c:pt idx="5">
                <c:v>1</c:v>
              </c:pt>
              <c:pt idx="6">
                <c:v>1.2</c:v>
              </c:pt>
              <c:pt idx="7">
                <c:v>1.4</c:v>
              </c:pt>
              <c:pt idx="8">
                <c:v>1.6</c:v>
              </c:pt>
              <c:pt idx="9">
                <c:v>1.8</c:v>
              </c:pt>
              <c:pt idx="10">
                <c:v>2</c:v>
              </c:pt>
              <c:pt idx="11">
                <c:v>2.2</c:v>
              </c:pt>
              <c:pt idx="12">
                <c:v>2.4</c:v>
              </c:pt>
              <c:pt idx="13">
                <c:v>2.6</c:v>
              </c:pt>
              <c:pt idx="14">
                <c:v>2.8</c:v>
              </c:pt>
              <c:pt idx="15">
                <c:v>3</c:v>
              </c:pt>
              <c:pt idx="16">
                <c:v>3.2</c:v>
              </c:pt>
              <c:pt idx="17">
                <c:v>3.4</c:v>
              </c:pt>
              <c:pt idx="18">
                <c:v>3.6</c:v>
              </c:pt>
              <c:pt idx="19">
                <c:v>3.8</c:v>
              </c:pt>
              <c:pt idx="20">
                <c:v>4</c:v>
              </c:pt>
              <c:pt idx="21">
                <c:v>4.2</c:v>
              </c:pt>
              <c:pt idx="22">
                <c:v>4.4</c:v>
              </c:pt>
              <c:pt idx="23">
                <c:v>4.6</c:v>
              </c:pt>
              <c:pt idx="24">
                <c:v>4.8</c:v>
              </c:pt>
              <c:pt idx="25">
                <c:v>5</c:v>
              </c:pt>
              <c:pt idx="26">
                <c:v>5.2</c:v>
              </c:pt>
              <c:pt idx="27">
                <c:v>5.4</c:v>
              </c:pt>
              <c:pt idx="28">
                <c:v>5.6</c:v>
              </c:pt>
              <c:pt idx="29">
                <c:v>5.8</c:v>
              </c:pt>
              <c:pt idx="30">
                <c:v>6</c:v>
              </c:pt>
              <c:pt idx="31">
                <c:v>6.2</c:v>
              </c:pt>
              <c:pt idx="32">
                <c:v>6.4</c:v>
              </c:pt>
              <c:pt idx="33">
                <c:v>6.6</c:v>
              </c:pt>
              <c:pt idx="34">
                <c:v>6.8</c:v>
              </c:pt>
              <c:pt idx="35">
                <c:v>7</c:v>
              </c:pt>
              <c:pt idx="36">
                <c:v>7.2</c:v>
              </c:pt>
              <c:pt idx="37">
                <c:v>7.4</c:v>
              </c:pt>
              <c:pt idx="38">
                <c:v>7.6</c:v>
              </c:pt>
              <c:pt idx="39">
                <c:v>7.8</c:v>
              </c:pt>
              <c:pt idx="40">
                <c:v>8</c:v>
              </c:pt>
              <c:pt idx="41">
                <c:v>8.2</c:v>
              </c:pt>
              <c:pt idx="42">
                <c:v>8.4</c:v>
              </c:pt>
              <c:pt idx="43">
                <c:v>8.6</c:v>
              </c:pt>
              <c:pt idx="44">
                <c:v>8.8</c:v>
              </c:pt>
              <c:pt idx="45">
                <c:v>9</c:v>
              </c:pt>
              <c:pt idx="46">
                <c:v>9.2</c:v>
              </c:pt>
              <c:pt idx="47">
                <c:v>9.4</c:v>
              </c:pt>
              <c:pt idx="48">
                <c:v>9.6</c:v>
              </c:pt>
              <c:pt idx="49">
                <c:v>9.8</c:v>
              </c:pt>
              <c:pt idx="50">
                <c:v>10</c:v>
              </c:pt>
              <c:pt idx="51">
                <c:v>10.2</c:v>
              </c:pt>
              <c:pt idx="52">
                <c:v>10.4</c:v>
              </c:pt>
              <c:pt idx="53">
                <c:v>10.6</c:v>
              </c:pt>
              <c:pt idx="54">
                <c:v>10.8</c:v>
              </c:pt>
              <c:pt idx="55">
                <c:v>11</c:v>
              </c:pt>
              <c:pt idx="56">
                <c:v>11.2</c:v>
              </c:pt>
              <c:pt idx="57">
                <c:v>11.4</c:v>
              </c:pt>
              <c:pt idx="58">
                <c:v>11.6</c:v>
              </c:pt>
              <c:pt idx="59">
                <c:v>11.8</c:v>
              </c:pt>
              <c:pt idx="60">
                <c:v>12</c:v>
              </c:pt>
              <c:pt idx="61">
                <c:v>12.2</c:v>
              </c:pt>
              <c:pt idx="62">
                <c:v>12.4</c:v>
              </c:pt>
              <c:pt idx="63">
                <c:v>12.6</c:v>
              </c:pt>
              <c:pt idx="64">
                <c:v>12.8</c:v>
              </c:pt>
              <c:pt idx="65">
                <c:v>13</c:v>
              </c:pt>
              <c:pt idx="66">
                <c:v>13.2</c:v>
              </c:pt>
              <c:pt idx="67">
                <c:v>13.4</c:v>
              </c:pt>
              <c:pt idx="68">
                <c:v>13.6</c:v>
              </c:pt>
              <c:pt idx="69">
                <c:v>13.8</c:v>
              </c:pt>
              <c:pt idx="70">
                <c:v>14</c:v>
              </c:pt>
              <c:pt idx="71">
                <c:v>14.2</c:v>
              </c:pt>
              <c:pt idx="72">
                <c:v>14.4</c:v>
              </c:pt>
              <c:pt idx="73">
                <c:v>14.6</c:v>
              </c:pt>
              <c:pt idx="74">
                <c:v>14.8</c:v>
              </c:pt>
              <c:pt idx="75">
                <c:v>15</c:v>
              </c:pt>
              <c:pt idx="76">
                <c:v>15.2</c:v>
              </c:pt>
              <c:pt idx="77">
                <c:v>15.4</c:v>
              </c:pt>
              <c:pt idx="78">
                <c:v>15.6</c:v>
              </c:pt>
              <c:pt idx="79">
                <c:v>15.8</c:v>
              </c:pt>
              <c:pt idx="80">
                <c:v>16</c:v>
              </c:pt>
              <c:pt idx="81">
                <c:v>16.2</c:v>
              </c:pt>
              <c:pt idx="82">
                <c:v>16.4</c:v>
              </c:pt>
              <c:pt idx="83">
                <c:v>16.6</c:v>
              </c:pt>
              <c:pt idx="84">
                <c:v>16.8</c:v>
              </c:pt>
              <c:pt idx="85">
                <c:v>17</c:v>
              </c:pt>
              <c:pt idx="86">
                <c:v>17.2</c:v>
              </c:pt>
              <c:pt idx="87">
                <c:v>17.4</c:v>
              </c:pt>
              <c:pt idx="88">
                <c:v>17.6</c:v>
              </c:pt>
              <c:pt idx="89">
                <c:v>17.8</c:v>
              </c:pt>
              <c:pt idx="90">
                <c:v>18</c:v>
              </c:pt>
              <c:pt idx="91">
                <c:v>18.2</c:v>
              </c:pt>
              <c:pt idx="92">
                <c:v>18.4</c:v>
              </c:pt>
              <c:pt idx="93">
                <c:v>18.6</c:v>
              </c:pt>
              <c:pt idx="94">
                <c:v>18.8</c:v>
              </c:pt>
              <c:pt idx="95">
                <c:v>19</c:v>
              </c:pt>
              <c:pt idx="96">
                <c:v>19.2</c:v>
              </c:pt>
              <c:pt idx="97">
                <c:v>19.4</c:v>
              </c:pt>
              <c:pt idx="98">
                <c:v>19.6</c:v>
              </c:pt>
              <c:pt idx="99">
                <c:v>19.8</c:v>
              </c:pt>
              <c:pt idx="100">
                <c:v>20</c:v>
              </c:pt>
              <c:pt idx="101">
                <c:v>20.2</c:v>
              </c:pt>
              <c:pt idx="102">
                <c:v>20.4</c:v>
              </c:pt>
              <c:pt idx="103">
                <c:v>20.6</c:v>
              </c:pt>
              <c:pt idx="104">
                <c:v>20.8</c:v>
              </c:pt>
              <c:pt idx="105">
                <c:v>21</c:v>
              </c:pt>
              <c:pt idx="106">
                <c:v>21.2</c:v>
              </c:pt>
              <c:pt idx="107">
                <c:v>21.4</c:v>
              </c:pt>
              <c:pt idx="108">
                <c:v>21.6</c:v>
              </c:pt>
              <c:pt idx="109">
                <c:v>21.8</c:v>
              </c:pt>
              <c:pt idx="110">
                <c:v>22</c:v>
              </c:pt>
              <c:pt idx="111">
                <c:v>22.2</c:v>
              </c:pt>
              <c:pt idx="112">
                <c:v>22.4</c:v>
              </c:pt>
              <c:pt idx="113">
                <c:v>22.6</c:v>
              </c:pt>
              <c:pt idx="114">
                <c:v>22.8</c:v>
              </c:pt>
              <c:pt idx="115">
                <c:v>23</c:v>
              </c:pt>
              <c:pt idx="116">
                <c:v>23.2</c:v>
              </c:pt>
              <c:pt idx="117">
                <c:v>23.4</c:v>
              </c:pt>
              <c:pt idx="118">
                <c:v>23.6</c:v>
              </c:pt>
              <c:pt idx="119">
                <c:v>23.8</c:v>
              </c:pt>
              <c:pt idx="120">
                <c:v>24</c:v>
              </c:pt>
              <c:pt idx="121">
                <c:v>24.2</c:v>
              </c:pt>
              <c:pt idx="122">
                <c:v>24.4</c:v>
              </c:pt>
              <c:pt idx="123">
                <c:v>24.6</c:v>
              </c:pt>
              <c:pt idx="124">
                <c:v>24.8</c:v>
              </c:pt>
              <c:pt idx="125">
                <c:v>25</c:v>
              </c:pt>
              <c:pt idx="126">
                <c:v>25.2</c:v>
              </c:pt>
              <c:pt idx="127">
                <c:v>25.4</c:v>
              </c:pt>
              <c:pt idx="128">
                <c:v>25.6</c:v>
              </c:pt>
              <c:pt idx="129">
                <c:v>25.8</c:v>
              </c:pt>
              <c:pt idx="130">
                <c:v>26</c:v>
              </c:pt>
              <c:pt idx="131">
                <c:v>26.2</c:v>
              </c:pt>
              <c:pt idx="132">
                <c:v>26.4</c:v>
              </c:pt>
              <c:pt idx="133">
                <c:v>26.6</c:v>
              </c:pt>
              <c:pt idx="134">
                <c:v>26.8</c:v>
              </c:pt>
              <c:pt idx="135">
                <c:v>27</c:v>
              </c:pt>
              <c:pt idx="136">
                <c:v>27.2</c:v>
              </c:pt>
              <c:pt idx="137">
                <c:v>27.4</c:v>
              </c:pt>
              <c:pt idx="138">
                <c:v>27.6</c:v>
              </c:pt>
              <c:pt idx="139">
                <c:v>27.8</c:v>
              </c:pt>
              <c:pt idx="140">
                <c:v>28</c:v>
              </c:pt>
              <c:pt idx="141">
                <c:v>28.2</c:v>
              </c:pt>
              <c:pt idx="142">
                <c:v>28.4</c:v>
              </c:pt>
              <c:pt idx="143">
                <c:v>28.6</c:v>
              </c:pt>
              <c:pt idx="144">
                <c:v>28.8</c:v>
              </c:pt>
              <c:pt idx="145">
                <c:v>29</c:v>
              </c:pt>
              <c:pt idx="146">
                <c:v>29.2</c:v>
              </c:pt>
              <c:pt idx="147">
                <c:v>29.4</c:v>
              </c:pt>
              <c:pt idx="148">
                <c:v>29.6</c:v>
              </c:pt>
              <c:pt idx="149">
                <c:v>29.8</c:v>
              </c:pt>
              <c:pt idx="150">
                <c:v>30</c:v>
              </c:pt>
              <c:pt idx="151">
                <c:v>30.2</c:v>
              </c:pt>
              <c:pt idx="152">
                <c:v>30.4</c:v>
              </c:pt>
              <c:pt idx="153">
                <c:v>30.6</c:v>
              </c:pt>
              <c:pt idx="154">
                <c:v>30.8</c:v>
              </c:pt>
              <c:pt idx="155">
                <c:v>31</c:v>
              </c:pt>
              <c:pt idx="156">
                <c:v>31.2</c:v>
              </c:pt>
              <c:pt idx="157">
                <c:v>31.4</c:v>
              </c:pt>
              <c:pt idx="158">
                <c:v>31.6</c:v>
              </c:pt>
              <c:pt idx="159">
                <c:v>31.8</c:v>
              </c:pt>
              <c:pt idx="160">
                <c:v>32</c:v>
              </c:pt>
              <c:pt idx="161">
                <c:v>32.2</c:v>
              </c:pt>
              <c:pt idx="162">
                <c:v>32.4</c:v>
              </c:pt>
              <c:pt idx="163">
                <c:v>32.6</c:v>
              </c:pt>
              <c:pt idx="164">
                <c:v>32.8</c:v>
              </c:pt>
              <c:pt idx="165">
                <c:v>33</c:v>
              </c:pt>
              <c:pt idx="166">
                <c:v>33.2</c:v>
              </c:pt>
              <c:pt idx="167">
                <c:v>33.4</c:v>
              </c:pt>
              <c:pt idx="168">
                <c:v>33.6</c:v>
              </c:pt>
              <c:pt idx="169">
                <c:v>33.8</c:v>
              </c:pt>
              <c:pt idx="170">
                <c:v>34</c:v>
              </c:pt>
              <c:pt idx="171">
                <c:v>34.2</c:v>
              </c:pt>
              <c:pt idx="172">
                <c:v>34.4</c:v>
              </c:pt>
              <c:pt idx="173">
                <c:v>34.6</c:v>
              </c:pt>
              <c:pt idx="174">
                <c:v>34.8</c:v>
              </c:pt>
              <c:pt idx="175">
                <c:v>35</c:v>
              </c:pt>
              <c:pt idx="176">
                <c:v>35.2</c:v>
              </c:pt>
              <c:pt idx="177">
                <c:v>35.4</c:v>
              </c:pt>
              <c:pt idx="178">
                <c:v>35.6</c:v>
              </c:pt>
              <c:pt idx="179">
                <c:v>35.8</c:v>
              </c:pt>
              <c:pt idx="180">
                <c:v>36</c:v>
              </c:pt>
              <c:pt idx="181">
                <c:v>36.2</c:v>
              </c:pt>
              <c:pt idx="182">
                <c:v>36.4</c:v>
              </c:pt>
              <c:pt idx="183">
                <c:v>36.6</c:v>
              </c:pt>
              <c:pt idx="184">
                <c:v>36.8</c:v>
              </c:pt>
              <c:pt idx="185">
                <c:v>37</c:v>
              </c:pt>
              <c:pt idx="186">
                <c:v>37.2</c:v>
              </c:pt>
              <c:pt idx="187">
                <c:v>37.4</c:v>
              </c:pt>
              <c:pt idx="188">
                <c:v>37.6</c:v>
              </c:pt>
              <c:pt idx="189">
                <c:v>37.8</c:v>
              </c:pt>
              <c:pt idx="190">
                <c:v>38</c:v>
              </c:pt>
              <c:pt idx="191">
                <c:v>38.2</c:v>
              </c:pt>
              <c:pt idx="192">
                <c:v>38.4</c:v>
              </c:pt>
              <c:pt idx="193">
                <c:v>38.6</c:v>
              </c:pt>
              <c:pt idx="194">
                <c:v>38.8</c:v>
              </c:pt>
              <c:pt idx="195">
                <c:v>39</c:v>
              </c:pt>
              <c:pt idx="196">
                <c:v>39.2</c:v>
              </c:pt>
              <c:pt idx="197">
                <c:v>39.4</c:v>
              </c:pt>
              <c:pt idx="198">
                <c:v>39.6</c:v>
              </c:pt>
              <c:pt idx="199">
                <c:v>39.8</c:v>
              </c:pt>
              <c:pt idx="200">
                <c:v>40</c:v>
              </c:pt>
              <c:pt idx="201">
                <c:v>40.2</c:v>
              </c:pt>
              <c:pt idx="202">
                <c:v>40.4</c:v>
              </c:pt>
              <c:pt idx="203">
                <c:v>40.6</c:v>
              </c:pt>
              <c:pt idx="204">
                <c:v>40.8</c:v>
              </c:pt>
              <c:pt idx="205">
                <c:v>41</c:v>
              </c:pt>
              <c:pt idx="206">
                <c:v>41.2</c:v>
              </c:pt>
              <c:pt idx="207">
                <c:v>41.4</c:v>
              </c:pt>
              <c:pt idx="208">
                <c:v>41.6</c:v>
              </c:pt>
              <c:pt idx="209">
                <c:v>41.8</c:v>
              </c:pt>
              <c:pt idx="210">
                <c:v>42</c:v>
              </c:pt>
              <c:pt idx="211">
                <c:v>42.2</c:v>
              </c:pt>
              <c:pt idx="212">
                <c:v>42.4</c:v>
              </c:pt>
              <c:pt idx="213">
                <c:v>42.6</c:v>
              </c:pt>
              <c:pt idx="214">
                <c:v>42.8</c:v>
              </c:pt>
              <c:pt idx="215">
                <c:v>43</c:v>
              </c:pt>
              <c:pt idx="216">
                <c:v>43.2</c:v>
              </c:pt>
              <c:pt idx="217">
                <c:v>43.4</c:v>
              </c:pt>
              <c:pt idx="218">
                <c:v>43.6</c:v>
              </c:pt>
              <c:pt idx="219">
                <c:v>43.8</c:v>
              </c:pt>
              <c:pt idx="220">
                <c:v>44</c:v>
              </c:pt>
              <c:pt idx="221">
                <c:v>44.2</c:v>
              </c:pt>
              <c:pt idx="222">
                <c:v>44.4</c:v>
              </c:pt>
              <c:pt idx="223">
                <c:v>44.6</c:v>
              </c:pt>
              <c:pt idx="224">
                <c:v>44.8</c:v>
              </c:pt>
              <c:pt idx="225">
                <c:v>45</c:v>
              </c:pt>
              <c:pt idx="226">
                <c:v>45.2</c:v>
              </c:pt>
              <c:pt idx="227">
                <c:v>45.4</c:v>
              </c:pt>
              <c:pt idx="228">
                <c:v>45.6</c:v>
              </c:pt>
              <c:pt idx="229">
                <c:v>45.8</c:v>
              </c:pt>
              <c:pt idx="230">
                <c:v>46</c:v>
              </c:pt>
              <c:pt idx="231">
                <c:v>46.2</c:v>
              </c:pt>
              <c:pt idx="232">
                <c:v>46.4</c:v>
              </c:pt>
              <c:pt idx="233">
                <c:v>46.6</c:v>
              </c:pt>
              <c:pt idx="234">
                <c:v>46.8</c:v>
              </c:pt>
              <c:pt idx="235">
                <c:v>47</c:v>
              </c:pt>
              <c:pt idx="236">
                <c:v>47.2</c:v>
              </c:pt>
              <c:pt idx="237">
                <c:v>47.4</c:v>
              </c:pt>
              <c:pt idx="238">
                <c:v>47.6</c:v>
              </c:pt>
              <c:pt idx="239">
                <c:v>47.8</c:v>
              </c:pt>
              <c:pt idx="240">
                <c:v>48</c:v>
              </c:pt>
              <c:pt idx="241">
                <c:v>48.2</c:v>
              </c:pt>
              <c:pt idx="242">
                <c:v>48.4</c:v>
              </c:pt>
              <c:pt idx="243">
                <c:v>48.6</c:v>
              </c:pt>
              <c:pt idx="244">
                <c:v>48.8</c:v>
              </c:pt>
              <c:pt idx="245">
                <c:v>49</c:v>
              </c:pt>
              <c:pt idx="246">
                <c:v>49.2</c:v>
              </c:pt>
              <c:pt idx="247">
                <c:v>49.4</c:v>
              </c:pt>
              <c:pt idx="248">
                <c:v>49.6</c:v>
              </c:pt>
              <c:pt idx="249">
                <c:v>49.8</c:v>
              </c:pt>
              <c:pt idx="250">
                <c:v>50</c:v>
              </c:pt>
              <c:pt idx="251">
                <c:v>50.2</c:v>
              </c:pt>
              <c:pt idx="252">
                <c:v>50.4</c:v>
              </c:pt>
              <c:pt idx="253">
                <c:v>50.6</c:v>
              </c:pt>
              <c:pt idx="254">
                <c:v>50.8</c:v>
              </c:pt>
              <c:pt idx="255">
                <c:v>51</c:v>
              </c:pt>
              <c:pt idx="256">
                <c:v>51.2</c:v>
              </c:pt>
              <c:pt idx="257">
                <c:v>51.4</c:v>
              </c:pt>
              <c:pt idx="258">
                <c:v>51.6</c:v>
              </c:pt>
              <c:pt idx="259">
                <c:v>51.8</c:v>
              </c:pt>
              <c:pt idx="260">
                <c:v>52</c:v>
              </c:pt>
              <c:pt idx="261">
                <c:v>52.2</c:v>
              </c:pt>
              <c:pt idx="262">
                <c:v>52.4</c:v>
              </c:pt>
              <c:pt idx="263">
                <c:v>52.6</c:v>
              </c:pt>
              <c:pt idx="264">
                <c:v>52.8</c:v>
              </c:pt>
              <c:pt idx="265">
                <c:v>53</c:v>
              </c:pt>
              <c:pt idx="266">
                <c:v>53.2</c:v>
              </c:pt>
              <c:pt idx="267">
                <c:v>53.4</c:v>
              </c:pt>
              <c:pt idx="268">
                <c:v>53.6</c:v>
              </c:pt>
              <c:pt idx="269">
                <c:v>53.8</c:v>
              </c:pt>
              <c:pt idx="270">
                <c:v>54</c:v>
              </c:pt>
              <c:pt idx="271">
                <c:v>54.2</c:v>
              </c:pt>
              <c:pt idx="272">
                <c:v>54.4</c:v>
              </c:pt>
              <c:pt idx="273">
                <c:v>54.6</c:v>
              </c:pt>
              <c:pt idx="274">
                <c:v>54.8</c:v>
              </c:pt>
              <c:pt idx="275">
                <c:v>55</c:v>
              </c:pt>
              <c:pt idx="276">
                <c:v>55.2</c:v>
              </c:pt>
              <c:pt idx="277">
                <c:v>55.4</c:v>
              </c:pt>
              <c:pt idx="278">
                <c:v>55.6</c:v>
              </c:pt>
              <c:pt idx="279">
                <c:v>55.8</c:v>
              </c:pt>
              <c:pt idx="280">
                <c:v>56</c:v>
              </c:pt>
              <c:pt idx="281">
                <c:v>56.2</c:v>
              </c:pt>
              <c:pt idx="282">
                <c:v>56.4</c:v>
              </c:pt>
              <c:pt idx="283">
                <c:v>56.6</c:v>
              </c:pt>
              <c:pt idx="284">
                <c:v>56.8</c:v>
              </c:pt>
              <c:pt idx="285">
                <c:v>57</c:v>
              </c:pt>
              <c:pt idx="286">
                <c:v>57.2</c:v>
              </c:pt>
              <c:pt idx="287">
                <c:v>57.4</c:v>
              </c:pt>
              <c:pt idx="288">
                <c:v>57.6</c:v>
              </c:pt>
              <c:pt idx="289">
                <c:v>57.8</c:v>
              </c:pt>
              <c:pt idx="290">
                <c:v>58</c:v>
              </c:pt>
              <c:pt idx="291">
                <c:v>58.2</c:v>
              </c:pt>
              <c:pt idx="292">
                <c:v>58.4</c:v>
              </c:pt>
              <c:pt idx="293">
                <c:v>58.6</c:v>
              </c:pt>
              <c:pt idx="294">
                <c:v>58.8</c:v>
              </c:pt>
              <c:pt idx="295">
                <c:v>59</c:v>
              </c:pt>
              <c:pt idx="296">
                <c:v>59.2</c:v>
              </c:pt>
              <c:pt idx="297">
                <c:v>59.4</c:v>
              </c:pt>
              <c:pt idx="298">
                <c:v>59.6</c:v>
              </c:pt>
              <c:pt idx="299">
                <c:v>59.8</c:v>
              </c:pt>
              <c:pt idx="300">
                <c:v>60</c:v>
              </c:pt>
              <c:pt idx="301">
                <c:v>60.2</c:v>
              </c:pt>
              <c:pt idx="302">
                <c:v>60.4</c:v>
              </c:pt>
              <c:pt idx="303">
                <c:v>60.6</c:v>
              </c:pt>
              <c:pt idx="304">
                <c:v>60.8</c:v>
              </c:pt>
              <c:pt idx="305">
                <c:v>61</c:v>
              </c:pt>
              <c:pt idx="306">
                <c:v>61.2</c:v>
              </c:pt>
              <c:pt idx="307">
                <c:v>61.4</c:v>
              </c:pt>
              <c:pt idx="308">
                <c:v>61.6</c:v>
              </c:pt>
              <c:pt idx="309">
                <c:v>61.8</c:v>
              </c:pt>
              <c:pt idx="310">
                <c:v>62</c:v>
              </c:pt>
              <c:pt idx="311">
                <c:v>62.2</c:v>
              </c:pt>
              <c:pt idx="312">
                <c:v>62.4</c:v>
              </c:pt>
              <c:pt idx="313">
                <c:v>62.6</c:v>
              </c:pt>
              <c:pt idx="314">
                <c:v>62.8</c:v>
              </c:pt>
              <c:pt idx="315">
                <c:v>63</c:v>
              </c:pt>
              <c:pt idx="316">
                <c:v>63.2</c:v>
              </c:pt>
              <c:pt idx="317">
                <c:v>63.4</c:v>
              </c:pt>
              <c:pt idx="318">
                <c:v>63.6</c:v>
              </c:pt>
              <c:pt idx="319">
                <c:v>63.8</c:v>
              </c:pt>
              <c:pt idx="320">
                <c:v>64</c:v>
              </c:pt>
              <c:pt idx="321">
                <c:v>64.2</c:v>
              </c:pt>
              <c:pt idx="322">
                <c:v>64.4</c:v>
              </c:pt>
              <c:pt idx="323">
                <c:v>64.6</c:v>
              </c:pt>
              <c:pt idx="324">
                <c:v>64.8</c:v>
              </c:pt>
              <c:pt idx="325">
                <c:v>65</c:v>
              </c:pt>
              <c:pt idx="326">
                <c:v>65.2</c:v>
              </c:pt>
              <c:pt idx="327">
                <c:v>65.4</c:v>
              </c:pt>
              <c:pt idx="328">
                <c:v>65.6</c:v>
              </c:pt>
              <c:pt idx="329">
                <c:v>65.8</c:v>
              </c:pt>
              <c:pt idx="330">
                <c:v>66</c:v>
              </c:pt>
              <c:pt idx="331">
                <c:v>66.2</c:v>
              </c:pt>
              <c:pt idx="332">
                <c:v>66.4</c:v>
              </c:pt>
              <c:pt idx="333">
                <c:v>66.6</c:v>
              </c:pt>
              <c:pt idx="334">
                <c:v>66.8</c:v>
              </c:pt>
              <c:pt idx="335">
                <c:v>67</c:v>
              </c:pt>
              <c:pt idx="336">
                <c:v>67.2</c:v>
              </c:pt>
              <c:pt idx="337">
                <c:v>67.4</c:v>
              </c:pt>
              <c:pt idx="338">
                <c:v>67.6</c:v>
              </c:pt>
              <c:pt idx="339">
                <c:v>67.8</c:v>
              </c:pt>
              <c:pt idx="340">
                <c:v>68</c:v>
              </c:pt>
              <c:pt idx="341">
                <c:v>68.2</c:v>
              </c:pt>
              <c:pt idx="342">
                <c:v>68.4</c:v>
              </c:pt>
              <c:pt idx="343">
                <c:v>68.6</c:v>
              </c:pt>
              <c:pt idx="344">
                <c:v>68.8</c:v>
              </c:pt>
              <c:pt idx="345">
                <c:v>69</c:v>
              </c:pt>
              <c:pt idx="346">
                <c:v>69.2</c:v>
              </c:pt>
              <c:pt idx="347">
                <c:v>69.4</c:v>
              </c:pt>
              <c:pt idx="348">
                <c:v>69.6</c:v>
              </c:pt>
              <c:pt idx="349">
                <c:v>69.8</c:v>
              </c:pt>
              <c:pt idx="350">
                <c:v>70</c:v>
              </c:pt>
              <c:pt idx="351">
                <c:v>70.2</c:v>
              </c:pt>
              <c:pt idx="352">
                <c:v>70.4</c:v>
              </c:pt>
              <c:pt idx="353">
                <c:v>70.6</c:v>
              </c:pt>
              <c:pt idx="354">
                <c:v>70.8</c:v>
              </c:pt>
              <c:pt idx="355">
                <c:v>71</c:v>
              </c:pt>
              <c:pt idx="356">
                <c:v>71.2</c:v>
              </c:pt>
              <c:pt idx="357">
                <c:v>71.4</c:v>
              </c:pt>
              <c:pt idx="358">
                <c:v>71.6</c:v>
              </c:pt>
              <c:pt idx="359">
                <c:v>71.8</c:v>
              </c:pt>
              <c:pt idx="360">
                <c:v>72</c:v>
              </c:pt>
              <c:pt idx="361">
                <c:v>72.2</c:v>
              </c:pt>
              <c:pt idx="362">
                <c:v>72.4</c:v>
              </c:pt>
              <c:pt idx="363">
                <c:v>72.6</c:v>
              </c:pt>
              <c:pt idx="364">
                <c:v>72.8</c:v>
              </c:pt>
              <c:pt idx="365">
                <c:v>73</c:v>
              </c:pt>
              <c:pt idx="366">
                <c:v>73.2</c:v>
              </c:pt>
              <c:pt idx="367">
                <c:v>73.4</c:v>
              </c:pt>
              <c:pt idx="368">
                <c:v>73.6</c:v>
              </c:pt>
              <c:pt idx="369">
                <c:v>73.8</c:v>
              </c:pt>
              <c:pt idx="370">
                <c:v>74</c:v>
              </c:pt>
              <c:pt idx="371">
                <c:v>74.2</c:v>
              </c:pt>
              <c:pt idx="372">
                <c:v>74.4</c:v>
              </c:pt>
              <c:pt idx="373">
                <c:v>74.6</c:v>
              </c:pt>
              <c:pt idx="374">
                <c:v>74.8</c:v>
              </c:pt>
              <c:pt idx="375">
                <c:v>75</c:v>
              </c:pt>
              <c:pt idx="376">
                <c:v>75.2</c:v>
              </c:pt>
              <c:pt idx="377">
                <c:v>75.4</c:v>
              </c:pt>
              <c:pt idx="378">
                <c:v>75.6</c:v>
              </c:pt>
              <c:pt idx="379">
                <c:v>75.8</c:v>
              </c:pt>
              <c:pt idx="380">
                <c:v>76</c:v>
              </c:pt>
              <c:pt idx="381">
                <c:v>76.2</c:v>
              </c:pt>
              <c:pt idx="382">
                <c:v>76.4</c:v>
              </c:pt>
              <c:pt idx="383">
                <c:v>76.6</c:v>
              </c:pt>
              <c:pt idx="384">
                <c:v>76.8</c:v>
              </c:pt>
              <c:pt idx="385">
                <c:v>77</c:v>
              </c:pt>
              <c:pt idx="386">
                <c:v>77.2</c:v>
              </c:pt>
              <c:pt idx="387">
                <c:v>77.4</c:v>
              </c:pt>
              <c:pt idx="388">
                <c:v>77.6</c:v>
              </c:pt>
              <c:pt idx="389">
                <c:v>77.8</c:v>
              </c:pt>
              <c:pt idx="390">
                <c:v>78</c:v>
              </c:pt>
              <c:pt idx="391">
                <c:v>78.2</c:v>
              </c:pt>
              <c:pt idx="392">
                <c:v>78.4</c:v>
              </c:pt>
              <c:pt idx="393">
                <c:v>78.6</c:v>
              </c:pt>
              <c:pt idx="394">
                <c:v>78.8</c:v>
              </c:pt>
              <c:pt idx="395">
                <c:v>79</c:v>
              </c:pt>
              <c:pt idx="396">
                <c:v>79.2</c:v>
              </c:pt>
              <c:pt idx="397">
                <c:v>79.4</c:v>
              </c:pt>
              <c:pt idx="398">
                <c:v>79.6</c:v>
              </c:pt>
              <c:pt idx="399">
                <c:v>79.8</c:v>
              </c:pt>
              <c:pt idx="400">
                <c:v>80</c:v>
              </c:pt>
              <c:pt idx="401">
                <c:v>80.2</c:v>
              </c:pt>
              <c:pt idx="402">
                <c:v>80.4</c:v>
              </c:pt>
              <c:pt idx="403">
                <c:v>80.6</c:v>
              </c:pt>
              <c:pt idx="404">
                <c:v>80.8</c:v>
              </c:pt>
              <c:pt idx="405">
                <c:v>81</c:v>
              </c:pt>
              <c:pt idx="406">
                <c:v>81.2</c:v>
              </c:pt>
              <c:pt idx="407">
                <c:v>81.4</c:v>
              </c:pt>
              <c:pt idx="408">
                <c:v>81.6</c:v>
              </c:pt>
              <c:pt idx="409">
                <c:v>81.8</c:v>
              </c:pt>
              <c:pt idx="410">
                <c:v>82</c:v>
              </c:pt>
              <c:pt idx="411">
                <c:v>82.2</c:v>
              </c:pt>
              <c:pt idx="412">
                <c:v>82.4</c:v>
              </c:pt>
              <c:pt idx="413">
                <c:v>82.6</c:v>
              </c:pt>
              <c:pt idx="414">
                <c:v>82.8</c:v>
              </c:pt>
              <c:pt idx="415">
                <c:v>83</c:v>
              </c:pt>
              <c:pt idx="416">
                <c:v>83.2</c:v>
              </c:pt>
              <c:pt idx="417">
                <c:v>83.4</c:v>
              </c:pt>
              <c:pt idx="418">
                <c:v>83.6</c:v>
              </c:pt>
              <c:pt idx="419">
                <c:v>83.8</c:v>
              </c:pt>
              <c:pt idx="420">
                <c:v>84</c:v>
              </c:pt>
              <c:pt idx="421">
                <c:v>84.2</c:v>
              </c:pt>
              <c:pt idx="422">
                <c:v>84.4</c:v>
              </c:pt>
              <c:pt idx="423">
                <c:v>84.6</c:v>
              </c:pt>
              <c:pt idx="424">
                <c:v>84.8</c:v>
              </c:pt>
              <c:pt idx="425">
                <c:v>85</c:v>
              </c:pt>
              <c:pt idx="426">
                <c:v>85.2</c:v>
              </c:pt>
              <c:pt idx="427">
                <c:v>85.4</c:v>
              </c:pt>
              <c:pt idx="428">
                <c:v>85.6</c:v>
              </c:pt>
              <c:pt idx="429">
                <c:v>85.8</c:v>
              </c:pt>
              <c:pt idx="430">
                <c:v>86</c:v>
              </c:pt>
              <c:pt idx="431">
                <c:v>86.2</c:v>
              </c:pt>
              <c:pt idx="432">
                <c:v>86.4</c:v>
              </c:pt>
              <c:pt idx="433">
                <c:v>86.6</c:v>
              </c:pt>
              <c:pt idx="434">
                <c:v>86.8</c:v>
              </c:pt>
              <c:pt idx="435">
                <c:v>87</c:v>
              </c:pt>
              <c:pt idx="436">
                <c:v>87.2</c:v>
              </c:pt>
              <c:pt idx="437">
                <c:v>87.4</c:v>
              </c:pt>
              <c:pt idx="438">
                <c:v>87.6</c:v>
              </c:pt>
              <c:pt idx="439">
                <c:v>87.8</c:v>
              </c:pt>
              <c:pt idx="440">
                <c:v>88</c:v>
              </c:pt>
              <c:pt idx="441">
                <c:v>88.2</c:v>
              </c:pt>
              <c:pt idx="442">
                <c:v>88.4</c:v>
              </c:pt>
              <c:pt idx="443">
                <c:v>88.6</c:v>
              </c:pt>
              <c:pt idx="444">
                <c:v>88.8</c:v>
              </c:pt>
              <c:pt idx="445">
                <c:v>89</c:v>
              </c:pt>
              <c:pt idx="446">
                <c:v>89.2</c:v>
              </c:pt>
              <c:pt idx="447">
                <c:v>89.4</c:v>
              </c:pt>
              <c:pt idx="448">
                <c:v>89.6</c:v>
              </c:pt>
              <c:pt idx="449">
                <c:v>89.8</c:v>
              </c:pt>
              <c:pt idx="450">
                <c:v>90</c:v>
              </c:pt>
              <c:pt idx="451">
                <c:v>90.2</c:v>
              </c:pt>
              <c:pt idx="452">
                <c:v>90.4</c:v>
              </c:pt>
              <c:pt idx="453">
                <c:v>90.6</c:v>
              </c:pt>
              <c:pt idx="454">
                <c:v>90.8</c:v>
              </c:pt>
              <c:pt idx="455">
                <c:v>91</c:v>
              </c:pt>
              <c:pt idx="456">
                <c:v>91.2</c:v>
              </c:pt>
              <c:pt idx="457">
                <c:v>91.4</c:v>
              </c:pt>
              <c:pt idx="458">
                <c:v>91.6</c:v>
              </c:pt>
              <c:pt idx="459">
                <c:v>91.8</c:v>
              </c:pt>
              <c:pt idx="460">
                <c:v>92</c:v>
              </c:pt>
              <c:pt idx="461">
                <c:v>92.2</c:v>
              </c:pt>
              <c:pt idx="462">
                <c:v>92.4</c:v>
              </c:pt>
              <c:pt idx="463">
                <c:v>92.6</c:v>
              </c:pt>
              <c:pt idx="464">
                <c:v>92.8</c:v>
              </c:pt>
              <c:pt idx="465">
                <c:v>93</c:v>
              </c:pt>
              <c:pt idx="466">
                <c:v>93.2</c:v>
              </c:pt>
              <c:pt idx="467">
                <c:v>93.4</c:v>
              </c:pt>
              <c:pt idx="468">
                <c:v>93.6</c:v>
              </c:pt>
              <c:pt idx="469">
                <c:v>93.8</c:v>
              </c:pt>
              <c:pt idx="470">
                <c:v>94</c:v>
              </c:pt>
              <c:pt idx="471">
                <c:v>94.2</c:v>
              </c:pt>
              <c:pt idx="472">
                <c:v>94.4</c:v>
              </c:pt>
              <c:pt idx="473">
                <c:v>94.6</c:v>
              </c:pt>
              <c:pt idx="474">
                <c:v>94.8</c:v>
              </c:pt>
              <c:pt idx="475">
                <c:v>95</c:v>
              </c:pt>
              <c:pt idx="476">
                <c:v>95.2</c:v>
              </c:pt>
              <c:pt idx="477">
                <c:v>95.4</c:v>
              </c:pt>
              <c:pt idx="478">
                <c:v>95.6</c:v>
              </c:pt>
              <c:pt idx="479">
                <c:v>95.8</c:v>
              </c:pt>
              <c:pt idx="480">
                <c:v>96</c:v>
              </c:pt>
              <c:pt idx="481">
                <c:v>96.2</c:v>
              </c:pt>
              <c:pt idx="482">
                <c:v>96.4</c:v>
              </c:pt>
              <c:pt idx="483">
                <c:v>96.6</c:v>
              </c:pt>
              <c:pt idx="484">
                <c:v>96.8</c:v>
              </c:pt>
              <c:pt idx="485">
                <c:v>97</c:v>
              </c:pt>
              <c:pt idx="486">
                <c:v>97.2</c:v>
              </c:pt>
              <c:pt idx="487">
                <c:v>97.4</c:v>
              </c:pt>
              <c:pt idx="488">
                <c:v>97.6</c:v>
              </c:pt>
              <c:pt idx="489">
                <c:v>97.8</c:v>
              </c:pt>
              <c:pt idx="490">
                <c:v>98</c:v>
              </c:pt>
              <c:pt idx="491">
                <c:v>98.2</c:v>
              </c:pt>
              <c:pt idx="492">
                <c:v>98.4</c:v>
              </c:pt>
              <c:pt idx="493">
                <c:v>98.6</c:v>
              </c:pt>
              <c:pt idx="494">
                <c:v>98.8</c:v>
              </c:pt>
              <c:pt idx="495">
                <c:v>99</c:v>
              </c:pt>
              <c:pt idx="496">
                <c:v>99.2</c:v>
              </c:pt>
              <c:pt idx="497">
                <c:v>99.4</c:v>
              </c:pt>
              <c:pt idx="498">
                <c:v>99.6</c:v>
              </c:pt>
              <c:pt idx="499">
                <c:v>99.8</c:v>
              </c:pt>
              <c:pt idx="500">
                <c:v>100</c:v>
              </c:pt>
            </c:numLit>
          </c:xVal>
          <c:yVal>
            <c:numLit>
              <c:formatCode>General</c:formatCode>
              <c:ptCount val="501"/>
              <c:pt idx="0">
                <c:v>0</c:v>
              </c:pt>
              <c:pt idx="1">
                <c:v>0.006666666666666667</c:v>
              </c:pt>
              <c:pt idx="2">
                <c:v>0.013333333333333334</c:v>
              </c:pt>
              <c:pt idx="3">
                <c:v>0.02</c:v>
              </c:pt>
              <c:pt idx="4">
                <c:v>0.02666666666666667</c:v>
              </c:pt>
              <c:pt idx="5">
                <c:v>0.03333333333333333</c:v>
              </c:pt>
              <c:pt idx="6">
                <c:v>0.04</c:v>
              </c:pt>
              <c:pt idx="7">
                <c:v>0.04666666666666666</c:v>
              </c:pt>
              <c:pt idx="8">
                <c:v>0.05333333333333334</c:v>
              </c:pt>
              <c:pt idx="9">
                <c:v>0.060000000000000005</c:v>
              </c:pt>
              <c:pt idx="10">
                <c:v>0.06666666666666667</c:v>
              </c:pt>
              <c:pt idx="11">
                <c:v>0.07333333333333333</c:v>
              </c:pt>
              <c:pt idx="12">
                <c:v>0.08</c:v>
              </c:pt>
              <c:pt idx="13">
                <c:v>0.08666666666666667</c:v>
              </c:pt>
              <c:pt idx="14">
                <c:v>0.09333333333333332</c:v>
              </c:pt>
              <c:pt idx="15">
                <c:v>0.1</c:v>
              </c:pt>
              <c:pt idx="16">
                <c:v>0.10666666666666667</c:v>
              </c:pt>
              <c:pt idx="17">
                <c:v>0.11333333333333333</c:v>
              </c:pt>
              <c:pt idx="18">
                <c:v>0.12000000000000001</c:v>
              </c:pt>
              <c:pt idx="19">
                <c:v>0.12666666666666665</c:v>
              </c:pt>
              <c:pt idx="20">
                <c:v>0.13333333333333333</c:v>
              </c:pt>
              <c:pt idx="21">
                <c:v>0.14</c:v>
              </c:pt>
              <c:pt idx="22">
                <c:v>0.14666666666666667</c:v>
              </c:pt>
              <c:pt idx="23">
                <c:v>0.15333333333333332</c:v>
              </c:pt>
              <c:pt idx="24">
                <c:v>0.16</c:v>
              </c:pt>
              <c:pt idx="25">
                <c:v>0.16666666666666666</c:v>
              </c:pt>
              <c:pt idx="26">
                <c:v>0.17333333333333334</c:v>
              </c:pt>
              <c:pt idx="27">
                <c:v>0.18000000000000002</c:v>
              </c:pt>
              <c:pt idx="28">
                <c:v>0.18666666666666665</c:v>
              </c:pt>
              <c:pt idx="29">
                <c:v>0.19333333333333333</c:v>
              </c:pt>
              <c:pt idx="30">
                <c:v>0.2</c:v>
              </c:pt>
              <c:pt idx="31">
                <c:v>0.20666666666666667</c:v>
              </c:pt>
              <c:pt idx="32">
                <c:v>0.21333333333333335</c:v>
              </c:pt>
              <c:pt idx="33">
                <c:v>0.22</c:v>
              </c:pt>
              <c:pt idx="34">
                <c:v>0.22666666666666666</c:v>
              </c:pt>
              <c:pt idx="35">
                <c:v>0.23333333333333334</c:v>
              </c:pt>
              <c:pt idx="36">
                <c:v>0.24000000000000002</c:v>
              </c:pt>
              <c:pt idx="37">
                <c:v>0.24666666666666667</c:v>
              </c:pt>
              <c:pt idx="38">
                <c:v>0.2533333333333333</c:v>
              </c:pt>
              <c:pt idx="39">
                <c:v>0.26</c:v>
              </c:pt>
              <c:pt idx="40">
                <c:v>0.26666666666666666</c:v>
              </c:pt>
              <c:pt idx="41">
                <c:v>0.2733333333333333</c:v>
              </c:pt>
              <c:pt idx="42">
                <c:v>0.28</c:v>
              </c:pt>
              <c:pt idx="43">
                <c:v>0.2866666666666667</c:v>
              </c:pt>
              <c:pt idx="44">
                <c:v>0.29333333333333333</c:v>
              </c:pt>
              <c:pt idx="45">
                <c:v>0.3</c:v>
              </c:pt>
              <c:pt idx="46">
                <c:v>0.30666666666666664</c:v>
              </c:pt>
              <c:pt idx="47">
                <c:v>0.31333333333333335</c:v>
              </c:pt>
              <c:pt idx="48">
                <c:v>0.32</c:v>
              </c:pt>
              <c:pt idx="49">
                <c:v>0.3266666666666667</c:v>
              </c:pt>
              <c:pt idx="50">
                <c:v>0.3333333333333333</c:v>
              </c:pt>
              <c:pt idx="51">
                <c:v>0.33999999999999997</c:v>
              </c:pt>
              <c:pt idx="52">
                <c:v>0.3466666666666667</c:v>
              </c:pt>
              <c:pt idx="53">
                <c:v>0.35333333333333333</c:v>
              </c:pt>
              <c:pt idx="54">
                <c:v>0.36000000000000004</c:v>
              </c:pt>
              <c:pt idx="55">
                <c:v>0.36666666666666664</c:v>
              </c:pt>
              <c:pt idx="56">
                <c:v>0.3733333333333333</c:v>
              </c:pt>
              <c:pt idx="57">
                <c:v>0.38</c:v>
              </c:pt>
              <c:pt idx="58">
                <c:v>0.38666666666666666</c:v>
              </c:pt>
              <c:pt idx="59">
                <c:v>0.39333333333333337</c:v>
              </c:pt>
              <c:pt idx="60">
                <c:v>0.4</c:v>
              </c:pt>
              <c:pt idx="61">
                <c:v>0.4066666666666666</c:v>
              </c:pt>
              <c:pt idx="62">
                <c:v>0.41333333333333333</c:v>
              </c:pt>
              <c:pt idx="63">
                <c:v>0.42</c:v>
              </c:pt>
              <c:pt idx="64">
                <c:v>0.4266666666666667</c:v>
              </c:pt>
              <c:pt idx="65">
                <c:v>0.43333333333333335</c:v>
              </c:pt>
              <c:pt idx="66">
                <c:v>0.44</c:v>
              </c:pt>
              <c:pt idx="67">
                <c:v>0.44666666666666666</c:v>
              </c:pt>
              <c:pt idx="68">
                <c:v>0.4533333333333333</c:v>
              </c:pt>
              <c:pt idx="69">
                <c:v>0.46</c:v>
              </c:pt>
              <c:pt idx="70">
                <c:v>0.4666666666666667</c:v>
              </c:pt>
              <c:pt idx="71">
                <c:v>0.47333333333333333</c:v>
              </c:pt>
              <c:pt idx="72">
                <c:v>0.48000000000000004</c:v>
              </c:pt>
              <c:pt idx="73">
                <c:v>0.48666666666666664</c:v>
              </c:pt>
              <c:pt idx="74">
                <c:v>0.49333333333333335</c:v>
              </c:pt>
              <c:pt idx="75">
                <c:v>0.5</c:v>
              </c:pt>
              <c:pt idx="76">
                <c:v>0.5066666666666666</c:v>
              </c:pt>
              <c:pt idx="77">
                <c:v>0.5133333333333333</c:v>
              </c:pt>
              <c:pt idx="78">
                <c:v>0.52</c:v>
              </c:pt>
              <c:pt idx="79">
                <c:v>0.5266666666666667</c:v>
              </c:pt>
              <c:pt idx="80">
                <c:v>0.5333333333333333</c:v>
              </c:pt>
              <c:pt idx="81">
                <c:v>0.5399999999999999</c:v>
              </c:pt>
              <c:pt idx="82">
                <c:v>0.5466666666666666</c:v>
              </c:pt>
              <c:pt idx="83">
                <c:v>0.5533333333333333</c:v>
              </c:pt>
              <c:pt idx="84">
                <c:v>0.56</c:v>
              </c:pt>
              <c:pt idx="85">
                <c:v>0.5666666666666667</c:v>
              </c:pt>
              <c:pt idx="86">
                <c:v>0.5733333333333334</c:v>
              </c:pt>
              <c:pt idx="87">
                <c:v>0.58</c:v>
              </c:pt>
              <c:pt idx="88">
                <c:v>0.5866666666666667</c:v>
              </c:pt>
              <c:pt idx="89">
                <c:v>0.5933333333333334</c:v>
              </c:pt>
              <c:pt idx="90">
                <c:v>0.6</c:v>
              </c:pt>
              <c:pt idx="91">
                <c:v>0.6</c:v>
              </c:pt>
              <c:pt idx="92">
                <c:v>0.6</c:v>
              </c:pt>
              <c:pt idx="93">
                <c:v>0.6</c:v>
              </c:pt>
              <c:pt idx="94">
                <c:v>0.6</c:v>
              </c:pt>
              <c:pt idx="95">
                <c:v>0.6</c:v>
              </c:pt>
              <c:pt idx="96">
                <c:v>0.6</c:v>
              </c:pt>
              <c:pt idx="97">
                <c:v>0.6</c:v>
              </c:pt>
              <c:pt idx="98">
                <c:v>0.6</c:v>
              </c:pt>
              <c:pt idx="99">
                <c:v>0.6</c:v>
              </c:pt>
              <c:pt idx="100">
                <c:v>0.6</c:v>
              </c:pt>
              <c:pt idx="101">
                <c:v>0.6</c:v>
              </c:pt>
              <c:pt idx="102">
                <c:v>0.6</c:v>
              </c:pt>
              <c:pt idx="103">
                <c:v>0.6</c:v>
              </c:pt>
              <c:pt idx="104">
                <c:v>0.6</c:v>
              </c:pt>
              <c:pt idx="105">
                <c:v>0.6</c:v>
              </c:pt>
              <c:pt idx="106">
                <c:v>0.6</c:v>
              </c:pt>
              <c:pt idx="107">
                <c:v>0.6</c:v>
              </c:pt>
              <c:pt idx="108">
                <c:v>0.6</c:v>
              </c:pt>
              <c:pt idx="109">
                <c:v>0.6</c:v>
              </c:pt>
              <c:pt idx="110">
                <c:v>0.6</c:v>
              </c:pt>
              <c:pt idx="111">
                <c:v>0.6</c:v>
              </c:pt>
              <c:pt idx="112">
                <c:v>0.6</c:v>
              </c:pt>
              <c:pt idx="113">
                <c:v>0.6</c:v>
              </c:pt>
              <c:pt idx="114">
                <c:v>0.6</c:v>
              </c:pt>
              <c:pt idx="115">
                <c:v>0.6</c:v>
              </c:pt>
              <c:pt idx="116">
                <c:v>0.6</c:v>
              </c:pt>
              <c:pt idx="117">
                <c:v>0.6</c:v>
              </c:pt>
              <c:pt idx="118">
                <c:v>0.6</c:v>
              </c:pt>
              <c:pt idx="119">
                <c:v>0.6</c:v>
              </c:pt>
              <c:pt idx="120">
                <c:v>0.6</c:v>
              </c:pt>
              <c:pt idx="121">
                <c:v>0.6</c:v>
              </c:pt>
              <c:pt idx="122">
                <c:v>0.6</c:v>
              </c:pt>
              <c:pt idx="123">
                <c:v>0.6</c:v>
              </c:pt>
              <c:pt idx="124">
                <c:v>0.6</c:v>
              </c:pt>
              <c:pt idx="125">
                <c:v>0.6</c:v>
              </c:pt>
              <c:pt idx="126">
                <c:v>0.6</c:v>
              </c:pt>
              <c:pt idx="127">
                <c:v>0.6</c:v>
              </c:pt>
              <c:pt idx="128">
                <c:v>0.6</c:v>
              </c:pt>
              <c:pt idx="129">
                <c:v>0.6</c:v>
              </c:pt>
              <c:pt idx="130">
                <c:v>0.6</c:v>
              </c:pt>
              <c:pt idx="131">
                <c:v>0.6</c:v>
              </c:pt>
              <c:pt idx="132">
                <c:v>0.6</c:v>
              </c:pt>
              <c:pt idx="133">
                <c:v>0.6</c:v>
              </c:pt>
              <c:pt idx="134">
                <c:v>0.6</c:v>
              </c:pt>
              <c:pt idx="135">
                <c:v>0.6</c:v>
              </c:pt>
              <c:pt idx="136">
                <c:v>0.6</c:v>
              </c:pt>
              <c:pt idx="137">
                <c:v>0.6</c:v>
              </c:pt>
              <c:pt idx="138">
                <c:v>0.6</c:v>
              </c:pt>
              <c:pt idx="139">
                <c:v>0.6</c:v>
              </c:pt>
              <c:pt idx="140">
                <c:v>0.6</c:v>
              </c:pt>
              <c:pt idx="141">
                <c:v>0.6</c:v>
              </c:pt>
              <c:pt idx="142">
                <c:v>0.6</c:v>
              </c:pt>
              <c:pt idx="143">
                <c:v>0.6</c:v>
              </c:pt>
              <c:pt idx="144">
                <c:v>0.6</c:v>
              </c:pt>
              <c:pt idx="145">
                <c:v>0.6</c:v>
              </c:pt>
              <c:pt idx="146">
                <c:v>0.6</c:v>
              </c:pt>
              <c:pt idx="147">
                <c:v>0.6</c:v>
              </c:pt>
              <c:pt idx="148">
                <c:v>0.6</c:v>
              </c:pt>
              <c:pt idx="149">
                <c:v>0.6</c:v>
              </c:pt>
              <c:pt idx="150">
                <c:v>0.6</c:v>
              </c:pt>
              <c:pt idx="151">
                <c:v>0.6066666666666666</c:v>
              </c:pt>
              <c:pt idx="152">
                <c:v>0.6133333333333333</c:v>
              </c:pt>
              <c:pt idx="153">
                <c:v>0.62</c:v>
              </c:pt>
              <c:pt idx="154">
                <c:v>0.6266666666666667</c:v>
              </c:pt>
              <c:pt idx="155">
                <c:v>0.6333333333333333</c:v>
              </c:pt>
              <c:pt idx="156">
                <c:v>0.6399999999999999</c:v>
              </c:pt>
              <c:pt idx="157">
                <c:v>0.6466666666666666</c:v>
              </c:pt>
              <c:pt idx="158">
                <c:v>0.6533333333333333</c:v>
              </c:pt>
              <c:pt idx="159">
                <c:v>0.66</c:v>
              </c:pt>
              <c:pt idx="160">
                <c:v>0.6666666666666666</c:v>
              </c:pt>
              <c:pt idx="161">
                <c:v>0.6733333333333335</c:v>
              </c:pt>
              <c:pt idx="162">
                <c:v>0.6799999999999999</c:v>
              </c:pt>
              <c:pt idx="163">
                <c:v>0.6866666666666666</c:v>
              </c:pt>
              <c:pt idx="164">
                <c:v>0.6933333333333332</c:v>
              </c:pt>
              <c:pt idx="165">
                <c:v>0.7</c:v>
              </c:pt>
              <c:pt idx="166">
                <c:v>0.7066666666666668</c:v>
              </c:pt>
              <c:pt idx="167">
                <c:v>0.7133333333333333</c:v>
              </c:pt>
              <c:pt idx="168">
                <c:v>0.72</c:v>
              </c:pt>
              <c:pt idx="169">
                <c:v>0.7266666666666666</c:v>
              </c:pt>
              <c:pt idx="170">
                <c:v>0.7333333333333333</c:v>
              </c:pt>
              <c:pt idx="171">
                <c:v>0.7400000000000001</c:v>
              </c:pt>
              <c:pt idx="172">
                <c:v>0.7466666666666666</c:v>
              </c:pt>
              <c:pt idx="173">
                <c:v>0.7533333333333334</c:v>
              </c:pt>
              <c:pt idx="174">
                <c:v>0.7599999999999999</c:v>
              </c:pt>
              <c:pt idx="175">
                <c:v>0.7666666666666666</c:v>
              </c:pt>
              <c:pt idx="176">
                <c:v>0.7733333333333334</c:v>
              </c:pt>
              <c:pt idx="177">
                <c:v>0.7799999999999999</c:v>
              </c:pt>
              <c:pt idx="178">
                <c:v>0.7866666666666666</c:v>
              </c:pt>
              <c:pt idx="179">
                <c:v>0.7933333333333332</c:v>
              </c:pt>
              <c:pt idx="180">
                <c:v>0.8</c:v>
              </c:pt>
              <c:pt idx="181">
                <c:v>0.8066666666666668</c:v>
              </c:pt>
              <c:pt idx="182">
                <c:v>0.8133333333333332</c:v>
              </c:pt>
              <c:pt idx="183">
                <c:v>0.8200000000000001</c:v>
              </c:pt>
              <c:pt idx="184">
                <c:v>0.8266666666666665</c:v>
              </c:pt>
              <c:pt idx="185">
                <c:v>0.8333333333333333</c:v>
              </c:pt>
              <c:pt idx="186">
                <c:v>0.8400000000000001</c:v>
              </c:pt>
              <c:pt idx="187">
                <c:v>0.8466666666666666</c:v>
              </c:pt>
              <c:pt idx="188">
                <c:v>0.8533333333333333</c:v>
              </c:pt>
              <c:pt idx="189">
                <c:v>0.8599999999999999</c:v>
              </c:pt>
              <c:pt idx="190">
                <c:v>0.8666666666666667</c:v>
              </c:pt>
              <c:pt idx="191">
                <c:v>0.8733333333333334</c:v>
              </c:pt>
              <c:pt idx="192">
                <c:v>0.8799999999999999</c:v>
              </c:pt>
              <c:pt idx="193">
                <c:v>0.8866666666666667</c:v>
              </c:pt>
              <c:pt idx="194">
                <c:v>0.8933333333333332</c:v>
              </c:pt>
              <c:pt idx="195">
                <c:v>0.8999999999999999</c:v>
              </c:pt>
              <c:pt idx="196">
                <c:v>0.8999999999999999</c:v>
              </c:pt>
              <c:pt idx="197">
                <c:v>0.8999999999999999</c:v>
              </c:pt>
              <c:pt idx="198">
                <c:v>0.8999999999999999</c:v>
              </c:pt>
              <c:pt idx="199">
                <c:v>0.8999999999999999</c:v>
              </c:pt>
              <c:pt idx="200">
                <c:v>0.8999999999999999</c:v>
              </c:pt>
              <c:pt idx="201">
                <c:v>0.8999999999999999</c:v>
              </c:pt>
              <c:pt idx="202">
                <c:v>0.8999999999999999</c:v>
              </c:pt>
              <c:pt idx="203">
                <c:v>0.8999999999999999</c:v>
              </c:pt>
              <c:pt idx="204">
                <c:v>0.8999999999999999</c:v>
              </c:pt>
              <c:pt idx="205">
                <c:v>0.8999999999999999</c:v>
              </c:pt>
              <c:pt idx="206">
                <c:v>0.8999999999999999</c:v>
              </c:pt>
              <c:pt idx="207">
                <c:v>0.8999999999999999</c:v>
              </c:pt>
              <c:pt idx="208">
                <c:v>0.8999999999999999</c:v>
              </c:pt>
              <c:pt idx="209">
                <c:v>0.8999999999999999</c:v>
              </c:pt>
              <c:pt idx="210">
                <c:v>0.8999999999999999</c:v>
              </c:pt>
              <c:pt idx="211">
                <c:v>0.8933333333333333</c:v>
              </c:pt>
              <c:pt idx="212">
                <c:v>0.8866666666666667</c:v>
              </c:pt>
              <c:pt idx="213">
                <c:v>0.8799999999999999</c:v>
              </c:pt>
              <c:pt idx="214">
                <c:v>0.8733333333333335</c:v>
              </c:pt>
              <c:pt idx="215">
                <c:v>0.8666666666666667</c:v>
              </c:pt>
              <c:pt idx="216">
                <c:v>0.8599999999999999</c:v>
              </c:pt>
              <c:pt idx="217">
                <c:v>0.8533333333333333</c:v>
              </c:pt>
              <c:pt idx="218">
                <c:v>0.8466666666666667</c:v>
              </c:pt>
              <c:pt idx="219">
                <c:v>0.8400000000000001</c:v>
              </c:pt>
              <c:pt idx="220">
                <c:v>0.8333333333333333</c:v>
              </c:pt>
              <c:pt idx="221">
                <c:v>0.8266666666666667</c:v>
              </c:pt>
              <c:pt idx="222">
                <c:v>0.8200000000000001</c:v>
              </c:pt>
              <c:pt idx="223">
                <c:v>0.8133333333333332</c:v>
              </c:pt>
              <c:pt idx="224">
                <c:v>0.8066666666666666</c:v>
              </c:pt>
              <c:pt idx="225">
                <c:v>0.8</c:v>
              </c:pt>
              <c:pt idx="226">
                <c:v>0.7933333333333332</c:v>
              </c:pt>
              <c:pt idx="227">
                <c:v>0.7866666666666666</c:v>
              </c:pt>
              <c:pt idx="228">
                <c:v>0.7799999999999999</c:v>
              </c:pt>
              <c:pt idx="229">
                <c:v>0.7733333333333334</c:v>
              </c:pt>
              <c:pt idx="230">
                <c:v>0.7666666666666666</c:v>
              </c:pt>
              <c:pt idx="231">
                <c:v>0.7599999999999999</c:v>
              </c:pt>
              <c:pt idx="232">
                <c:v>0.7533333333333334</c:v>
              </c:pt>
              <c:pt idx="233">
                <c:v>0.7466666666666666</c:v>
              </c:pt>
              <c:pt idx="234">
                <c:v>0.7400000000000001</c:v>
              </c:pt>
              <c:pt idx="235">
                <c:v>0.7333333333333334</c:v>
              </c:pt>
              <c:pt idx="236">
                <c:v>0.7266666666666666</c:v>
              </c:pt>
              <c:pt idx="237">
                <c:v>0.72</c:v>
              </c:pt>
              <c:pt idx="238">
                <c:v>0.7133333333333333</c:v>
              </c:pt>
              <c:pt idx="239">
                <c:v>0.7066666666666668</c:v>
              </c:pt>
              <c:pt idx="240">
                <c:v>0.7</c:v>
              </c:pt>
              <c:pt idx="241">
                <c:v>0.6933333333333332</c:v>
              </c:pt>
              <c:pt idx="242">
                <c:v>0.6866666666666668</c:v>
              </c:pt>
              <c:pt idx="243">
                <c:v>0.6799999999999999</c:v>
              </c:pt>
              <c:pt idx="244">
                <c:v>0.6733333333333333</c:v>
              </c:pt>
              <c:pt idx="245">
                <c:v>0.6666666666666666</c:v>
              </c:pt>
              <c:pt idx="246">
                <c:v>0.6599999999999999</c:v>
              </c:pt>
              <c:pt idx="247">
                <c:v>0.6533333333333333</c:v>
              </c:pt>
              <c:pt idx="248">
                <c:v>0.6466666666666666</c:v>
              </c:pt>
              <c:pt idx="249">
                <c:v>0.6400000000000001</c:v>
              </c:pt>
              <c:pt idx="250">
                <c:v>0.6333333333333333</c:v>
              </c:pt>
              <c:pt idx="251">
                <c:v>0.6266666666666665</c:v>
              </c:pt>
              <c:pt idx="252">
                <c:v>0.6200000000000001</c:v>
              </c:pt>
              <c:pt idx="253">
                <c:v>0.6133333333333333</c:v>
              </c:pt>
              <c:pt idx="254">
                <c:v>0.6066666666666667</c:v>
              </c:pt>
              <c:pt idx="255">
                <c:v>0.6</c:v>
              </c:pt>
              <c:pt idx="256">
                <c:v>0.5933333333333333</c:v>
              </c:pt>
              <c:pt idx="257">
                <c:v>0.5866666666666667</c:v>
              </c:pt>
              <c:pt idx="258">
                <c:v>0.58</c:v>
              </c:pt>
              <c:pt idx="259">
                <c:v>0.5733333333333335</c:v>
              </c:pt>
              <c:pt idx="260">
                <c:v>0.5666666666666667</c:v>
              </c:pt>
              <c:pt idx="261">
                <c:v>0.5599999999999998</c:v>
              </c:pt>
              <c:pt idx="262">
                <c:v>0.5533333333333333</c:v>
              </c:pt>
              <c:pt idx="263">
                <c:v>0.5466666666666666</c:v>
              </c:pt>
              <c:pt idx="264">
                <c:v>0.54</c:v>
              </c:pt>
              <c:pt idx="265">
                <c:v>0.5333333333333333</c:v>
              </c:pt>
              <c:pt idx="266">
                <c:v>0.5266666666666666</c:v>
              </c:pt>
              <c:pt idx="267">
                <c:v>0.52</c:v>
              </c:pt>
              <c:pt idx="268">
                <c:v>0.5133333333333333</c:v>
              </c:pt>
              <c:pt idx="269">
                <c:v>0.5066666666666667</c:v>
              </c:pt>
              <c:pt idx="270">
                <c:v>0.5</c:v>
              </c:pt>
              <c:pt idx="271">
                <c:v>0.49333333333333323</c:v>
              </c:pt>
              <c:pt idx="272">
                <c:v>0.4866666666666667</c:v>
              </c:pt>
              <c:pt idx="273">
                <c:v>0.48</c:v>
              </c:pt>
              <c:pt idx="274">
                <c:v>0.4733333333333334</c:v>
              </c:pt>
              <c:pt idx="275">
                <c:v>0.4666666666666667</c:v>
              </c:pt>
              <c:pt idx="276">
                <c:v>0.45999999999999985</c:v>
              </c:pt>
              <c:pt idx="277">
                <c:v>0.45333333333333337</c:v>
              </c:pt>
              <c:pt idx="278">
                <c:v>0.4466666666666666</c:v>
              </c:pt>
              <c:pt idx="279">
                <c:v>0.44000000000000006</c:v>
              </c:pt>
              <c:pt idx="280">
                <c:v>0.43333333333333335</c:v>
              </c:pt>
              <c:pt idx="281">
                <c:v>0.4266666666666665</c:v>
              </c:pt>
              <c:pt idx="282">
                <c:v>0.42000000000000004</c:v>
              </c:pt>
              <c:pt idx="283">
                <c:v>0.4133333333333333</c:v>
              </c:pt>
              <c:pt idx="284">
                <c:v>0.40666666666666673</c:v>
              </c:pt>
              <c:pt idx="285">
                <c:v>0.4</c:v>
              </c:pt>
              <c:pt idx="286">
                <c:v>0.3933333333333332</c:v>
              </c:pt>
              <c:pt idx="287">
                <c:v>0.3866666666666667</c:v>
              </c:pt>
              <c:pt idx="288">
                <c:v>0.37999999999999995</c:v>
              </c:pt>
              <c:pt idx="289">
                <c:v>0.3733333333333334</c:v>
              </c:pt>
              <c:pt idx="290">
                <c:v>0.36666666666666664</c:v>
              </c:pt>
              <c:pt idx="291">
                <c:v>0.3599999999999999</c:v>
              </c:pt>
              <c:pt idx="292">
                <c:v>0.3533333333333334</c:v>
              </c:pt>
              <c:pt idx="293">
                <c:v>0.3466666666666666</c:v>
              </c:pt>
              <c:pt idx="294">
                <c:v>0.3400000000000001</c:v>
              </c:pt>
              <c:pt idx="295">
                <c:v>0.3333333333333333</c:v>
              </c:pt>
              <c:pt idx="296">
                <c:v>0.32666666666666655</c:v>
              </c:pt>
              <c:pt idx="297">
                <c:v>0.32000000000000006</c:v>
              </c:pt>
              <c:pt idx="298">
                <c:v>0.3133333333333333</c:v>
              </c:pt>
              <c:pt idx="299">
                <c:v>0.30666666666666675</c:v>
              </c:pt>
              <c:pt idx="300">
                <c:v>0.3</c:v>
              </c:pt>
              <c:pt idx="301">
                <c:v>0.3</c:v>
              </c:pt>
              <c:pt idx="302">
                <c:v>0.3</c:v>
              </c:pt>
              <c:pt idx="303">
                <c:v>0.3</c:v>
              </c:pt>
              <c:pt idx="304">
                <c:v>0.3</c:v>
              </c:pt>
              <c:pt idx="305">
                <c:v>0.3</c:v>
              </c:pt>
              <c:pt idx="306">
                <c:v>0.3</c:v>
              </c:pt>
              <c:pt idx="307">
                <c:v>0.3</c:v>
              </c:pt>
              <c:pt idx="308">
                <c:v>0.3</c:v>
              </c:pt>
              <c:pt idx="309">
                <c:v>0.3</c:v>
              </c:pt>
              <c:pt idx="310">
                <c:v>0.3</c:v>
              </c:pt>
              <c:pt idx="311">
                <c:v>0.3</c:v>
              </c:pt>
              <c:pt idx="312">
                <c:v>0.3</c:v>
              </c:pt>
              <c:pt idx="313">
                <c:v>0.3</c:v>
              </c:pt>
              <c:pt idx="314">
                <c:v>0.3</c:v>
              </c:pt>
              <c:pt idx="315">
                <c:v>0.3</c:v>
              </c:pt>
              <c:pt idx="316">
                <c:v>0.3</c:v>
              </c:pt>
              <c:pt idx="317">
                <c:v>0.3</c:v>
              </c:pt>
              <c:pt idx="318">
                <c:v>0.3</c:v>
              </c:pt>
              <c:pt idx="319">
                <c:v>0.3</c:v>
              </c:pt>
              <c:pt idx="320">
                <c:v>0.3</c:v>
              </c:pt>
              <c:pt idx="321">
                <c:v>0.3</c:v>
              </c:pt>
              <c:pt idx="322">
                <c:v>0.3</c:v>
              </c:pt>
              <c:pt idx="323">
                <c:v>0.3</c:v>
              </c:pt>
              <c:pt idx="324">
                <c:v>0.3</c:v>
              </c:pt>
              <c:pt idx="325">
                <c:v>0.3</c:v>
              </c:pt>
              <c:pt idx="326">
                <c:v>0.3</c:v>
              </c:pt>
              <c:pt idx="327">
                <c:v>0.3</c:v>
              </c:pt>
              <c:pt idx="328">
                <c:v>0.3</c:v>
              </c:pt>
              <c:pt idx="329">
                <c:v>0.3</c:v>
              </c:pt>
              <c:pt idx="330">
                <c:v>0.3</c:v>
              </c:pt>
              <c:pt idx="331">
                <c:v>0.3</c:v>
              </c:pt>
              <c:pt idx="332">
                <c:v>0.3</c:v>
              </c:pt>
              <c:pt idx="333">
                <c:v>0.3</c:v>
              </c:pt>
              <c:pt idx="334">
                <c:v>0.3</c:v>
              </c:pt>
              <c:pt idx="335">
                <c:v>0.3</c:v>
              </c:pt>
              <c:pt idx="336">
                <c:v>0.3</c:v>
              </c:pt>
              <c:pt idx="337">
                <c:v>0.3</c:v>
              </c:pt>
              <c:pt idx="338">
                <c:v>0.3</c:v>
              </c:pt>
              <c:pt idx="339">
                <c:v>0.3</c:v>
              </c:pt>
              <c:pt idx="340">
                <c:v>0.3</c:v>
              </c:pt>
              <c:pt idx="341">
                <c:v>0.3</c:v>
              </c:pt>
              <c:pt idx="342">
                <c:v>0.3</c:v>
              </c:pt>
              <c:pt idx="343">
                <c:v>0.3</c:v>
              </c:pt>
              <c:pt idx="344">
                <c:v>0.3</c:v>
              </c:pt>
              <c:pt idx="345">
                <c:v>0.3</c:v>
              </c:pt>
              <c:pt idx="346">
                <c:v>0.3</c:v>
              </c:pt>
              <c:pt idx="347">
                <c:v>0.3</c:v>
              </c:pt>
              <c:pt idx="348">
                <c:v>0.3</c:v>
              </c:pt>
              <c:pt idx="349">
                <c:v>0.3</c:v>
              </c:pt>
              <c:pt idx="350">
                <c:v>0.3</c:v>
              </c:pt>
              <c:pt idx="351">
                <c:v>0.3</c:v>
              </c:pt>
              <c:pt idx="352">
                <c:v>0.3</c:v>
              </c:pt>
              <c:pt idx="353">
                <c:v>0.3</c:v>
              </c:pt>
              <c:pt idx="354">
                <c:v>0.3</c:v>
              </c:pt>
              <c:pt idx="355">
                <c:v>0.3</c:v>
              </c:pt>
              <c:pt idx="356">
                <c:v>0.3</c:v>
              </c:pt>
              <c:pt idx="357">
                <c:v>0.3</c:v>
              </c:pt>
              <c:pt idx="358">
                <c:v>0.3</c:v>
              </c:pt>
              <c:pt idx="359">
                <c:v>0.3</c:v>
              </c:pt>
              <c:pt idx="360">
                <c:v>0.3</c:v>
              </c:pt>
              <c:pt idx="361">
                <c:v>0.3</c:v>
              </c:pt>
              <c:pt idx="362">
                <c:v>0.3</c:v>
              </c:pt>
              <c:pt idx="363">
                <c:v>0.3</c:v>
              </c:pt>
              <c:pt idx="364">
                <c:v>0.3</c:v>
              </c:pt>
              <c:pt idx="365">
                <c:v>0.3</c:v>
              </c:pt>
              <c:pt idx="366">
                <c:v>0.3</c:v>
              </c:pt>
              <c:pt idx="367">
                <c:v>0.3</c:v>
              </c:pt>
              <c:pt idx="368">
                <c:v>0.3</c:v>
              </c:pt>
              <c:pt idx="369">
                <c:v>0.3</c:v>
              </c:pt>
              <c:pt idx="370">
                <c:v>0.3</c:v>
              </c:pt>
              <c:pt idx="371">
                <c:v>0.3</c:v>
              </c:pt>
              <c:pt idx="372">
                <c:v>0.3</c:v>
              </c:pt>
              <c:pt idx="373">
                <c:v>0.3</c:v>
              </c:pt>
              <c:pt idx="374">
                <c:v>0.3</c:v>
              </c:pt>
              <c:pt idx="375">
                <c:v>0.3</c:v>
              </c:pt>
              <c:pt idx="376">
                <c:v>0.3</c:v>
              </c:pt>
              <c:pt idx="377">
                <c:v>0.3</c:v>
              </c:pt>
              <c:pt idx="378">
                <c:v>0.3</c:v>
              </c:pt>
              <c:pt idx="379">
                <c:v>0.3</c:v>
              </c:pt>
              <c:pt idx="380">
                <c:v>0.3</c:v>
              </c:pt>
              <c:pt idx="381">
                <c:v>0.3</c:v>
              </c:pt>
              <c:pt idx="382">
                <c:v>0.3</c:v>
              </c:pt>
              <c:pt idx="383">
                <c:v>0.3</c:v>
              </c:pt>
              <c:pt idx="384">
                <c:v>0.3</c:v>
              </c:pt>
              <c:pt idx="385">
                <c:v>0.3</c:v>
              </c:pt>
              <c:pt idx="386">
                <c:v>0.3</c:v>
              </c:pt>
              <c:pt idx="387">
                <c:v>0.3</c:v>
              </c:pt>
              <c:pt idx="388">
                <c:v>0.3</c:v>
              </c:pt>
              <c:pt idx="389">
                <c:v>0.3</c:v>
              </c:pt>
              <c:pt idx="390">
                <c:v>0.3</c:v>
              </c:pt>
              <c:pt idx="391">
                <c:v>0.3</c:v>
              </c:pt>
              <c:pt idx="392">
                <c:v>0.3</c:v>
              </c:pt>
              <c:pt idx="393">
                <c:v>0.3</c:v>
              </c:pt>
              <c:pt idx="394">
                <c:v>0.3</c:v>
              </c:pt>
              <c:pt idx="395">
                <c:v>0.3</c:v>
              </c:pt>
              <c:pt idx="396">
                <c:v>0.3</c:v>
              </c:pt>
              <c:pt idx="397">
                <c:v>0.3</c:v>
              </c:pt>
              <c:pt idx="398">
                <c:v>0.3</c:v>
              </c:pt>
              <c:pt idx="399">
                <c:v>0.3</c:v>
              </c:pt>
              <c:pt idx="400">
                <c:v>0.3</c:v>
              </c:pt>
              <c:pt idx="401">
                <c:v>0.3</c:v>
              </c:pt>
              <c:pt idx="402">
                <c:v>0.3</c:v>
              </c:pt>
              <c:pt idx="403">
                <c:v>0.3</c:v>
              </c:pt>
              <c:pt idx="404">
                <c:v>0.3</c:v>
              </c:pt>
              <c:pt idx="405">
                <c:v>0.3</c:v>
              </c:pt>
              <c:pt idx="406">
                <c:v>0.2933333333333332</c:v>
              </c:pt>
              <c:pt idx="407">
                <c:v>0.28666666666666646</c:v>
              </c:pt>
              <c:pt idx="408">
                <c:v>0.2800000000000002</c:v>
              </c:pt>
              <c:pt idx="409">
                <c:v>0.27333333333333343</c:v>
              </c:pt>
              <c:pt idx="410">
                <c:v>0.26666666666666666</c:v>
              </c:pt>
              <c:pt idx="411">
                <c:v>0.2599999999999999</c:v>
              </c:pt>
              <c:pt idx="412">
                <c:v>0.25333333333333313</c:v>
              </c:pt>
              <c:pt idx="413">
                <c:v>0.24666666666666687</c:v>
              </c:pt>
              <c:pt idx="414">
                <c:v>0.2400000000000001</c:v>
              </c:pt>
              <c:pt idx="415">
                <c:v>0.23333333333333334</c:v>
              </c:pt>
              <c:pt idx="416">
                <c:v>0.22666666666666657</c:v>
              </c:pt>
              <c:pt idx="417">
                <c:v>0.2199999999999998</c:v>
              </c:pt>
              <c:pt idx="418">
                <c:v>0.2133333333333335</c:v>
              </c:pt>
              <c:pt idx="419">
                <c:v>0.20666666666666675</c:v>
              </c:pt>
              <c:pt idx="420">
                <c:v>0.2</c:v>
              </c:pt>
              <c:pt idx="421">
                <c:v>0.19333333333333325</c:v>
              </c:pt>
              <c:pt idx="422">
                <c:v>0.18666666666666648</c:v>
              </c:pt>
              <c:pt idx="423">
                <c:v>0.1800000000000002</c:v>
              </c:pt>
              <c:pt idx="424">
                <c:v>0.17333333333333342</c:v>
              </c:pt>
              <c:pt idx="425">
                <c:v>0.16666666666666666</c:v>
              </c:pt>
              <c:pt idx="426">
                <c:v>0.1599999999999999</c:v>
              </c:pt>
              <c:pt idx="427">
                <c:v>0.15333333333333315</c:v>
              </c:pt>
              <c:pt idx="428">
                <c:v>0.14666666666666686</c:v>
              </c:pt>
              <c:pt idx="429">
                <c:v>0.1400000000000001</c:v>
              </c:pt>
              <c:pt idx="430">
                <c:v>0.13333333333333333</c:v>
              </c:pt>
              <c:pt idx="431">
                <c:v>0.12666666666666657</c:v>
              </c:pt>
              <c:pt idx="432">
                <c:v>0.11999999999999982</c:v>
              </c:pt>
              <c:pt idx="433">
                <c:v>0.11333333333333352</c:v>
              </c:pt>
              <c:pt idx="434">
                <c:v>0.10666666666666676</c:v>
              </c:pt>
              <c:pt idx="435">
                <c:v>0.1</c:v>
              </c:pt>
              <c:pt idx="436">
                <c:v>0.09333333333333324</c:v>
              </c:pt>
              <c:pt idx="437">
                <c:v>0.08666666666666648</c:v>
              </c:pt>
              <c:pt idx="438">
                <c:v>0.0800000000000002</c:v>
              </c:pt>
              <c:pt idx="439">
                <c:v>0.07333333333333343</c:v>
              </c:pt>
              <c:pt idx="440">
                <c:v>0.06666666666666667</c:v>
              </c:pt>
              <c:pt idx="441">
                <c:v>0.05999999999999991</c:v>
              </c:pt>
              <c:pt idx="442">
                <c:v>0.05333333333333314</c:v>
              </c:pt>
              <c:pt idx="443">
                <c:v>0.046666666666666856</c:v>
              </c:pt>
              <c:pt idx="444">
                <c:v>0.0400000000000001</c:v>
              </c:pt>
              <c:pt idx="445">
                <c:v>0.03333333333333333</c:v>
              </c:pt>
              <c:pt idx="446">
                <c:v>0.02666666666666657</c:v>
              </c:pt>
              <c:pt idx="447">
                <c:v>0.01999999999999981</c:v>
              </c:pt>
              <c:pt idx="448">
                <c:v>0.013333333333333523</c:v>
              </c:pt>
              <c:pt idx="449">
                <c:v>0.006666666666666762</c:v>
              </c:pt>
              <c:pt idx="450">
                <c:v>0</c:v>
              </c:pt>
              <c:pt idx="451">
                <c:v>0</c:v>
              </c:pt>
              <c:pt idx="452">
                <c:v>0</c:v>
              </c:pt>
              <c:pt idx="453">
                <c:v>0</c:v>
              </c:pt>
              <c:pt idx="454">
                <c:v>0</c:v>
              </c:pt>
              <c:pt idx="455">
                <c:v>0</c:v>
              </c:pt>
              <c:pt idx="456">
                <c:v>0</c:v>
              </c:pt>
              <c:pt idx="457">
                <c:v>0</c:v>
              </c:pt>
              <c:pt idx="458">
                <c:v>0</c:v>
              </c:pt>
              <c:pt idx="459">
                <c:v>0</c:v>
              </c:pt>
              <c:pt idx="460">
                <c:v>0</c:v>
              </c:pt>
              <c:pt idx="461">
                <c:v>0</c:v>
              </c:pt>
              <c:pt idx="462">
                <c:v>0</c:v>
              </c:pt>
              <c:pt idx="463">
                <c:v>0</c:v>
              </c:pt>
              <c:pt idx="464">
                <c:v>0</c:v>
              </c:pt>
              <c:pt idx="465">
                <c:v>0</c:v>
              </c:pt>
              <c:pt idx="466">
                <c:v>0</c:v>
              </c:pt>
              <c:pt idx="467">
                <c:v>0</c:v>
              </c:pt>
              <c:pt idx="468">
                <c:v>0</c:v>
              </c:pt>
              <c:pt idx="469">
                <c:v>0</c:v>
              </c:pt>
              <c:pt idx="470">
                <c:v>0</c:v>
              </c:pt>
              <c:pt idx="471">
                <c:v>0</c:v>
              </c:pt>
              <c:pt idx="472">
                <c:v>0</c:v>
              </c:pt>
              <c:pt idx="473">
                <c:v>0</c:v>
              </c:pt>
              <c:pt idx="474">
                <c:v>0</c:v>
              </c:pt>
              <c:pt idx="475">
                <c:v>0</c:v>
              </c:pt>
              <c:pt idx="476">
                <c:v>0</c:v>
              </c:pt>
              <c:pt idx="477">
                <c:v>0</c:v>
              </c:pt>
              <c:pt idx="478">
                <c:v>0</c:v>
              </c:pt>
              <c:pt idx="479">
                <c:v>0</c:v>
              </c:pt>
              <c:pt idx="480">
                <c:v>0</c:v>
              </c:pt>
              <c:pt idx="481">
                <c:v>0</c:v>
              </c:pt>
              <c:pt idx="482">
                <c:v>0</c:v>
              </c:pt>
              <c:pt idx="483">
                <c:v>0</c:v>
              </c:pt>
              <c:pt idx="484">
                <c:v>0</c:v>
              </c:pt>
              <c:pt idx="485">
                <c:v>0</c:v>
              </c:pt>
              <c:pt idx="486">
                <c:v>0</c:v>
              </c:pt>
              <c:pt idx="487">
                <c:v>0</c:v>
              </c:pt>
              <c:pt idx="488">
                <c:v>0</c:v>
              </c:pt>
              <c:pt idx="489">
                <c:v>0</c:v>
              </c:pt>
              <c:pt idx="490">
                <c:v>0</c:v>
              </c:pt>
              <c:pt idx="491">
                <c:v>0</c:v>
              </c:pt>
              <c:pt idx="492">
                <c:v>0</c:v>
              </c:pt>
              <c:pt idx="493">
                <c:v>0</c:v>
              </c:pt>
              <c:pt idx="494">
                <c:v>0</c:v>
              </c:pt>
              <c:pt idx="495">
                <c:v>0</c:v>
              </c:pt>
              <c:pt idx="496">
                <c:v>0</c:v>
              </c:pt>
              <c:pt idx="497">
                <c:v>0</c:v>
              </c:pt>
              <c:pt idx="498">
                <c:v>0</c:v>
              </c:pt>
              <c:pt idx="499">
                <c:v>0</c:v>
              </c:pt>
              <c:pt idx="5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29.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73808A"/>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Región elegida</c:v>
          </c:tx>
          <c:spPr>
            <a:ln xmlns:a="http://schemas.openxmlformats.org/drawingml/2006/main" w="4762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2"/>
          <c:order val="2"/>
          <c:tx>
            <c:v>u = 25</c:v>
          </c:tx>
          <c:spPr>
            <a:ln xmlns:a="http://schemas.openxmlformats.org/drawingml/2006/main" w="28575">
              <a:solidFill>
                <a:srgbClr val="087F79"/>
              </a:solidFill>
            </a:ln>
          </c:spPr>
          <c:marker>
            <c:symbol val="none"/>
            <c:size val="5"/>
          </c:marker>
          <c:xVal>
            <c:numLit>
              <c:formatCode>General</c:formatCode>
              <c:ptCount val="2"/>
              <c:pt idx="0">
                <c:v>25</c:v>
              </c:pt>
              <c:pt idx="1">
                <c:v>25</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0.xml><?xml version="1.0" encoding="utf-8"?>
<c:chartSpace xmlns:c="http://schemas.openxmlformats.org/drawingml/2006/chart">
  <c:lang val="en-US"/>
  <c:chart>
    <c:plotArea>
      <c:scatterChart>
        <c:ser>
          <c:idx val="0"/>
          <c:order val="0"/>
          <c:tx>
            <c:v>Salida 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u = 15</c:v>
          </c:tx>
          <c:spPr>
            <a:ln xmlns:a="http://schemas.openxmlformats.org/drawingml/2006/main" w="28575">
              <a:solidFill>
                <a:srgbClr val="D96B18"/>
              </a:solidFill>
            </a:ln>
          </c:spPr>
          <c:marker>
            <c:symbol val="none"/>
            <c:size val="5"/>
          </c:marker>
          <c:xVal>
            <c:numLit>
              <c:formatCode>General</c:formatCode>
              <c:ptCount val="2"/>
              <c:pt idx="0">
                <c:v>15</c:v>
              </c:pt>
              <c:pt idx="1">
                <c:v>15</c:v>
              </c:pt>
            </c:numLit>
          </c:xVal>
          <c:yVal>
            <c:numLit>
              <c:formatCode>General</c:formatCode>
              <c:ptCount val="2"/>
              <c:pt idx="0">
                <c:v>0</c:v>
              </c:pt>
              <c:pt idx="1">
                <c:v>0.85</c:v>
              </c:pt>
            </c:numLit>
          </c:yVal>
        </c:ser>
        <c:ser>
          <c:idx val="2"/>
          <c:order val="2"/>
          <c:tx>
            <c:v>u = 35</c:v>
          </c:tx>
          <c:spPr>
            <a:ln xmlns:a="http://schemas.openxmlformats.org/drawingml/2006/main" w="28575">
              <a:solidFill>
                <a:srgbClr val="087F79"/>
              </a:solidFill>
            </a:ln>
          </c:spPr>
          <c:marker>
            <c:symbol val="none"/>
            <c:size val="5"/>
          </c:marker>
          <c:xVal>
            <c:numLit>
              <c:formatCode>General</c:formatCode>
              <c:ptCount val="2"/>
              <c:pt idx="0">
                <c:v>35</c:v>
              </c:pt>
              <c:pt idx="1">
                <c:v>35</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1.xml><?xml version="1.0" encoding="utf-8"?>
<c:chartSpace xmlns:c="http://schemas.openxmlformats.org/drawingml/2006/chart">
  <c:lang val="en-US"/>
  <c:chart>
    <c:plotArea>
      <c:scatterChart>
        <c:ser>
          <c:idx val="0"/>
          <c:order val="0"/>
          <c:tx>
            <c:v>Antes</c:v>
          </c:tx>
          <c:spPr>
            <a:ln xmlns:a="http://schemas.openxmlformats.org/drawingml/2006/main" w="28575">
              <a:solidFill>
                <a:srgbClr val="2162A0"/>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0.012750000000000001</c:v>
              </c:pt>
              <c:pt idx="2">
                <c:v>0.025500000000000002</c:v>
              </c:pt>
              <c:pt idx="3">
                <c:v>0.03825</c:v>
              </c:pt>
              <c:pt idx="4">
                <c:v>0.051000000000000004</c:v>
              </c:pt>
              <c:pt idx="5">
                <c:v>0.06375</c:v>
              </c:pt>
              <c:pt idx="6">
                <c:v>0.0765</c:v>
              </c:pt>
              <c:pt idx="7">
                <c:v>0.08925</c:v>
              </c:pt>
              <c:pt idx="8">
                <c:v>0.10200000000000001</c:v>
              </c:pt>
              <c:pt idx="9">
                <c:v>0.11475</c:v>
              </c:pt>
              <c:pt idx="10">
                <c:v>0.1275</c:v>
              </c:pt>
              <c:pt idx="11">
                <c:v>0.14025</c:v>
              </c:pt>
              <c:pt idx="12">
                <c:v>0.153</c:v>
              </c:pt>
              <c:pt idx="13">
                <c:v>0.16575</c:v>
              </c:pt>
              <c:pt idx="14">
                <c:v>0.1785</c:v>
              </c:pt>
              <c:pt idx="15">
                <c:v>0.19125</c:v>
              </c:pt>
              <c:pt idx="16">
                <c:v>0.20400000000000001</c:v>
              </c:pt>
              <c:pt idx="17">
                <c:v>0.21675</c:v>
              </c:pt>
              <c:pt idx="18">
                <c:v>0.2295</c:v>
              </c:pt>
              <c:pt idx="19">
                <c:v>0.24225</c:v>
              </c:pt>
              <c:pt idx="20">
                <c:v>0.255</c:v>
              </c:pt>
              <c:pt idx="21">
                <c:v>0.26775000000000004</c:v>
              </c:pt>
              <c:pt idx="22">
                <c:v>0.2805</c:v>
              </c:pt>
              <c:pt idx="23">
                <c:v>0.29324999999999996</c:v>
              </c:pt>
              <c:pt idx="24">
                <c:v>0.306</c:v>
              </c:pt>
              <c:pt idx="25">
                <c:v>0.31875</c:v>
              </c:pt>
              <c:pt idx="26">
                <c:v>0.3315</c:v>
              </c:pt>
              <c:pt idx="27">
                <c:v>0.34425000000000006</c:v>
              </c:pt>
              <c:pt idx="28">
                <c:v>0.357</c:v>
              </c:pt>
              <c:pt idx="29">
                <c:v>0.36974999999999997</c:v>
              </c:pt>
              <c:pt idx="30">
                <c:v>0.3825</c:v>
              </c:pt>
              <c:pt idx="31">
                <c:v>0.39525000000000005</c:v>
              </c:pt>
              <c:pt idx="32">
                <c:v>0.40800000000000003</c:v>
              </c:pt>
              <c:pt idx="33">
                <c:v>0.42074999999999996</c:v>
              </c:pt>
              <c:pt idx="34">
                <c:v>0.4335</c:v>
              </c:pt>
              <c:pt idx="35">
                <c:v>0.44625000000000004</c:v>
              </c:pt>
              <c:pt idx="36">
                <c:v>0.459</c:v>
              </c:pt>
              <c:pt idx="37">
                <c:v>0.47175000000000006</c:v>
              </c:pt>
              <c:pt idx="38">
                <c:v>0.4845</c:v>
              </c:pt>
              <c:pt idx="39">
                <c:v>0.49724999999999997</c:v>
              </c:pt>
              <c:pt idx="40">
                <c:v>0.51</c:v>
              </c:pt>
              <c:pt idx="41">
                <c:v>0.49724999999999997</c:v>
              </c:pt>
              <c:pt idx="42">
                <c:v>0.4845</c:v>
              </c:pt>
              <c:pt idx="43">
                <c:v>0.47175000000000006</c:v>
              </c:pt>
              <c:pt idx="44">
                <c:v>0.459</c:v>
              </c:pt>
              <c:pt idx="45">
                <c:v>0.44625000000000004</c:v>
              </c:pt>
              <c:pt idx="46">
                <c:v>0.4335</c:v>
              </c:pt>
              <c:pt idx="47">
                <c:v>0.42074999999999996</c:v>
              </c:pt>
              <c:pt idx="48">
                <c:v>0.40800000000000003</c:v>
              </c:pt>
              <c:pt idx="49">
                <c:v>0.39525000000000005</c:v>
              </c:pt>
              <c:pt idx="50">
                <c:v>0.3825</c:v>
              </c:pt>
              <c:pt idx="51">
                <c:v>0.36974999999999997</c:v>
              </c:pt>
              <c:pt idx="52">
                <c:v>0.357</c:v>
              </c:pt>
              <c:pt idx="53">
                <c:v>0.34425000000000006</c:v>
              </c:pt>
              <c:pt idx="54">
                <c:v>0.3315</c:v>
              </c:pt>
              <c:pt idx="55">
                <c:v>0.31875</c:v>
              </c:pt>
              <c:pt idx="56">
                <c:v>0.306</c:v>
              </c:pt>
              <c:pt idx="57">
                <c:v>0.29324999999999996</c:v>
              </c:pt>
              <c:pt idx="58">
                <c:v>0.2805</c:v>
              </c:pt>
              <c:pt idx="59">
                <c:v>0.26775000000000004</c:v>
              </c:pt>
              <c:pt idx="60">
                <c:v>0.255</c:v>
              </c:pt>
              <c:pt idx="61">
                <c:v>0.24225</c:v>
              </c:pt>
              <c:pt idx="62">
                <c:v>0.2295</c:v>
              </c:pt>
              <c:pt idx="63">
                <c:v>0.21675</c:v>
              </c:pt>
              <c:pt idx="64">
                <c:v>0.20400000000000001</c:v>
              </c:pt>
              <c:pt idx="65">
                <c:v>0.19125</c:v>
              </c:pt>
              <c:pt idx="66">
                <c:v>0.1785</c:v>
              </c:pt>
              <c:pt idx="67">
                <c:v>0.16575</c:v>
              </c:pt>
              <c:pt idx="68">
                <c:v>0.153</c:v>
              </c:pt>
              <c:pt idx="69">
                <c:v>0.14025</c:v>
              </c:pt>
              <c:pt idx="70">
                <c:v>0.1275</c:v>
              </c:pt>
              <c:pt idx="71">
                <c:v>0.11475</c:v>
              </c:pt>
              <c:pt idx="72">
                <c:v>0.10200000000000001</c:v>
              </c:pt>
              <c:pt idx="73">
                <c:v>0.08925</c:v>
              </c:pt>
              <c:pt idx="74">
                <c:v>0.0765</c:v>
              </c:pt>
              <c:pt idx="75">
                <c:v>0.06375</c:v>
              </c:pt>
              <c:pt idx="76">
                <c:v>0.051000000000000004</c:v>
              </c:pt>
              <c:pt idx="77">
                <c:v>0.03825</c:v>
              </c:pt>
              <c:pt idx="78">
                <c:v>0.025500000000000002</c:v>
              </c:pt>
              <c:pt idx="79">
                <c:v>0.012750000000000001</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0.01225</c:v>
              </c:pt>
              <c:pt idx="122">
                <c:v>0.0245</c:v>
              </c:pt>
              <c:pt idx="123">
                <c:v>0.03675</c:v>
              </c:pt>
              <c:pt idx="124">
                <c:v>0.049</c:v>
              </c:pt>
              <c:pt idx="125">
                <c:v>0.06125</c:v>
              </c:pt>
              <c:pt idx="126">
                <c:v>0.0735</c:v>
              </c:pt>
              <c:pt idx="127">
                <c:v>0.08574999999999999</c:v>
              </c:pt>
              <c:pt idx="128">
                <c:v>0.098</c:v>
              </c:pt>
              <c:pt idx="129">
                <c:v>0.11025</c:v>
              </c:pt>
              <c:pt idx="130">
                <c:v>0.1225</c:v>
              </c:pt>
              <c:pt idx="131">
                <c:v>0.13475</c:v>
              </c:pt>
              <c:pt idx="132">
                <c:v>0.147</c:v>
              </c:pt>
              <c:pt idx="133">
                <c:v>0.15925</c:v>
              </c:pt>
              <c:pt idx="134">
                <c:v>0.17149999999999999</c:v>
              </c:pt>
              <c:pt idx="135">
                <c:v>0.18375</c:v>
              </c:pt>
              <c:pt idx="136">
                <c:v>0.196</c:v>
              </c:pt>
              <c:pt idx="137">
                <c:v>0.20825</c:v>
              </c:pt>
              <c:pt idx="138">
                <c:v>0.2205</c:v>
              </c:pt>
              <c:pt idx="139">
                <c:v>0.23274999999999998</c:v>
              </c:pt>
              <c:pt idx="140">
                <c:v>0.245</c:v>
              </c:pt>
              <c:pt idx="141">
                <c:v>0.25725</c:v>
              </c:pt>
              <c:pt idx="142">
                <c:v>0.2695</c:v>
              </c:pt>
              <c:pt idx="143">
                <c:v>0.28175</c:v>
              </c:pt>
              <c:pt idx="144">
                <c:v>0.294</c:v>
              </c:pt>
              <c:pt idx="145">
                <c:v>0.30625</c:v>
              </c:pt>
              <c:pt idx="146">
                <c:v>0.3185</c:v>
              </c:pt>
              <c:pt idx="147">
                <c:v>0.33075</c:v>
              </c:pt>
              <c:pt idx="148">
                <c:v>0.34299999999999997</c:v>
              </c:pt>
              <c:pt idx="149">
                <c:v>0.35525</c:v>
              </c:pt>
              <c:pt idx="150">
                <c:v>0.3675</c:v>
              </c:pt>
              <c:pt idx="151">
                <c:v>0.37975</c:v>
              </c:pt>
              <c:pt idx="152">
                <c:v>0.392</c:v>
              </c:pt>
              <c:pt idx="153">
                <c:v>0.40425</c:v>
              </c:pt>
              <c:pt idx="154">
                <c:v>0.4165</c:v>
              </c:pt>
              <c:pt idx="155">
                <c:v>0.42874999999999996</c:v>
              </c:pt>
              <c:pt idx="156">
                <c:v>0.441</c:v>
              </c:pt>
              <c:pt idx="157">
                <c:v>0.45325</c:v>
              </c:pt>
              <c:pt idx="158">
                <c:v>0.46549999999999997</c:v>
              </c:pt>
              <c:pt idx="159">
                <c:v>0.47775</c:v>
              </c:pt>
              <c:pt idx="160">
                <c:v>0.49</c:v>
              </c:pt>
              <c:pt idx="161">
                <c:v>0.47775</c:v>
              </c:pt>
              <c:pt idx="162">
                <c:v>0.46549999999999997</c:v>
              </c:pt>
              <c:pt idx="163">
                <c:v>0.45325</c:v>
              </c:pt>
              <c:pt idx="164">
                <c:v>0.441</c:v>
              </c:pt>
              <c:pt idx="165">
                <c:v>0.42874999999999996</c:v>
              </c:pt>
              <c:pt idx="166">
                <c:v>0.4165</c:v>
              </c:pt>
              <c:pt idx="167">
                <c:v>0.40425</c:v>
              </c:pt>
              <c:pt idx="168">
                <c:v>0.392</c:v>
              </c:pt>
              <c:pt idx="169">
                <c:v>0.37975</c:v>
              </c:pt>
              <c:pt idx="170">
                <c:v>0.3675</c:v>
              </c:pt>
              <c:pt idx="171">
                <c:v>0.35525</c:v>
              </c:pt>
              <c:pt idx="172">
                <c:v>0.34299999999999997</c:v>
              </c:pt>
              <c:pt idx="173">
                <c:v>0.33075</c:v>
              </c:pt>
              <c:pt idx="174">
                <c:v>0.3185</c:v>
              </c:pt>
              <c:pt idx="175">
                <c:v>0.30625</c:v>
              </c:pt>
              <c:pt idx="176">
                <c:v>0.294</c:v>
              </c:pt>
              <c:pt idx="177">
                <c:v>0.28175</c:v>
              </c:pt>
              <c:pt idx="178">
                <c:v>0.2695</c:v>
              </c:pt>
              <c:pt idx="179">
                <c:v>0.25725</c:v>
              </c:pt>
              <c:pt idx="180">
                <c:v>0.245</c:v>
              </c:pt>
              <c:pt idx="181">
                <c:v>0.23274999999999998</c:v>
              </c:pt>
              <c:pt idx="182">
                <c:v>0.2205</c:v>
              </c:pt>
              <c:pt idx="183">
                <c:v>0.20825</c:v>
              </c:pt>
              <c:pt idx="184">
                <c:v>0.196</c:v>
              </c:pt>
              <c:pt idx="185">
                <c:v>0.18375</c:v>
              </c:pt>
              <c:pt idx="186">
                <c:v>0.17149999999999999</c:v>
              </c:pt>
              <c:pt idx="187">
                <c:v>0.15925</c:v>
              </c:pt>
              <c:pt idx="188">
                <c:v>0.147</c:v>
              </c:pt>
              <c:pt idx="189">
                <c:v>0.13475</c:v>
              </c:pt>
              <c:pt idx="190">
                <c:v>0.1225</c:v>
              </c:pt>
              <c:pt idx="191">
                <c:v>0.11025</c:v>
              </c:pt>
              <c:pt idx="192">
                <c:v>0.098</c:v>
              </c:pt>
              <c:pt idx="193">
                <c:v>0.08574999999999999</c:v>
              </c:pt>
              <c:pt idx="194">
                <c:v>0.0735</c:v>
              </c:pt>
              <c:pt idx="195">
                <c:v>0.06125</c:v>
              </c:pt>
              <c:pt idx="196">
                <c:v>0.049</c:v>
              </c:pt>
              <c:pt idx="197">
                <c:v>0.03675</c:v>
              </c:pt>
              <c:pt idx="198">
                <c:v>0.0245</c:v>
              </c:pt>
              <c:pt idx="199">
                <c:v>0.01225</c:v>
              </c:pt>
              <c:pt idx="2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2.xml><?xml version="1.0" encoding="utf-8"?>
<c:chartSpace xmlns:c="http://schemas.openxmlformats.org/drawingml/2006/chart">
  <c:lang val="en-US"/>
  <c:chart>
    <c:plotArea>
      <c:scatterChart>
        <c:ser>
          <c:idx val="0"/>
          <c:order val="0"/>
          <c:tx>
            <c:v>Después</c:v>
          </c:tx>
          <c:spPr>
            <a:ln xmlns:a="http://schemas.openxmlformats.org/drawingml/2006/main" w="28575">
              <a:solidFill>
                <a:srgbClr val="D96B18"/>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0.01225</c:v>
              </c:pt>
              <c:pt idx="2">
                <c:v>0.0245</c:v>
              </c:pt>
              <c:pt idx="3">
                <c:v>0.03675</c:v>
              </c:pt>
              <c:pt idx="4">
                <c:v>0.049</c:v>
              </c:pt>
              <c:pt idx="5">
                <c:v>0.06125</c:v>
              </c:pt>
              <c:pt idx="6">
                <c:v>0.0735</c:v>
              </c:pt>
              <c:pt idx="7">
                <c:v>0.08574999999999999</c:v>
              </c:pt>
              <c:pt idx="8">
                <c:v>0.098</c:v>
              </c:pt>
              <c:pt idx="9">
                <c:v>0.11025</c:v>
              </c:pt>
              <c:pt idx="10">
                <c:v>0.1225</c:v>
              </c:pt>
              <c:pt idx="11">
                <c:v>0.13475</c:v>
              </c:pt>
              <c:pt idx="12">
                <c:v>0.147</c:v>
              </c:pt>
              <c:pt idx="13">
                <c:v>0.15925</c:v>
              </c:pt>
              <c:pt idx="14">
                <c:v>0.17149999999999999</c:v>
              </c:pt>
              <c:pt idx="15">
                <c:v>0.18375</c:v>
              </c:pt>
              <c:pt idx="16">
                <c:v>0.196</c:v>
              </c:pt>
              <c:pt idx="17">
                <c:v>0.20825</c:v>
              </c:pt>
              <c:pt idx="18">
                <c:v>0.2205</c:v>
              </c:pt>
              <c:pt idx="19">
                <c:v>0.23274999999999998</c:v>
              </c:pt>
              <c:pt idx="20">
                <c:v>0.245</c:v>
              </c:pt>
              <c:pt idx="21">
                <c:v>0.25725</c:v>
              </c:pt>
              <c:pt idx="22">
                <c:v>0.2695</c:v>
              </c:pt>
              <c:pt idx="23">
                <c:v>0.28175</c:v>
              </c:pt>
              <c:pt idx="24">
                <c:v>0.294</c:v>
              </c:pt>
              <c:pt idx="25">
                <c:v>0.30625</c:v>
              </c:pt>
              <c:pt idx="26">
                <c:v>0.3185</c:v>
              </c:pt>
              <c:pt idx="27">
                <c:v>0.33075</c:v>
              </c:pt>
              <c:pt idx="28">
                <c:v>0.34299999999999997</c:v>
              </c:pt>
              <c:pt idx="29">
                <c:v>0.35525</c:v>
              </c:pt>
              <c:pt idx="30">
                <c:v>0.3675</c:v>
              </c:pt>
              <c:pt idx="31">
                <c:v>0.37975</c:v>
              </c:pt>
              <c:pt idx="32">
                <c:v>0.392</c:v>
              </c:pt>
              <c:pt idx="33">
                <c:v>0.40425</c:v>
              </c:pt>
              <c:pt idx="34">
                <c:v>0.4165</c:v>
              </c:pt>
              <c:pt idx="35">
                <c:v>0.42874999999999996</c:v>
              </c:pt>
              <c:pt idx="36">
                <c:v>0.441</c:v>
              </c:pt>
              <c:pt idx="37">
                <c:v>0.45325</c:v>
              </c:pt>
              <c:pt idx="38">
                <c:v>0.46549999999999997</c:v>
              </c:pt>
              <c:pt idx="39">
                <c:v>0.47775</c:v>
              </c:pt>
              <c:pt idx="40">
                <c:v>0.49</c:v>
              </c:pt>
              <c:pt idx="41">
                <c:v>0.47775</c:v>
              </c:pt>
              <c:pt idx="42">
                <c:v>0.46549999999999997</c:v>
              </c:pt>
              <c:pt idx="43">
                <c:v>0.45325</c:v>
              </c:pt>
              <c:pt idx="44">
                <c:v>0.441</c:v>
              </c:pt>
              <c:pt idx="45">
                <c:v>0.42874999999999996</c:v>
              </c:pt>
              <c:pt idx="46">
                <c:v>0.4165</c:v>
              </c:pt>
              <c:pt idx="47">
                <c:v>0.40425</c:v>
              </c:pt>
              <c:pt idx="48">
                <c:v>0.392</c:v>
              </c:pt>
              <c:pt idx="49">
                <c:v>0.37975</c:v>
              </c:pt>
              <c:pt idx="50">
                <c:v>0.3675</c:v>
              </c:pt>
              <c:pt idx="51">
                <c:v>0.35525</c:v>
              </c:pt>
              <c:pt idx="52">
                <c:v>0.34299999999999997</c:v>
              </c:pt>
              <c:pt idx="53">
                <c:v>0.33075</c:v>
              </c:pt>
              <c:pt idx="54">
                <c:v>0.3185</c:v>
              </c:pt>
              <c:pt idx="55">
                <c:v>0.30625</c:v>
              </c:pt>
              <c:pt idx="56">
                <c:v>0.294</c:v>
              </c:pt>
              <c:pt idx="57">
                <c:v>0.28175</c:v>
              </c:pt>
              <c:pt idx="58">
                <c:v>0.2695</c:v>
              </c:pt>
              <c:pt idx="59">
                <c:v>0.25725</c:v>
              </c:pt>
              <c:pt idx="60">
                <c:v>0.245</c:v>
              </c:pt>
              <c:pt idx="61">
                <c:v>0.23274999999999998</c:v>
              </c:pt>
              <c:pt idx="62">
                <c:v>0.2205</c:v>
              </c:pt>
              <c:pt idx="63">
                <c:v>0.20825</c:v>
              </c:pt>
              <c:pt idx="64">
                <c:v>0.196</c:v>
              </c:pt>
              <c:pt idx="65">
                <c:v>0.18375</c:v>
              </c:pt>
              <c:pt idx="66">
                <c:v>0.17149999999999999</c:v>
              </c:pt>
              <c:pt idx="67">
                <c:v>0.15925</c:v>
              </c:pt>
              <c:pt idx="68">
                <c:v>0.147</c:v>
              </c:pt>
              <c:pt idx="69">
                <c:v>0.13475</c:v>
              </c:pt>
              <c:pt idx="70">
                <c:v>0.1225</c:v>
              </c:pt>
              <c:pt idx="71">
                <c:v>0.11025</c:v>
              </c:pt>
              <c:pt idx="72">
                <c:v>0.098</c:v>
              </c:pt>
              <c:pt idx="73">
                <c:v>0.08574999999999999</c:v>
              </c:pt>
              <c:pt idx="74">
                <c:v>0.0735</c:v>
              </c:pt>
              <c:pt idx="75">
                <c:v>0.06125</c:v>
              </c:pt>
              <c:pt idx="76">
                <c:v>0.049</c:v>
              </c:pt>
              <c:pt idx="77">
                <c:v>0.03675</c:v>
              </c:pt>
              <c:pt idx="78">
                <c:v>0.0245</c:v>
              </c:pt>
              <c:pt idx="79">
                <c:v>0.01225</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0.012750000000000001</c:v>
              </c:pt>
              <c:pt idx="122">
                <c:v>0.025500000000000002</c:v>
              </c:pt>
              <c:pt idx="123">
                <c:v>0.03825</c:v>
              </c:pt>
              <c:pt idx="124">
                <c:v>0.051000000000000004</c:v>
              </c:pt>
              <c:pt idx="125">
                <c:v>0.06375</c:v>
              </c:pt>
              <c:pt idx="126">
                <c:v>0.0765</c:v>
              </c:pt>
              <c:pt idx="127">
                <c:v>0.08925</c:v>
              </c:pt>
              <c:pt idx="128">
                <c:v>0.10200000000000001</c:v>
              </c:pt>
              <c:pt idx="129">
                <c:v>0.11475</c:v>
              </c:pt>
              <c:pt idx="130">
                <c:v>0.1275</c:v>
              </c:pt>
              <c:pt idx="131">
                <c:v>0.14025</c:v>
              </c:pt>
              <c:pt idx="132">
                <c:v>0.153</c:v>
              </c:pt>
              <c:pt idx="133">
                <c:v>0.16575</c:v>
              </c:pt>
              <c:pt idx="134">
                <c:v>0.1785</c:v>
              </c:pt>
              <c:pt idx="135">
                <c:v>0.19125</c:v>
              </c:pt>
              <c:pt idx="136">
                <c:v>0.20400000000000001</c:v>
              </c:pt>
              <c:pt idx="137">
                <c:v>0.21675</c:v>
              </c:pt>
              <c:pt idx="138">
                <c:v>0.2295</c:v>
              </c:pt>
              <c:pt idx="139">
                <c:v>0.24225</c:v>
              </c:pt>
              <c:pt idx="140">
                <c:v>0.255</c:v>
              </c:pt>
              <c:pt idx="141">
                <c:v>0.26775000000000004</c:v>
              </c:pt>
              <c:pt idx="142">
                <c:v>0.2805</c:v>
              </c:pt>
              <c:pt idx="143">
                <c:v>0.29324999999999996</c:v>
              </c:pt>
              <c:pt idx="144">
                <c:v>0.306</c:v>
              </c:pt>
              <c:pt idx="145">
                <c:v>0.31875</c:v>
              </c:pt>
              <c:pt idx="146">
                <c:v>0.3315</c:v>
              </c:pt>
              <c:pt idx="147">
                <c:v>0.34425000000000006</c:v>
              </c:pt>
              <c:pt idx="148">
                <c:v>0.357</c:v>
              </c:pt>
              <c:pt idx="149">
                <c:v>0.36974999999999997</c:v>
              </c:pt>
              <c:pt idx="150">
                <c:v>0.3825</c:v>
              </c:pt>
              <c:pt idx="151">
                <c:v>0.39525000000000005</c:v>
              </c:pt>
              <c:pt idx="152">
                <c:v>0.40800000000000003</c:v>
              </c:pt>
              <c:pt idx="153">
                <c:v>0.42074999999999996</c:v>
              </c:pt>
              <c:pt idx="154">
                <c:v>0.4335</c:v>
              </c:pt>
              <c:pt idx="155">
                <c:v>0.44625000000000004</c:v>
              </c:pt>
              <c:pt idx="156">
                <c:v>0.459</c:v>
              </c:pt>
              <c:pt idx="157">
                <c:v>0.47175000000000006</c:v>
              </c:pt>
              <c:pt idx="158">
                <c:v>0.4845</c:v>
              </c:pt>
              <c:pt idx="159">
                <c:v>0.49724999999999997</c:v>
              </c:pt>
              <c:pt idx="160">
                <c:v>0.51</c:v>
              </c:pt>
              <c:pt idx="161">
                <c:v>0.49724999999999997</c:v>
              </c:pt>
              <c:pt idx="162">
                <c:v>0.4845</c:v>
              </c:pt>
              <c:pt idx="163">
                <c:v>0.47175000000000006</c:v>
              </c:pt>
              <c:pt idx="164">
                <c:v>0.459</c:v>
              </c:pt>
              <c:pt idx="165">
                <c:v>0.44625000000000004</c:v>
              </c:pt>
              <c:pt idx="166">
                <c:v>0.4335</c:v>
              </c:pt>
              <c:pt idx="167">
                <c:v>0.42074999999999996</c:v>
              </c:pt>
              <c:pt idx="168">
                <c:v>0.40800000000000003</c:v>
              </c:pt>
              <c:pt idx="169">
                <c:v>0.39525000000000005</c:v>
              </c:pt>
              <c:pt idx="170">
                <c:v>0.3825</c:v>
              </c:pt>
              <c:pt idx="171">
                <c:v>0.36974999999999997</c:v>
              </c:pt>
              <c:pt idx="172">
                <c:v>0.357</c:v>
              </c:pt>
              <c:pt idx="173">
                <c:v>0.34425000000000006</c:v>
              </c:pt>
              <c:pt idx="174">
                <c:v>0.3315</c:v>
              </c:pt>
              <c:pt idx="175">
                <c:v>0.31875</c:v>
              </c:pt>
              <c:pt idx="176">
                <c:v>0.306</c:v>
              </c:pt>
              <c:pt idx="177">
                <c:v>0.29324999999999996</c:v>
              </c:pt>
              <c:pt idx="178">
                <c:v>0.2805</c:v>
              </c:pt>
              <c:pt idx="179">
                <c:v>0.26775000000000004</c:v>
              </c:pt>
              <c:pt idx="180">
                <c:v>0.255</c:v>
              </c:pt>
              <c:pt idx="181">
                <c:v>0.24225</c:v>
              </c:pt>
              <c:pt idx="182">
                <c:v>0.2295</c:v>
              </c:pt>
              <c:pt idx="183">
                <c:v>0.21675</c:v>
              </c:pt>
              <c:pt idx="184">
                <c:v>0.20400000000000001</c:v>
              </c:pt>
              <c:pt idx="185">
                <c:v>0.19125</c:v>
              </c:pt>
              <c:pt idx="186">
                <c:v>0.1785</c:v>
              </c:pt>
              <c:pt idx="187">
                <c:v>0.16575</c:v>
              </c:pt>
              <c:pt idx="188">
                <c:v>0.153</c:v>
              </c:pt>
              <c:pt idx="189">
                <c:v>0.14025</c:v>
              </c:pt>
              <c:pt idx="190">
                <c:v>0.1275</c:v>
              </c:pt>
              <c:pt idx="191">
                <c:v>0.11475</c:v>
              </c:pt>
              <c:pt idx="192">
                <c:v>0.10200000000000001</c:v>
              </c:pt>
              <c:pt idx="193">
                <c:v>0.08925</c:v>
              </c:pt>
              <c:pt idx="194">
                <c:v>0.0765</c:v>
              </c:pt>
              <c:pt idx="195">
                <c:v>0.06375</c:v>
              </c:pt>
              <c:pt idx="196">
                <c:v>0.051000000000000004</c:v>
              </c:pt>
              <c:pt idx="197">
                <c:v>0.03825</c:v>
              </c:pt>
              <c:pt idx="198">
                <c:v>0.025500000000000002</c:v>
              </c:pt>
              <c:pt idx="199">
                <c:v>0.012750000000000001</c:v>
              </c:pt>
              <c:pt idx="2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3.xml><?xml version="1.0" encoding="utf-8"?>
<c:chartSpace xmlns:c="http://schemas.openxmlformats.org/drawingml/2006/chart">
  <c:lang val="en-US"/>
  <c:chart>
    <c:plotArea>
      <c:scatterChart>
        <c:ser>
          <c:idx val="0"/>
          <c:order val="0"/>
          <c:tx>
            <c:v>Agregada</c:v>
          </c:tx>
          <c:spPr>
            <a:ln xmlns:a="http://schemas.openxmlformats.org/drawingml/2006/main" w="28575">
              <a:solidFill>
                <a:srgbClr val="2162A0"/>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0.025</c:v>
              </c:pt>
              <c:pt idx="2">
                <c:v>0.05</c:v>
              </c:pt>
              <c:pt idx="3">
                <c:v>0.075</c:v>
              </c:pt>
              <c:pt idx="4">
                <c:v>0.1</c:v>
              </c:pt>
              <c:pt idx="5">
                <c:v>0.125</c:v>
              </c:pt>
              <c:pt idx="6">
                <c:v>0.15</c:v>
              </c:pt>
              <c:pt idx="7">
                <c:v>0.175</c:v>
              </c:pt>
              <c:pt idx="8">
                <c:v>0.2</c:v>
              </c:pt>
              <c:pt idx="9">
                <c:v>0.225</c:v>
              </c:pt>
              <c:pt idx="10">
                <c:v>0.25</c:v>
              </c:pt>
              <c:pt idx="11">
                <c:v>0.275</c:v>
              </c:pt>
              <c:pt idx="12">
                <c:v>0.3</c:v>
              </c:pt>
              <c:pt idx="13">
                <c:v>0.325</c:v>
              </c:pt>
              <c:pt idx="14">
                <c:v>0.35</c:v>
              </c:pt>
              <c:pt idx="15">
                <c:v>0.375</c:v>
              </c:pt>
              <c:pt idx="16">
                <c:v>0.4</c:v>
              </c:pt>
              <c:pt idx="17">
                <c:v>0.425</c:v>
              </c:pt>
              <c:pt idx="18">
                <c:v>0.45</c:v>
              </c:pt>
              <c:pt idx="19">
                <c:v>0.475</c:v>
              </c:pt>
              <c:pt idx="20">
                <c:v>0.5</c:v>
              </c:pt>
              <c:pt idx="21">
                <c:v>0.525</c:v>
              </c:pt>
              <c:pt idx="22">
                <c:v>0.55</c:v>
              </c:pt>
              <c:pt idx="23">
                <c:v>0.575</c:v>
              </c:pt>
              <c:pt idx="24">
                <c:v>0.6</c:v>
              </c:pt>
              <c:pt idx="25">
                <c:v>0.625</c:v>
              </c:pt>
              <c:pt idx="26">
                <c:v>0.65</c:v>
              </c:pt>
              <c:pt idx="27">
                <c:v>0.675</c:v>
              </c:pt>
              <c:pt idx="28">
                <c:v>0.7</c:v>
              </c:pt>
              <c:pt idx="29">
                <c:v>0.725</c:v>
              </c:pt>
              <c:pt idx="30">
                <c:v>0.75</c:v>
              </c:pt>
              <c:pt idx="31">
                <c:v>0.775</c:v>
              </c:pt>
              <c:pt idx="32">
                <c:v>0.8</c:v>
              </c:pt>
              <c:pt idx="33">
                <c:v>0.825</c:v>
              </c:pt>
              <c:pt idx="34">
                <c:v>0.85</c:v>
              </c:pt>
              <c:pt idx="35">
                <c:v>0.875</c:v>
              </c:pt>
              <c:pt idx="36">
                <c:v>0.9</c:v>
              </c:pt>
              <c:pt idx="37">
                <c:v>0.925</c:v>
              </c:pt>
              <c:pt idx="38">
                <c:v>0.95</c:v>
              </c:pt>
              <c:pt idx="39">
                <c:v>0.975</c:v>
              </c:pt>
              <c:pt idx="40">
                <c:v>1</c:v>
              </c:pt>
              <c:pt idx="41">
                <c:v>0.975</c:v>
              </c:pt>
              <c:pt idx="42">
                <c:v>0.95</c:v>
              </c:pt>
              <c:pt idx="43">
                <c:v>0.925</c:v>
              </c:pt>
              <c:pt idx="44">
                <c:v>0.9</c:v>
              </c:pt>
              <c:pt idx="45">
                <c:v>0.875</c:v>
              </c:pt>
              <c:pt idx="46">
                <c:v>0.85</c:v>
              </c:pt>
              <c:pt idx="47">
                <c:v>0.825</c:v>
              </c:pt>
              <c:pt idx="48">
                <c:v>0.8</c:v>
              </c:pt>
              <c:pt idx="49">
                <c:v>0.775</c:v>
              </c:pt>
              <c:pt idx="50">
                <c:v>0.75</c:v>
              </c:pt>
              <c:pt idx="51">
                <c:v>0.725</c:v>
              </c:pt>
              <c:pt idx="52">
                <c:v>0.7</c:v>
              </c:pt>
              <c:pt idx="53">
                <c:v>0.675</c:v>
              </c:pt>
              <c:pt idx="54">
                <c:v>0.65</c:v>
              </c:pt>
              <c:pt idx="55">
                <c:v>0.625</c:v>
              </c:pt>
              <c:pt idx="56">
                <c:v>0.6</c:v>
              </c:pt>
              <c:pt idx="57">
                <c:v>0.575</c:v>
              </c:pt>
              <c:pt idx="58">
                <c:v>0.55</c:v>
              </c:pt>
              <c:pt idx="59">
                <c:v>0.525</c:v>
              </c:pt>
              <c:pt idx="60">
                <c:v>0.5</c:v>
              </c:pt>
              <c:pt idx="61">
                <c:v>0.475</c:v>
              </c:pt>
              <c:pt idx="62">
                <c:v>0.45</c:v>
              </c:pt>
              <c:pt idx="63">
                <c:v>0.425</c:v>
              </c:pt>
              <c:pt idx="64">
                <c:v>0.4</c:v>
              </c:pt>
              <c:pt idx="65">
                <c:v>0.375</c:v>
              </c:pt>
              <c:pt idx="66">
                <c:v>0.35</c:v>
              </c:pt>
              <c:pt idx="67">
                <c:v>0.325</c:v>
              </c:pt>
              <c:pt idx="68">
                <c:v>0.3</c:v>
              </c:pt>
              <c:pt idx="69">
                <c:v>0.275</c:v>
              </c:pt>
              <c:pt idx="70">
                <c:v>0.25</c:v>
              </c:pt>
              <c:pt idx="71">
                <c:v>0.225</c:v>
              </c:pt>
              <c:pt idx="72">
                <c:v>0.2</c:v>
              </c:pt>
              <c:pt idx="73">
                <c:v>0.175</c:v>
              </c:pt>
              <c:pt idx="74">
                <c:v>0.15</c:v>
              </c:pt>
              <c:pt idx="75">
                <c:v>0.125</c:v>
              </c:pt>
              <c:pt idx="76">
                <c:v>0.1</c:v>
              </c:pt>
              <c:pt idx="77">
                <c:v>0.075</c:v>
              </c:pt>
              <c:pt idx="78">
                <c:v>0.05</c:v>
              </c:pt>
              <c:pt idx="79">
                <c:v>0.025</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0.025</c:v>
              </c:pt>
              <c:pt idx="122">
                <c:v>0.05</c:v>
              </c:pt>
              <c:pt idx="123">
                <c:v>0.075</c:v>
              </c:pt>
              <c:pt idx="124">
                <c:v>0.1</c:v>
              </c:pt>
              <c:pt idx="125">
                <c:v>0.125</c:v>
              </c:pt>
              <c:pt idx="126">
                <c:v>0.15</c:v>
              </c:pt>
              <c:pt idx="127">
                <c:v>0.175</c:v>
              </c:pt>
              <c:pt idx="128">
                <c:v>0.2</c:v>
              </c:pt>
              <c:pt idx="129">
                <c:v>0.225</c:v>
              </c:pt>
              <c:pt idx="130">
                <c:v>0.25</c:v>
              </c:pt>
              <c:pt idx="131">
                <c:v>0.275</c:v>
              </c:pt>
              <c:pt idx="132">
                <c:v>0.3</c:v>
              </c:pt>
              <c:pt idx="133">
                <c:v>0.325</c:v>
              </c:pt>
              <c:pt idx="134">
                <c:v>0.35</c:v>
              </c:pt>
              <c:pt idx="135">
                <c:v>0.375</c:v>
              </c:pt>
              <c:pt idx="136">
                <c:v>0.4</c:v>
              </c:pt>
              <c:pt idx="137">
                <c:v>0.425</c:v>
              </c:pt>
              <c:pt idx="138">
                <c:v>0.45</c:v>
              </c:pt>
              <c:pt idx="139">
                <c:v>0.475</c:v>
              </c:pt>
              <c:pt idx="140">
                <c:v>0.5</c:v>
              </c:pt>
              <c:pt idx="141">
                <c:v>0.525</c:v>
              </c:pt>
              <c:pt idx="142">
                <c:v>0.55</c:v>
              </c:pt>
              <c:pt idx="143">
                <c:v>0.575</c:v>
              </c:pt>
              <c:pt idx="144">
                <c:v>0.6</c:v>
              </c:pt>
              <c:pt idx="145">
                <c:v>0.625</c:v>
              </c:pt>
              <c:pt idx="146">
                <c:v>0.65</c:v>
              </c:pt>
              <c:pt idx="147">
                <c:v>0.675</c:v>
              </c:pt>
              <c:pt idx="148">
                <c:v>0.7</c:v>
              </c:pt>
              <c:pt idx="149">
                <c:v>0.725</c:v>
              </c:pt>
              <c:pt idx="150">
                <c:v>0.75</c:v>
              </c:pt>
              <c:pt idx="151">
                <c:v>0.775</c:v>
              </c:pt>
              <c:pt idx="152">
                <c:v>0.8</c:v>
              </c:pt>
              <c:pt idx="153">
                <c:v>0.825</c:v>
              </c:pt>
              <c:pt idx="154">
                <c:v>0.85</c:v>
              </c:pt>
              <c:pt idx="155">
                <c:v>0.875</c:v>
              </c:pt>
              <c:pt idx="156">
                <c:v>0.9</c:v>
              </c:pt>
              <c:pt idx="157">
                <c:v>0.925</c:v>
              </c:pt>
              <c:pt idx="158">
                <c:v>0.95</c:v>
              </c:pt>
              <c:pt idx="159">
                <c:v>0.975</c:v>
              </c:pt>
              <c:pt idx="160">
                <c:v>1</c:v>
              </c:pt>
              <c:pt idx="161">
                <c:v>0.975</c:v>
              </c:pt>
              <c:pt idx="162">
                <c:v>0.95</c:v>
              </c:pt>
              <c:pt idx="163">
                <c:v>0.925</c:v>
              </c:pt>
              <c:pt idx="164">
                <c:v>0.9</c:v>
              </c:pt>
              <c:pt idx="165">
                <c:v>0.875</c:v>
              </c:pt>
              <c:pt idx="166">
                <c:v>0.85</c:v>
              </c:pt>
              <c:pt idx="167">
                <c:v>0.825</c:v>
              </c:pt>
              <c:pt idx="168">
                <c:v>0.8</c:v>
              </c:pt>
              <c:pt idx="169">
                <c:v>0.775</c:v>
              </c:pt>
              <c:pt idx="170">
                <c:v>0.75</c:v>
              </c:pt>
              <c:pt idx="171">
                <c:v>0.725</c:v>
              </c:pt>
              <c:pt idx="172">
                <c:v>0.7</c:v>
              </c:pt>
              <c:pt idx="173">
                <c:v>0.675</c:v>
              </c:pt>
              <c:pt idx="174">
                <c:v>0.65</c:v>
              </c:pt>
              <c:pt idx="175">
                <c:v>0.625</c:v>
              </c:pt>
              <c:pt idx="176">
                <c:v>0.6</c:v>
              </c:pt>
              <c:pt idx="177">
                <c:v>0.575</c:v>
              </c:pt>
              <c:pt idx="178">
                <c:v>0.55</c:v>
              </c:pt>
              <c:pt idx="179">
                <c:v>0.525</c:v>
              </c:pt>
              <c:pt idx="180">
                <c:v>0.5</c:v>
              </c:pt>
              <c:pt idx="181">
                <c:v>0.475</c:v>
              </c:pt>
              <c:pt idx="182">
                <c:v>0.45</c:v>
              </c:pt>
              <c:pt idx="183">
                <c:v>0.425</c:v>
              </c:pt>
              <c:pt idx="184">
                <c:v>0.4</c:v>
              </c:pt>
              <c:pt idx="185">
                <c:v>0.375</c:v>
              </c:pt>
              <c:pt idx="186">
                <c:v>0.35</c:v>
              </c:pt>
              <c:pt idx="187">
                <c:v>0.325</c:v>
              </c:pt>
              <c:pt idx="188">
                <c:v>0.3</c:v>
              </c:pt>
              <c:pt idx="189">
                <c:v>0.275</c:v>
              </c:pt>
              <c:pt idx="190">
                <c:v>0.25</c:v>
              </c:pt>
              <c:pt idx="191">
                <c:v>0.225</c:v>
              </c:pt>
              <c:pt idx="192">
                <c:v>0.2</c:v>
              </c:pt>
              <c:pt idx="193">
                <c:v>0.175</c:v>
              </c:pt>
              <c:pt idx="194">
                <c:v>0.15</c:v>
              </c:pt>
              <c:pt idx="195">
                <c:v>0.125</c:v>
              </c:pt>
              <c:pt idx="196">
                <c:v>0.1</c:v>
              </c:pt>
              <c:pt idx="197">
                <c:v>0.075</c:v>
              </c:pt>
              <c:pt idx="198">
                <c:v>0.05</c:v>
              </c:pt>
              <c:pt idx="199">
                <c:v>0.025</c:v>
              </c:pt>
              <c:pt idx="200">
                <c:v>0</c:v>
              </c:pt>
            </c:numLit>
          </c:yVal>
        </c:ser>
        <c:ser>
          <c:idx val="1"/>
          <c:order val="1"/>
          <c:tx>
            <c:v>Centroide</c:v>
          </c:tx>
          <c:spPr>
            <a:ln xmlns:a="http://schemas.openxmlformats.org/drawingml/2006/main" w="28575">
              <a:solidFill>
                <a:srgbClr val="D96B18"/>
              </a:solidFill>
            </a:ln>
          </c:spPr>
          <c:marker>
            <c:symbol val="none"/>
            <c:size val="5"/>
          </c:marker>
          <c:xVal>
            <c:numLit>
              <c:formatCode>General</c:formatCode>
              <c:ptCount val="2"/>
              <c:pt idx="0">
                <c:v>50</c:v>
              </c:pt>
              <c:pt idx="1">
                <c:v>50</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4.xml><?xml version="1.0" encoding="utf-8"?>
<c:chartSpace xmlns:c="http://schemas.openxmlformats.org/drawingml/2006/chart">
  <c:lang val="en-US"/>
  <c:chart>
    <c:plotArea>
      <c:scatterChart>
        <c:ser>
          <c:idx val="0"/>
          <c:order val="0"/>
          <c:tx>
            <c:v>Estrecha</c:v>
          </c:tx>
          <c:spPr>
            <a:ln xmlns:a="http://schemas.openxmlformats.org/drawingml/2006/main" w="28575">
              <a:solidFill>
                <a:srgbClr val="2162A0"/>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0.04000000000000001</c:v>
              </c:pt>
              <c:pt idx="22">
                <c:v>0.08000000000000002</c:v>
              </c:pt>
              <c:pt idx="23">
                <c:v>0.12</c:v>
              </c:pt>
              <c:pt idx="24">
                <c:v>0.16000000000000003</c:v>
              </c:pt>
              <c:pt idx="25">
                <c:v>0.2</c:v>
              </c:pt>
              <c:pt idx="26">
                <c:v>0.24</c:v>
              </c:pt>
              <c:pt idx="27">
                <c:v>0.27999999999999997</c:v>
              </c:pt>
              <c:pt idx="28">
                <c:v>0.32000000000000006</c:v>
              </c:pt>
              <c:pt idx="29">
                <c:v>0.36000000000000004</c:v>
              </c:pt>
              <c:pt idx="30">
                <c:v>0.4</c:v>
              </c:pt>
              <c:pt idx="31">
                <c:v>0.44000000000000006</c:v>
              </c:pt>
              <c:pt idx="32">
                <c:v>0.48</c:v>
              </c:pt>
              <c:pt idx="33">
                <c:v>0.52</c:v>
              </c:pt>
              <c:pt idx="34">
                <c:v>0.5599999999999999</c:v>
              </c:pt>
              <c:pt idx="35">
                <c:v>0.6000000000000001</c:v>
              </c:pt>
              <c:pt idx="36">
                <c:v>0.6400000000000001</c:v>
              </c:pt>
              <c:pt idx="37">
                <c:v>0.68</c:v>
              </c:pt>
              <c:pt idx="38">
                <c:v>0.7200000000000001</c:v>
              </c:pt>
              <c:pt idx="39">
                <c:v>0.76</c:v>
              </c:pt>
              <c:pt idx="40">
                <c:v>0.8</c:v>
              </c:pt>
              <c:pt idx="41">
                <c:v>0.76</c:v>
              </c:pt>
              <c:pt idx="42">
                <c:v>0.7200000000000001</c:v>
              </c:pt>
              <c:pt idx="43">
                <c:v>0.68</c:v>
              </c:pt>
              <c:pt idx="44">
                <c:v>0.6400000000000001</c:v>
              </c:pt>
              <c:pt idx="45">
                <c:v>0.6000000000000001</c:v>
              </c:pt>
              <c:pt idx="46">
                <c:v>0.5599999999999999</c:v>
              </c:pt>
              <c:pt idx="47">
                <c:v>0.52</c:v>
              </c:pt>
              <c:pt idx="48">
                <c:v>0.48</c:v>
              </c:pt>
              <c:pt idx="49">
                <c:v>0.44000000000000006</c:v>
              </c:pt>
              <c:pt idx="50">
                <c:v>0.4</c:v>
              </c:pt>
              <c:pt idx="51">
                <c:v>0.36000000000000004</c:v>
              </c:pt>
              <c:pt idx="52">
                <c:v>0.32000000000000006</c:v>
              </c:pt>
              <c:pt idx="53">
                <c:v>0.27999999999999997</c:v>
              </c:pt>
              <c:pt idx="54">
                <c:v>0.24</c:v>
              </c:pt>
              <c:pt idx="55">
                <c:v>0.2</c:v>
              </c:pt>
              <c:pt idx="56">
                <c:v>0.16000000000000003</c:v>
              </c:pt>
              <c:pt idx="57">
                <c:v>0.12</c:v>
              </c:pt>
              <c:pt idx="58">
                <c:v>0.08000000000000002</c:v>
              </c:pt>
              <c:pt idx="59">
                <c:v>0.04000000000000001</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pt idx="121">
                <c:v>0</c:v>
              </c:pt>
              <c:pt idx="122">
                <c:v>0</c:v>
              </c:pt>
              <c:pt idx="123">
                <c:v>0</c:v>
              </c:pt>
              <c:pt idx="124">
                <c:v>0</c:v>
              </c:pt>
              <c:pt idx="125">
                <c:v>0</c:v>
              </c:pt>
              <c:pt idx="126">
                <c:v>0</c:v>
              </c:pt>
              <c:pt idx="127">
                <c:v>0</c:v>
              </c:pt>
              <c:pt idx="128">
                <c:v>0</c:v>
              </c:pt>
              <c:pt idx="129">
                <c:v>0</c:v>
              </c:pt>
              <c:pt idx="130">
                <c:v>0</c:v>
              </c:pt>
              <c:pt idx="131">
                <c:v>0</c:v>
              </c:pt>
              <c:pt idx="132">
                <c:v>0</c:v>
              </c:pt>
              <c:pt idx="133">
                <c:v>0</c:v>
              </c:pt>
              <c:pt idx="134">
                <c:v>0</c:v>
              </c:pt>
              <c:pt idx="135">
                <c:v>0</c:v>
              </c:pt>
              <c:pt idx="136">
                <c:v>0</c:v>
              </c:pt>
              <c:pt idx="137">
                <c:v>0</c:v>
              </c:pt>
              <c:pt idx="138">
                <c:v>0</c:v>
              </c:pt>
              <c:pt idx="139">
                <c:v>0</c:v>
              </c:pt>
              <c:pt idx="140">
                <c:v>0</c:v>
              </c:pt>
              <c:pt idx="141">
                <c:v>0</c:v>
              </c:pt>
              <c:pt idx="142">
                <c:v>0</c:v>
              </c:pt>
              <c:pt idx="143">
                <c:v>0</c:v>
              </c:pt>
              <c:pt idx="144">
                <c:v>0</c:v>
              </c:pt>
              <c:pt idx="145">
                <c:v>0</c:v>
              </c:pt>
              <c:pt idx="146">
                <c:v>0</c:v>
              </c:pt>
              <c:pt idx="147">
                <c:v>0</c:v>
              </c:pt>
              <c:pt idx="148">
                <c:v>0</c:v>
              </c:pt>
              <c:pt idx="149">
                <c:v>0</c:v>
              </c:pt>
              <c:pt idx="150">
                <c:v>0</c:v>
              </c:pt>
              <c:pt idx="151">
                <c:v>0</c:v>
              </c:pt>
              <c:pt idx="152">
                <c:v>0</c:v>
              </c:pt>
              <c:pt idx="153">
                <c:v>0</c:v>
              </c:pt>
              <c:pt idx="154">
                <c:v>0</c:v>
              </c:pt>
              <c:pt idx="155">
                <c:v>0</c:v>
              </c:pt>
              <c:pt idx="156">
                <c:v>0</c:v>
              </c:pt>
              <c:pt idx="157">
                <c:v>0</c:v>
              </c:pt>
              <c:pt idx="158">
                <c:v>0</c:v>
              </c:pt>
              <c:pt idx="159">
                <c:v>0</c:v>
              </c:pt>
              <c:pt idx="160">
                <c:v>0</c:v>
              </c:pt>
              <c:pt idx="161">
                <c:v>0</c:v>
              </c:pt>
              <c:pt idx="162">
                <c:v>0</c:v>
              </c:pt>
              <c:pt idx="163">
                <c:v>0</c:v>
              </c:pt>
              <c:pt idx="164">
                <c:v>0</c:v>
              </c:pt>
              <c:pt idx="165">
                <c:v>0</c:v>
              </c:pt>
              <c:pt idx="166">
                <c:v>0</c:v>
              </c:pt>
              <c:pt idx="167">
                <c:v>0</c:v>
              </c:pt>
              <c:pt idx="168">
                <c:v>0</c:v>
              </c:pt>
              <c:pt idx="169">
                <c:v>0</c:v>
              </c:pt>
              <c:pt idx="170">
                <c:v>0</c:v>
              </c:pt>
              <c:pt idx="171">
                <c:v>0</c:v>
              </c:pt>
              <c:pt idx="172">
                <c:v>0</c:v>
              </c:pt>
              <c:pt idx="173">
                <c:v>0</c:v>
              </c:pt>
              <c:pt idx="174">
                <c:v>0</c:v>
              </c:pt>
              <c:pt idx="175">
                <c:v>0</c:v>
              </c:pt>
              <c:pt idx="176">
                <c:v>0</c:v>
              </c:pt>
              <c:pt idx="177">
                <c:v>0</c:v>
              </c:pt>
              <c:pt idx="178">
                <c:v>0</c:v>
              </c:pt>
              <c:pt idx="179">
                <c:v>0</c:v>
              </c:pt>
              <c:pt idx="180">
                <c:v>0</c:v>
              </c:pt>
              <c:pt idx="181">
                <c:v>0</c:v>
              </c:pt>
              <c:pt idx="182">
                <c:v>0</c:v>
              </c:pt>
              <c:pt idx="183">
                <c:v>0</c:v>
              </c:pt>
              <c:pt idx="184">
                <c:v>0</c:v>
              </c:pt>
              <c:pt idx="185">
                <c:v>0</c:v>
              </c:pt>
              <c:pt idx="186">
                <c:v>0</c:v>
              </c:pt>
              <c:pt idx="187">
                <c:v>0</c:v>
              </c:pt>
              <c:pt idx="188">
                <c:v>0</c:v>
              </c:pt>
              <c:pt idx="189">
                <c:v>0</c:v>
              </c:pt>
              <c:pt idx="190">
                <c:v>0</c:v>
              </c:pt>
              <c:pt idx="191">
                <c:v>0</c:v>
              </c:pt>
              <c:pt idx="192">
                <c:v>0</c:v>
              </c:pt>
              <c:pt idx="193">
                <c:v>0</c:v>
              </c:pt>
              <c:pt idx="194">
                <c:v>0</c:v>
              </c:pt>
              <c:pt idx="195">
                <c:v>0</c:v>
              </c:pt>
              <c:pt idx="196">
                <c:v>0</c:v>
              </c:pt>
              <c:pt idx="197">
                <c:v>0</c:v>
              </c:pt>
              <c:pt idx="198">
                <c:v>0</c:v>
              </c:pt>
              <c:pt idx="199">
                <c:v>0</c:v>
              </c:pt>
              <c:pt idx="200">
                <c:v>0</c:v>
              </c:pt>
            </c:numLit>
          </c:yVal>
        </c:ser>
        <c:ser>
          <c:idx val="1"/>
          <c:order val="1"/>
          <c:tx>
            <c:v>Ancha</c:v>
          </c:tx>
          <c:spPr>
            <a:ln xmlns:a="http://schemas.openxmlformats.org/drawingml/2006/main" w="28575">
              <a:solidFill>
                <a:srgbClr val="D96B18"/>
              </a:solidFill>
            </a:ln>
          </c:spPr>
          <c:marker>
            <c:symbol val="none"/>
            <c:size val="5"/>
          </c:marker>
          <c:xVal>
            <c:numLit>
              <c:formatCode>General</c:formatCode>
              <c:ptCount val="20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pt idx="121">
                <c:v>60.5</c:v>
              </c:pt>
              <c:pt idx="122">
                <c:v>61</c:v>
              </c:pt>
              <c:pt idx="123">
                <c:v>61.5</c:v>
              </c:pt>
              <c:pt idx="124">
                <c:v>62</c:v>
              </c:pt>
              <c:pt idx="125">
                <c:v>62.5</c:v>
              </c:pt>
              <c:pt idx="126">
                <c:v>63</c:v>
              </c:pt>
              <c:pt idx="127">
                <c:v>63.5</c:v>
              </c:pt>
              <c:pt idx="128">
                <c:v>64</c:v>
              </c:pt>
              <c:pt idx="129">
                <c:v>64.5</c:v>
              </c:pt>
              <c:pt idx="130">
                <c:v>65</c:v>
              </c:pt>
              <c:pt idx="131">
                <c:v>65.5</c:v>
              </c:pt>
              <c:pt idx="132">
                <c:v>66</c:v>
              </c:pt>
              <c:pt idx="133">
                <c:v>66.5</c:v>
              </c:pt>
              <c:pt idx="134">
                <c:v>67</c:v>
              </c:pt>
              <c:pt idx="135">
                <c:v>67.5</c:v>
              </c:pt>
              <c:pt idx="136">
                <c:v>68</c:v>
              </c:pt>
              <c:pt idx="137">
                <c:v>68.5</c:v>
              </c:pt>
              <c:pt idx="138">
                <c:v>69</c:v>
              </c:pt>
              <c:pt idx="139">
                <c:v>69.5</c:v>
              </c:pt>
              <c:pt idx="140">
                <c:v>70</c:v>
              </c:pt>
              <c:pt idx="141">
                <c:v>70.5</c:v>
              </c:pt>
              <c:pt idx="142">
                <c:v>71</c:v>
              </c:pt>
              <c:pt idx="143">
                <c:v>71.5</c:v>
              </c:pt>
              <c:pt idx="144">
                <c:v>72</c:v>
              </c:pt>
              <c:pt idx="145">
                <c:v>72.5</c:v>
              </c:pt>
              <c:pt idx="146">
                <c:v>73</c:v>
              </c:pt>
              <c:pt idx="147">
                <c:v>73.5</c:v>
              </c:pt>
              <c:pt idx="148">
                <c:v>74</c:v>
              </c:pt>
              <c:pt idx="149">
                <c:v>74.5</c:v>
              </c:pt>
              <c:pt idx="150">
                <c:v>75</c:v>
              </c:pt>
              <c:pt idx="151">
                <c:v>75.5</c:v>
              </c:pt>
              <c:pt idx="152">
                <c:v>76</c:v>
              </c:pt>
              <c:pt idx="153">
                <c:v>76.5</c:v>
              </c:pt>
              <c:pt idx="154">
                <c:v>77</c:v>
              </c:pt>
              <c:pt idx="155">
                <c:v>77.5</c:v>
              </c:pt>
              <c:pt idx="156">
                <c:v>78</c:v>
              </c:pt>
              <c:pt idx="157">
                <c:v>78.5</c:v>
              </c:pt>
              <c:pt idx="158">
                <c:v>79</c:v>
              </c:pt>
              <c:pt idx="159">
                <c:v>79.5</c:v>
              </c:pt>
              <c:pt idx="160">
                <c:v>80</c:v>
              </c:pt>
              <c:pt idx="161">
                <c:v>80.5</c:v>
              </c:pt>
              <c:pt idx="162">
                <c:v>81</c:v>
              </c:pt>
              <c:pt idx="163">
                <c:v>81.5</c:v>
              </c:pt>
              <c:pt idx="164">
                <c:v>82</c:v>
              </c:pt>
              <c:pt idx="165">
                <c:v>82.5</c:v>
              </c:pt>
              <c:pt idx="166">
                <c:v>83</c:v>
              </c:pt>
              <c:pt idx="167">
                <c:v>83.5</c:v>
              </c:pt>
              <c:pt idx="168">
                <c:v>84</c:v>
              </c:pt>
              <c:pt idx="169">
                <c:v>84.5</c:v>
              </c:pt>
              <c:pt idx="170">
                <c:v>85</c:v>
              </c:pt>
              <c:pt idx="171">
                <c:v>85.5</c:v>
              </c:pt>
              <c:pt idx="172">
                <c:v>86</c:v>
              </c:pt>
              <c:pt idx="173">
                <c:v>86.5</c:v>
              </c:pt>
              <c:pt idx="174">
                <c:v>87</c:v>
              </c:pt>
              <c:pt idx="175">
                <c:v>87.5</c:v>
              </c:pt>
              <c:pt idx="176">
                <c:v>88</c:v>
              </c:pt>
              <c:pt idx="177">
                <c:v>88.5</c:v>
              </c:pt>
              <c:pt idx="178">
                <c:v>89</c:v>
              </c:pt>
              <c:pt idx="179">
                <c:v>89.5</c:v>
              </c:pt>
              <c:pt idx="180">
                <c:v>90</c:v>
              </c:pt>
              <c:pt idx="181">
                <c:v>90.5</c:v>
              </c:pt>
              <c:pt idx="182">
                <c:v>91</c:v>
              </c:pt>
              <c:pt idx="183">
                <c:v>91.5</c:v>
              </c:pt>
              <c:pt idx="184">
                <c:v>92</c:v>
              </c:pt>
              <c:pt idx="185">
                <c:v>92.5</c:v>
              </c:pt>
              <c:pt idx="186">
                <c:v>93</c:v>
              </c:pt>
              <c:pt idx="187">
                <c:v>93.5</c:v>
              </c:pt>
              <c:pt idx="188">
                <c:v>94</c:v>
              </c:pt>
              <c:pt idx="189">
                <c:v>94.5</c:v>
              </c:pt>
              <c:pt idx="190">
                <c:v>95</c:v>
              </c:pt>
              <c:pt idx="191">
                <c:v>95.5</c:v>
              </c:pt>
              <c:pt idx="192">
                <c:v>96</c:v>
              </c:pt>
              <c:pt idx="193">
                <c:v>96.5</c:v>
              </c:pt>
              <c:pt idx="194">
                <c:v>97</c:v>
              </c:pt>
              <c:pt idx="195">
                <c:v>97.5</c:v>
              </c:pt>
              <c:pt idx="196">
                <c:v>98</c:v>
              </c:pt>
              <c:pt idx="197">
                <c:v>98.5</c:v>
              </c:pt>
              <c:pt idx="198">
                <c:v>99</c:v>
              </c:pt>
              <c:pt idx="199">
                <c:v>99.5</c:v>
              </c:pt>
              <c:pt idx="200">
                <c:v>100</c:v>
              </c:pt>
            </c:numLit>
          </c:xVal>
          <c:yVal>
            <c:numLit>
              <c:formatCode>General</c:formatCode>
              <c:ptCount val="2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0.013333333333333334</c:v>
              </c:pt>
              <c:pt idx="82">
                <c:v>0.02666666666666667</c:v>
              </c:pt>
              <c:pt idx="83">
                <c:v>0.04000000000000001</c:v>
              </c:pt>
              <c:pt idx="84">
                <c:v>0.05333333333333334</c:v>
              </c:pt>
              <c:pt idx="85">
                <c:v>0.06666666666666667</c:v>
              </c:pt>
              <c:pt idx="86">
                <c:v>0.08000000000000002</c:v>
              </c:pt>
              <c:pt idx="87">
                <c:v>0.09333333333333334</c:v>
              </c:pt>
              <c:pt idx="88">
                <c:v>0.10666666666666667</c:v>
              </c:pt>
              <c:pt idx="89">
                <c:v>0.12</c:v>
              </c:pt>
              <c:pt idx="90">
                <c:v>0.13333333333333333</c:v>
              </c:pt>
              <c:pt idx="91">
                <c:v>0.14666666666666667</c:v>
              </c:pt>
              <c:pt idx="92">
                <c:v>0.16000000000000003</c:v>
              </c:pt>
              <c:pt idx="93">
                <c:v>0.17333333333333334</c:v>
              </c:pt>
              <c:pt idx="94">
                <c:v>0.18666666666666668</c:v>
              </c:pt>
              <c:pt idx="95">
                <c:v>0.2</c:v>
              </c:pt>
              <c:pt idx="96">
                <c:v>0.21333333333333335</c:v>
              </c:pt>
              <c:pt idx="97">
                <c:v>0.22666666666666668</c:v>
              </c:pt>
              <c:pt idx="98">
                <c:v>0.24</c:v>
              </c:pt>
              <c:pt idx="99">
                <c:v>0.25333333333333335</c:v>
              </c:pt>
              <c:pt idx="100">
                <c:v>0.26666666666666666</c:v>
              </c:pt>
              <c:pt idx="101">
                <c:v>0.27999999999999997</c:v>
              </c:pt>
              <c:pt idx="102">
                <c:v>0.29333333333333333</c:v>
              </c:pt>
              <c:pt idx="103">
                <c:v>0.3066666666666667</c:v>
              </c:pt>
              <c:pt idx="104">
                <c:v>0.32000000000000006</c:v>
              </c:pt>
              <c:pt idx="105">
                <c:v>0.33333333333333337</c:v>
              </c:pt>
              <c:pt idx="106">
                <c:v>0.3466666666666667</c:v>
              </c:pt>
              <c:pt idx="107">
                <c:v>0.36000000000000004</c:v>
              </c:pt>
              <c:pt idx="108">
                <c:v>0.37333333333333335</c:v>
              </c:pt>
              <c:pt idx="109">
                <c:v>0.3866666666666667</c:v>
              </c:pt>
              <c:pt idx="110">
                <c:v>0.4</c:v>
              </c:pt>
              <c:pt idx="111">
                <c:v>0.4133333333333334</c:v>
              </c:pt>
              <c:pt idx="112">
                <c:v>0.4266666666666667</c:v>
              </c:pt>
              <c:pt idx="113">
                <c:v>0.44000000000000006</c:v>
              </c:pt>
              <c:pt idx="114">
                <c:v>0.45333333333333337</c:v>
              </c:pt>
              <c:pt idx="115">
                <c:v>0.46666666666666673</c:v>
              </c:pt>
              <c:pt idx="116">
                <c:v>0.48</c:v>
              </c:pt>
              <c:pt idx="117">
                <c:v>0.4933333333333334</c:v>
              </c:pt>
              <c:pt idx="118">
                <c:v>0.5066666666666667</c:v>
              </c:pt>
              <c:pt idx="119">
                <c:v>0.52</c:v>
              </c:pt>
              <c:pt idx="120">
                <c:v>0.5333333333333333</c:v>
              </c:pt>
              <c:pt idx="121">
                <c:v>0.5466666666666667</c:v>
              </c:pt>
              <c:pt idx="122">
                <c:v>0.5599999999999999</c:v>
              </c:pt>
              <c:pt idx="123">
                <c:v>0.5733333333333334</c:v>
              </c:pt>
              <c:pt idx="124">
                <c:v>0.5866666666666667</c:v>
              </c:pt>
              <c:pt idx="125">
                <c:v>0.6000000000000001</c:v>
              </c:pt>
              <c:pt idx="126">
                <c:v>0.6133333333333334</c:v>
              </c:pt>
              <c:pt idx="127">
                <c:v>0.6266666666666667</c:v>
              </c:pt>
              <c:pt idx="128">
                <c:v>0.6400000000000001</c:v>
              </c:pt>
              <c:pt idx="129">
                <c:v>0.6533333333333333</c:v>
              </c:pt>
              <c:pt idx="130">
                <c:v>0.6666666666666667</c:v>
              </c:pt>
              <c:pt idx="131">
                <c:v>0.68</c:v>
              </c:pt>
              <c:pt idx="132">
                <c:v>0.6933333333333334</c:v>
              </c:pt>
              <c:pt idx="133">
                <c:v>0.7066666666666667</c:v>
              </c:pt>
              <c:pt idx="134">
                <c:v>0.7200000000000001</c:v>
              </c:pt>
              <c:pt idx="135">
                <c:v>0.7333333333333334</c:v>
              </c:pt>
              <c:pt idx="136">
                <c:v>0.7466666666666667</c:v>
              </c:pt>
              <c:pt idx="137">
                <c:v>0.76</c:v>
              </c:pt>
              <c:pt idx="138">
                <c:v>0.7733333333333334</c:v>
              </c:pt>
              <c:pt idx="139">
                <c:v>0.7866666666666666</c:v>
              </c:pt>
              <c:pt idx="140">
                <c:v>0.8</c:v>
              </c:pt>
              <c:pt idx="141">
                <c:v>0.7866666666666666</c:v>
              </c:pt>
              <c:pt idx="142">
                <c:v>0.7733333333333334</c:v>
              </c:pt>
              <c:pt idx="143">
                <c:v>0.76</c:v>
              </c:pt>
              <c:pt idx="144">
                <c:v>0.7466666666666667</c:v>
              </c:pt>
              <c:pt idx="145">
                <c:v>0.7333333333333334</c:v>
              </c:pt>
              <c:pt idx="146">
                <c:v>0.7200000000000001</c:v>
              </c:pt>
              <c:pt idx="147">
                <c:v>0.7066666666666667</c:v>
              </c:pt>
              <c:pt idx="148">
                <c:v>0.6933333333333334</c:v>
              </c:pt>
              <c:pt idx="149">
                <c:v>0.68</c:v>
              </c:pt>
              <c:pt idx="150">
                <c:v>0.6666666666666667</c:v>
              </c:pt>
              <c:pt idx="151">
                <c:v>0.6533333333333333</c:v>
              </c:pt>
              <c:pt idx="152">
                <c:v>0.6400000000000001</c:v>
              </c:pt>
              <c:pt idx="153">
                <c:v>0.6266666666666667</c:v>
              </c:pt>
              <c:pt idx="154">
                <c:v>0.6133333333333334</c:v>
              </c:pt>
              <c:pt idx="155">
                <c:v>0.6000000000000001</c:v>
              </c:pt>
              <c:pt idx="156">
                <c:v>0.5866666666666667</c:v>
              </c:pt>
              <c:pt idx="157">
                <c:v>0.5733333333333334</c:v>
              </c:pt>
              <c:pt idx="158">
                <c:v>0.5599999999999999</c:v>
              </c:pt>
              <c:pt idx="159">
                <c:v>0.5466666666666667</c:v>
              </c:pt>
              <c:pt idx="160">
                <c:v>0.5333333333333333</c:v>
              </c:pt>
              <c:pt idx="161">
                <c:v>0.52</c:v>
              </c:pt>
              <c:pt idx="162">
                <c:v>0.5066666666666667</c:v>
              </c:pt>
              <c:pt idx="163">
                <c:v>0.4933333333333334</c:v>
              </c:pt>
              <c:pt idx="164">
                <c:v>0.48</c:v>
              </c:pt>
              <c:pt idx="165">
                <c:v>0.46666666666666673</c:v>
              </c:pt>
              <c:pt idx="166">
                <c:v>0.45333333333333337</c:v>
              </c:pt>
              <c:pt idx="167">
                <c:v>0.44000000000000006</c:v>
              </c:pt>
              <c:pt idx="168">
                <c:v>0.4266666666666667</c:v>
              </c:pt>
              <c:pt idx="169">
                <c:v>0.4133333333333334</c:v>
              </c:pt>
              <c:pt idx="170">
                <c:v>0.4</c:v>
              </c:pt>
              <c:pt idx="171">
                <c:v>0.3866666666666667</c:v>
              </c:pt>
              <c:pt idx="172">
                <c:v>0.37333333333333335</c:v>
              </c:pt>
              <c:pt idx="173">
                <c:v>0.36000000000000004</c:v>
              </c:pt>
              <c:pt idx="174">
                <c:v>0.3466666666666667</c:v>
              </c:pt>
              <c:pt idx="175">
                <c:v>0.33333333333333337</c:v>
              </c:pt>
              <c:pt idx="176">
                <c:v>0.32000000000000006</c:v>
              </c:pt>
              <c:pt idx="177">
                <c:v>0.3066666666666667</c:v>
              </c:pt>
              <c:pt idx="178">
                <c:v>0.29333333333333333</c:v>
              </c:pt>
              <c:pt idx="179">
                <c:v>0.27999999999999997</c:v>
              </c:pt>
              <c:pt idx="180">
                <c:v>0.26666666666666666</c:v>
              </c:pt>
              <c:pt idx="181">
                <c:v>0.25333333333333335</c:v>
              </c:pt>
              <c:pt idx="182">
                <c:v>0.24</c:v>
              </c:pt>
              <c:pt idx="183">
                <c:v>0.22666666666666668</c:v>
              </c:pt>
              <c:pt idx="184">
                <c:v>0.21333333333333335</c:v>
              </c:pt>
              <c:pt idx="185">
                <c:v>0.2</c:v>
              </c:pt>
              <c:pt idx="186">
                <c:v>0.18666666666666668</c:v>
              </c:pt>
              <c:pt idx="187">
                <c:v>0.17333333333333334</c:v>
              </c:pt>
              <c:pt idx="188">
                <c:v>0.16000000000000003</c:v>
              </c:pt>
              <c:pt idx="189">
                <c:v>0.14666666666666667</c:v>
              </c:pt>
              <c:pt idx="190">
                <c:v>0.13333333333333333</c:v>
              </c:pt>
              <c:pt idx="191">
                <c:v>0.12</c:v>
              </c:pt>
              <c:pt idx="192">
                <c:v>0.10666666666666667</c:v>
              </c:pt>
              <c:pt idx="193">
                <c:v>0.09333333333333334</c:v>
              </c:pt>
              <c:pt idx="194">
                <c:v>0.08000000000000002</c:v>
              </c:pt>
              <c:pt idx="195">
                <c:v>0.06666666666666667</c:v>
              </c:pt>
              <c:pt idx="196">
                <c:v>0.05333333333333334</c:v>
              </c:pt>
              <c:pt idx="197">
                <c:v>0.04000000000000001</c:v>
              </c:pt>
              <c:pt idx="198">
                <c:v>0.02666666666666667</c:v>
              </c:pt>
              <c:pt idx="199">
                <c:v>0.013333333333333334</c:v>
              </c:pt>
              <c:pt idx="200">
                <c:v>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5.xml><?xml version="1.0" encoding="utf-8"?>
<c:chartSpace xmlns:c="http://schemas.openxmlformats.org/drawingml/2006/chart">
  <c:lang val="en-US"/>
  <c:chart>
    <c:plotArea>
      <c:scatterChart>
        <c:ser>
          <c:idx val="0"/>
          <c:order val="0"/>
          <c:tx>
            <c:v>Salida agregada</c:v>
          </c:tx>
          <c:spPr>
            <a:ln xmlns:a="http://schemas.openxmlformats.org/drawingml/2006/main" w="28575">
              <a:solidFill>
                <a:srgbClr val="2162A0"/>
              </a:solidFill>
            </a:ln>
          </c:spPr>
          <c:marker>
            <c:symbol val="none"/>
            <c:size val="5"/>
          </c:marker>
          <c:xVal>
            <c:numLit>
              <c:formatCode>General</c:formatCode>
              <c:ptCount val="101"/>
              <c:pt idx="0">
                <c:v>0</c:v>
              </c:pt>
              <c:pt idx="1">
                <c:v>1</c:v>
              </c:pt>
              <c:pt idx="2">
                <c:v>2</c:v>
              </c:pt>
              <c:pt idx="3">
                <c:v>3</c:v>
              </c:pt>
              <c:pt idx="4">
                <c:v>4</c:v>
              </c:pt>
              <c:pt idx="5">
                <c:v>5</c:v>
              </c:pt>
              <c:pt idx="6">
                <c:v>6</c:v>
              </c:pt>
              <c:pt idx="7">
                <c:v>7</c:v>
              </c:pt>
              <c:pt idx="8">
                <c:v>8</c:v>
              </c:pt>
              <c:pt idx="9">
                <c:v>9</c:v>
              </c:pt>
              <c:pt idx="10">
                <c:v>10</c:v>
              </c:pt>
              <c:pt idx="11">
                <c:v>11</c:v>
              </c:pt>
              <c:pt idx="12">
                <c:v>12</c:v>
              </c:pt>
              <c:pt idx="13">
                <c:v>13</c:v>
              </c:pt>
              <c:pt idx="14">
                <c:v>14</c:v>
              </c:pt>
              <c:pt idx="15">
                <c:v>15</c:v>
              </c:pt>
              <c:pt idx="16">
                <c:v>16</c:v>
              </c:pt>
              <c:pt idx="17">
                <c:v>17</c:v>
              </c:pt>
              <c:pt idx="18">
                <c:v>18</c:v>
              </c:pt>
              <c:pt idx="19">
                <c:v>19</c:v>
              </c:pt>
              <c:pt idx="20">
                <c:v>20</c:v>
              </c:pt>
              <c:pt idx="21">
                <c:v>21</c:v>
              </c:pt>
              <c:pt idx="22">
                <c:v>22</c:v>
              </c:pt>
              <c:pt idx="23">
                <c:v>23</c:v>
              </c:pt>
              <c:pt idx="24">
                <c:v>24</c:v>
              </c:pt>
              <c:pt idx="25">
                <c:v>25</c:v>
              </c:pt>
              <c:pt idx="26">
                <c:v>26</c:v>
              </c:pt>
              <c:pt idx="27">
                <c:v>27</c:v>
              </c:pt>
              <c:pt idx="28">
                <c:v>28</c:v>
              </c:pt>
              <c:pt idx="29">
                <c:v>29</c:v>
              </c:pt>
              <c:pt idx="30">
                <c:v>30</c:v>
              </c:pt>
              <c:pt idx="31">
                <c:v>31</c:v>
              </c:pt>
              <c:pt idx="32">
                <c:v>32</c:v>
              </c:pt>
              <c:pt idx="33">
                <c:v>33</c:v>
              </c:pt>
              <c:pt idx="34">
                <c:v>34</c:v>
              </c:pt>
              <c:pt idx="35">
                <c:v>35</c:v>
              </c:pt>
              <c:pt idx="36">
                <c:v>36</c:v>
              </c:pt>
              <c:pt idx="37">
                <c:v>37</c:v>
              </c:pt>
              <c:pt idx="38">
                <c:v>38</c:v>
              </c:pt>
              <c:pt idx="39">
                <c:v>39</c:v>
              </c:pt>
              <c:pt idx="40">
                <c:v>40</c:v>
              </c:pt>
              <c:pt idx="41">
                <c:v>41</c:v>
              </c:pt>
              <c:pt idx="42">
                <c:v>42</c:v>
              </c:pt>
              <c:pt idx="43">
                <c:v>43</c:v>
              </c:pt>
              <c:pt idx="44">
                <c:v>44</c:v>
              </c:pt>
              <c:pt idx="45">
                <c:v>45</c:v>
              </c:pt>
              <c:pt idx="46">
                <c:v>46</c:v>
              </c:pt>
              <c:pt idx="47">
                <c:v>47</c:v>
              </c:pt>
              <c:pt idx="48">
                <c:v>48</c:v>
              </c:pt>
              <c:pt idx="49">
                <c:v>49</c:v>
              </c:pt>
              <c:pt idx="50">
                <c:v>50</c:v>
              </c:pt>
              <c:pt idx="51">
                <c:v>51</c:v>
              </c:pt>
              <c:pt idx="52">
                <c:v>52</c:v>
              </c:pt>
              <c:pt idx="53">
                <c:v>53</c:v>
              </c:pt>
              <c:pt idx="54">
                <c:v>54</c:v>
              </c:pt>
              <c:pt idx="55">
                <c:v>55</c:v>
              </c:pt>
              <c:pt idx="56">
                <c:v>56</c:v>
              </c:pt>
              <c:pt idx="57">
                <c:v>57</c:v>
              </c:pt>
              <c:pt idx="58">
                <c:v>58</c:v>
              </c:pt>
              <c:pt idx="59">
                <c:v>59</c:v>
              </c:pt>
              <c:pt idx="60">
                <c:v>60</c:v>
              </c:pt>
              <c:pt idx="61">
                <c:v>61</c:v>
              </c:pt>
              <c:pt idx="62">
                <c:v>62</c:v>
              </c:pt>
              <c:pt idx="63">
                <c:v>63</c:v>
              </c:pt>
              <c:pt idx="64">
                <c:v>64</c:v>
              </c:pt>
              <c:pt idx="65">
                <c:v>65</c:v>
              </c:pt>
              <c:pt idx="66">
                <c:v>66</c:v>
              </c:pt>
              <c:pt idx="67">
                <c:v>67</c:v>
              </c:pt>
              <c:pt idx="68">
                <c:v>68</c:v>
              </c:pt>
              <c:pt idx="69">
                <c:v>69</c:v>
              </c:pt>
              <c:pt idx="70">
                <c:v>70</c:v>
              </c:pt>
              <c:pt idx="71">
                <c:v>71</c:v>
              </c:pt>
              <c:pt idx="72">
                <c:v>72</c:v>
              </c:pt>
              <c:pt idx="73">
                <c:v>73</c:v>
              </c:pt>
              <c:pt idx="74">
                <c:v>74</c:v>
              </c:pt>
              <c:pt idx="75">
                <c:v>75</c:v>
              </c:pt>
              <c:pt idx="76">
                <c:v>76</c:v>
              </c:pt>
              <c:pt idx="77">
                <c:v>77</c:v>
              </c:pt>
              <c:pt idx="78">
                <c:v>78</c:v>
              </c:pt>
              <c:pt idx="79">
                <c:v>79</c:v>
              </c:pt>
              <c:pt idx="80">
                <c:v>80</c:v>
              </c:pt>
              <c:pt idx="81">
                <c:v>81</c:v>
              </c:pt>
              <c:pt idx="82">
                <c:v>82</c:v>
              </c:pt>
              <c:pt idx="83">
                <c:v>83</c:v>
              </c:pt>
              <c:pt idx="84">
                <c:v>84</c:v>
              </c:pt>
              <c:pt idx="85">
                <c:v>85</c:v>
              </c:pt>
              <c:pt idx="86">
                <c:v>86</c:v>
              </c:pt>
              <c:pt idx="87">
                <c:v>87</c:v>
              </c:pt>
              <c:pt idx="88">
                <c:v>88</c:v>
              </c:pt>
              <c:pt idx="89">
                <c:v>89</c:v>
              </c:pt>
              <c:pt idx="90">
                <c:v>90</c:v>
              </c:pt>
              <c:pt idx="91">
                <c:v>91</c:v>
              </c:pt>
              <c:pt idx="92">
                <c:v>92</c:v>
              </c:pt>
              <c:pt idx="93">
                <c:v>93</c:v>
              </c:pt>
              <c:pt idx="94">
                <c:v>94</c:v>
              </c:pt>
              <c:pt idx="95">
                <c:v>95</c:v>
              </c:pt>
              <c:pt idx="96">
                <c:v>96</c:v>
              </c:pt>
              <c:pt idx="97">
                <c:v>97</c:v>
              </c:pt>
              <c:pt idx="98">
                <c:v>98</c:v>
              </c:pt>
              <c:pt idx="99">
                <c:v>99</c:v>
              </c:pt>
              <c:pt idx="100">
                <c:v>100</c:v>
              </c:pt>
            </c:numLit>
          </c:xVal>
          <c:yVal>
            <c:numLit>
              <c:formatCode>General</c:formatCode>
              <c:ptCount val="101"/>
              <c:pt idx="0">
                <c:v>0</c:v>
              </c:pt>
              <c:pt idx="1">
                <c:v>0.04</c:v>
              </c:pt>
              <c:pt idx="2">
                <c:v>0.08</c:v>
              </c:pt>
              <c:pt idx="3">
                <c:v>0.12</c:v>
              </c:pt>
              <c:pt idx="4">
                <c:v>0.16</c:v>
              </c:pt>
              <c:pt idx="5">
                <c:v>0.2</c:v>
              </c:pt>
              <c:pt idx="6">
                <c:v>0.24</c:v>
              </c:pt>
              <c:pt idx="7">
                <c:v>0.28</c:v>
              </c:pt>
              <c:pt idx="8">
                <c:v>0.32</c:v>
              </c:pt>
              <c:pt idx="9">
                <c:v>0.36</c:v>
              </c:pt>
              <c:pt idx="10">
                <c:v>0.4</c:v>
              </c:pt>
              <c:pt idx="11">
                <c:v>0.44</c:v>
              </c:pt>
              <c:pt idx="12">
                <c:v>0.48</c:v>
              </c:pt>
              <c:pt idx="13">
                <c:v>0.52</c:v>
              </c:pt>
              <c:pt idx="14">
                <c:v>0.56</c:v>
              </c:pt>
              <c:pt idx="15">
                <c:v>0.6</c:v>
              </c:pt>
              <c:pt idx="16">
                <c:v>0.6</c:v>
              </c:pt>
              <c:pt idx="17">
                <c:v>0.6</c:v>
              </c:pt>
              <c:pt idx="18">
                <c:v>0.6</c:v>
              </c:pt>
              <c:pt idx="19">
                <c:v>0.6</c:v>
              </c:pt>
              <c:pt idx="20">
                <c:v>0.6</c:v>
              </c:pt>
              <c:pt idx="21">
                <c:v>0.6</c:v>
              </c:pt>
              <c:pt idx="22">
                <c:v>0.6</c:v>
              </c:pt>
              <c:pt idx="23">
                <c:v>0.6</c:v>
              </c:pt>
              <c:pt idx="24">
                <c:v>0.6</c:v>
              </c:pt>
              <c:pt idx="25">
                <c:v>0.6</c:v>
              </c:pt>
              <c:pt idx="26">
                <c:v>0.6</c:v>
              </c:pt>
              <c:pt idx="27">
                <c:v>0.6</c:v>
              </c:pt>
              <c:pt idx="28">
                <c:v>0.6</c:v>
              </c:pt>
              <c:pt idx="29">
                <c:v>0.6</c:v>
              </c:pt>
              <c:pt idx="30">
                <c:v>0.6</c:v>
              </c:pt>
              <c:pt idx="31">
                <c:v>0.6</c:v>
              </c:pt>
              <c:pt idx="32">
                <c:v>0.6</c:v>
              </c:pt>
              <c:pt idx="33">
                <c:v>0.6</c:v>
              </c:pt>
              <c:pt idx="34">
                <c:v>0.6</c:v>
              </c:pt>
              <c:pt idx="35">
                <c:v>0.6</c:v>
              </c:pt>
              <c:pt idx="36">
                <c:v>0.56</c:v>
              </c:pt>
              <c:pt idx="37">
                <c:v>0.52</c:v>
              </c:pt>
              <c:pt idx="38">
                <c:v>0.48</c:v>
              </c:pt>
              <c:pt idx="39">
                <c:v>0.44</c:v>
              </c:pt>
              <c:pt idx="40">
                <c:v>0.4</c:v>
              </c:pt>
              <c:pt idx="41">
                <c:v>0.36</c:v>
              </c:pt>
              <c:pt idx="42">
                <c:v>0.32</c:v>
              </c:pt>
              <c:pt idx="43">
                <c:v>0.28</c:v>
              </c:pt>
              <c:pt idx="44">
                <c:v>0.24</c:v>
              </c:pt>
              <c:pt idx="45">
                <c:v>0.2</c:v>
              </c:pt>
              <c:pt idx="46">
                <c:v>0.16</c:v>
              </c:pt>
              <c:pt idx="47">
                <c:v>0.12</c:v>
              </c:pt>
              <c:pt idx="48">
                <c:v>0.08</c:v>
              </c:pt>
              <c:pt idx="49">
                <c:v>0.04</c:v>
              </c:pt>
              <c:pt idx="50">
                <c:v>0</c:v>
              </c:pt>
              <c:pt idx="51">
                <c:v>0.04</c:v>
              </c:pt>
              <c:pt idx="52">
                <c:v>0.08</c:v>
              </c:pt>
              <c:pt idx="53">
                <c:v>0.12</c:v>
              </c:pt>
              <c:pt idx="54">
                <c:v>0.16</c:v>
              </c:pt>
              <c:pt idx="55">
                <c:v>0.2</c:v>
              </c:pt>
              <c:pt idx="56">
                <c:v>0.24</c:v>
              </c:pt>
              <c:pt idx="57">
                <c:v>0.28</c:v>
              </c:pt>
              <c:pt idx="58">
                <c:v>0.3</c:v>
              </c:pt>
              <c:pt idx="59">
                <c:v>0.3</c:v>
              </c:pt>
              <c:pt idx="60">
                <c:v>0.3</c:v>
              </c:pt>
              <c:pt idx="61">
                <c:v>0.3</c:v>
              </c:pt>
              <c:pt idx="62">
                <c:v>0.3</c:v>
              </c:pt>
              <c:pt idx="63">
                <c:v>0.3</c:v>
              </c:pt>
              <c:pt idx="64">
                <c:v>0.3</c:v>
              </c:pt>
              <c:pt idx="65">
                <c:v>0.3</c:v>
              </c:pt>
              <c:pt idx="66">
                <c:v>0.3</c:v>
              </c:pt>
              <c:pt idx="67">
                <c:v>0.3</c:v>
              </c:pt>
              <c:pt idx="68">
                <c:v>0.3</c:v>
              </c:pt>
              <c:pt idx="69">
                <c:v>0.3</c:v>
              </c:pt>
              <c:pt idx="70">
                <c:v>0.3</c:v>
              </c:pt>
              <c:pt idx="71">
                <c:v>0.3</c:v>
              </c:pt>
              <c:pt idx="72">
                <c:v>0.3</c:v>
              </c:pt>
              <c:pt idx="73">
                <c:v>0.3</c:v>
              </c:pt>
              <c:pt idx="74">
                <c:v>0.3</c:v>
              </c:pt>
              <c:pt idx="75">
                <c:v>0.3</c:v>
              </c:pt>
              <c:pt idx="76">
                <c:v>0.3</c:v>
              </c:pt>
              <c:pt idx="77">
                <c:v>0.3</c:v>
              </c:pt>
              <c:pt idx="78">
                <c:v>0.3</c:v>
              </c:pt>
              <c:pt idx="79">
                <c:v>0.3</c:v>
              </c:pt>
              <c:pt idx="80">
                <c:v>0.3</c:v>
              </c:pt>
              <c:pt idx="81">
                <c:v>0.3</c:v>
              </c:pt>
              <c:pt idx="82">
                <c:v>0.3</c:v>
              </c:pt>
              <c:pt idx="83">
                <c:v>0.3</c:v>
              </c:pt>
              <c:pt idx="84">
                <c:v>0.3</c:v>
              </c:pt>
              <c:pt idx="85">
                <c:v>0.3</c:v>
              </c:pt>
              <c:pt idx="86">
                <c:v>0.3</c:v>
              </c:pt>
              <c:pt idx="87">
                <c:v>0.3</c:v>
              </c:pt>
              <c:pt idx="88">
                <c:v>0.3</c:v>
              </c:pt>
              <c:pt idx="89">
                <c:v>0.3</c:v>
              </c:pt>
              <c:pt idx="90">
                <c:v>0.3</c:v>
              </c:pt>
              <c:pt idx="91">
                <c:v>0.3</c:v>
              </c:pt>
              <c:pt idx="92">
                <c:v>0.3</c:v>
              </c:pt>
              <c:pt idx="93">
                <c:v>0.28</c:v>
              </c:pt>
              <c:pt idx="94">
                <c:v>0.24</c:v>
              </c:pt>
              <c:pt idx="95">
                <c:v>0.2</c:v>
              </c:pt>
              <c:pt idx="96">
                <c:v>0.16</c:v>
              </c:pt>
              <c:pt idx="97">
                <c:v>0.12</c:v>
              </c:pt>
              <c:pt idx="98">
                <c:v>0.08</c:v>
              </c:pt>
              <c:pt idx="99">
                <c:v>0.04</c:v>
              </c:pt>
              <c:pt idx="100">
                <c:v>0</c:v>
              </c:pt>
            </c:numLit>
          </c:yVal>
        </c:ser>
        <c:ser>
          <c:idx val="1"/>
          <c:order val="1"/>
          <c:tx>
            <c:v>u = 35.63859338365493</c:v>
          </c:tx>
          <c:spPr>
            <a:ln xmlns:a="http://schemas.openxmlformats.org/drawingml/2006/main" w="28575">
              <a:solidFill>
                <a:srgbClr val="087F79"/>
              </a:solidFill>
            </a:ln>
          </c:spPr>
          <c:marker>
            <c:symbol val="none"/>
            <c:size val="5"/>
          </c:marker>
          <c:xVal>
            <c:numLit>
              <c:formatCode>General</c:formatCode>
              <c:ptCount val="2"/>
              <c:pt idx="0">
                <c:v>35.63859338365493</c:v>
              </c:pt>
              <c:pt idx="1">
                <c:v>35.63859338365493</c:v>
              </c:pt>
            </c:numLit>
          </c:xVal>
          <c:yVal>
            <c:numLit>
              <c:formatCode>General</c:formatCode>
              <c:ptCount val="2"/>
              <c:pt idx="0">
                <c:v>0</c:v>
              </c:pt>
              <c:pt idx="1">
                <c:v>0.85</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majorUnit val="0.2"/>
      </c:valAx>
      <c:valAx>
        <c:axId val="48650112"/>
        <c:scaling>
          <c:orientation val="minMax"/>
          <c:max val="10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Potencia u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20"/>
      </c:valAx>
    </c:plotArea>
    <c:plotVisOnly val="1"/>
  </c:chart>
  <c:spPr>
    <a:solidFill xmlns:a="http://schemas.openxmlformats.org/drawingml/2006/main">
      <a:srgbClr val="FFFFFF"/>
    </a:solidFill>
  </c:spPr>
</c:chartSpace>
</file>

<file path=ppt/slides/charts/chart36.xml><?xml version="1.0" encoding="utf-8"?>
<c:chartSpace xmlns:c="http://schemas.openxmlformats.org/drawingml/2006/chart">
  <c:lang val="en-US"/>
  <c:chart>
    <c:plotArea>
      <c:scatterChart>
        <c:scatterStyle val="line"/>
        <c:ser>
          <c:idx val="0"/>
          <c:order val="0"/>
          <c:tx>
            <c:v>Potencia interpolada</c:v>
          </c:tx>
          <c:spPr>
            <a:ln xmlns:a="http://schemas.openxmlformats.org/drawingml/2006/main" w="28575">
              <a:solidFill>
                <a:srgbClr val="D96B18"/>
              </a:solidFill>
            </a:ln>
          </c:spPr>
          <c:marker>
            <c:symbol val="none"/>
          </c:marker>
          <c:xVal>
            <c:numLit>
              <c:formatCode>General</c:formatCode>
              <c:ptCount val="4"/>
              <c:pt idx="0">
                <c:v>0</c:v>
              </c:pt>
              <c:pt idx="1">
                <c:v>0.49</c:v>
              </c:pt>
              <c:pt idx="2">
                <c:v>0.51</c:v>
              </c:pt>
              <c:pt idx="3">
                <c:v>1</c:v>
              </c:pt>
            </c:numLit>
          </c:xVal>
          <c:yVal>
            <c:numLit>
              <c:formatCode>0</c:formatCode>
              <c:ptCount val="4"/>
              <c:pt idx="0">
                <c:v>20</c:v>
              </c:pt>
              <c:pt idx="1">
                <c:v>49.4</c:v>
              </c:pt>
              <c:pt idx="2">
                <c:v>50.6</c:v>
              </c:pt>
              <c:pt idx="3">
                <c:v>80</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E4E8EB"/>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50112"/>
        <c:majorUnit val="20"/>
      </c:valAx>
      <c:valAx>
        <c:axId val="48650112"/>
        <c:scaling>
          <c:orientation val="minMax"/>
          <c:max val="1"/>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Error de 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0.0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275">
                <a:solidFill>
                  <a:srgbClr val="666666"/>
                </a:solidFill>
                <a:latin typeface="Arial"/>
                <a:ea typeface="Arial"/>
                <a:cs typeface="Arial"/>
              </a:defRPr>
            </a:pPr>
          </a:p>
        </c:txPr>
        <c:crossAx val="48672768"/>
        <c:majorUnit val="0.25"/>
      </c:valAx>
      <c:spPr>
        <a:solidFill xmlns:a="http://schemas.openxmlformats.org/drawingml/2006/main">
          <a:srgbClr val="FFFFFF"/>
        </a:solidFill>
      </c:spPr>
    </c:plotArea>
    <c:plotVisOnly val="1"/>
  </c:chart>
  <c:spPr>
    <a:solidFill xmlns:a="http://schemas.openxmlformats.org/drawingml/2006/main">
      <a:srgbClr val="FFFFFF"/>
    </a:solidFill>
  </c:spPr>
</c:chartSpace>
</file>

<file path=ppt/slides/charts/chart37.xml><?xml version="1.0" encoding="utf-8"?>
<c:chartSpace xmlns:c="http://schemas.openxmlformats.org/drawingml/2006/chart">
  <c:lang val="en-US"/>
  <c:chart>
    <c:plotArea>
      <c:scatterChart>
        <c:ser>
          <c:idx val="0"/>
          <c:order val="0"/>
          <c:tx>
            <c:v>Negativo</c:v>
          </c:tx>
          <c:spPr>
            <a:ln xmlns:a="http://schemas.openxmlformats.org/drawingml/2006/main" w="28575">
              <a:solidFill>
                <a:srgbClr val="2162A0"/>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Cero</c:v>
          </c:tx>
          <c:spPr>
            <a:ln xmlns:a="http://schemas.openxmlformats.org/drawingml/2006/main" w="28575">
              <a:solidFill>
                <a:srgbClr val="D96B18"/>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0.020000000000000018</c:v>
              </c:pt>
              <c:pt idx="2">
                <c:v>0.040000000000000036</c:v>
              </c:pt>
              <c:pt idx="3">
                <c:v>0.06000000000000005</c:v>
              </c:pt>
              <c:pt idx="4">
                <c:v>0.07999999999999996</c:v>
              </c:pt>
              <c:pt idx="5">
                <c:v>0.09999999999999998</c:v>
              </c:pt>
              <c:pt idx="6">
                <c:v>0.12</c:v>
              </c:pt>
              <c:pt idx="7">
                <c:v>0.14</c:v>
              </c:pt>
              <c:pt idx="8">
                <c:v>0.16000000000000003</c:v>
              </c:pt>
              <c:pt idx="9">
                <c:v>0.17999999999999994</c:v>
              </c:pt>
              <c:pt idx="10">
                <c:v>0.19999999999999996</c:v>
              </c:pt>
              <c:pt idx="11">
                <c:v>0.21999999999999997</c:v>
              </c:pt>
              <c:pt idx="12">
                <c:v>0.24</c:v>
              </c:pt>
              <c:pt idx="13">
                <c:v>0.26</c:v>
              </c:pt>
              <c:pt idx="14">
                <c:v>0.28</c:v>
              </c:pt>
              <c:pt idx="15">
                <c:v>0.30000000000000004</c:v>
              </c:pt>
              <c:pt idx="16">
                <c:v>0.32000000000000006</c:v>
              </c:pt>
              <c:pt idx="17">
                <c:v>0.3400000000000001</c:v>
              </c:pt>
              <c:pt idx="18">
                <c:v>0.36</c:v>
              </c:pt>
              <c:pt idx="19">
                <c:v>0.38</c:v>
              </c:pt>
              <c:pt idx="20">
                <c:v>0.4</c:v>
              </c:pt>
              <c:pt idx="21">
                <c:v>0.41999999999999993</c:v>
              </c:pt>
              <c:pt idx="22">
                <c:v>0.43999999999999995</c:v>
              </c:pt>
              <c:pt idx="23">
                <c:v>0.45999999999999996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0.98</c:v>
              </c:pt>
              <c:pt idx="52">
                <c:v>0.96</c:v>
              </c:pt>
              <c:pt idx="53">
                <c:v>0.94</c:v>
              </c:pt>
              <c:pt idx="54">
                <c:v>0.9199999999999999</c:v>
              </c:pt>
              <c:pt idx="55">
                <c:v>0.8999999999999999</c:v>
              </c:pt>
              <c:pt idx="56">
                <c:v>0.8799999999999999</c:v>
              </c:pt>
              <c:pt idx="57">
                <c:v>0.8600000000000001</c:v>
              </c:pt>
              <c:pt idx="58">
                <c:v>0.8400000000000001</c:v>
              </c:pt>
              <c:pt idx="59">
                <c:v>0.8200000000000001</c:v>
              </c:pt>
              <c:pt idx="60">
                <c:v>0.8</c:v>
              </c:pt>
              <c:pt idx="61">
                <c:v>0.78</c:v>
              </c:pt>
              <c:pt idx="62">
                <c:v>0.76</c:v>
              </c:pt>
              <c:pt idx="63">
                <c:v>0.74</c:v>
              </c:pt>
              <c:pt idx="64">
                <c:v>0.72</c:v>
              </c:pt>
              <c:pt idx="65">
                <c:v>0.7</c:v>
              </c:pt>
              <c:pt idx="66">
                <c:v>0.6799999999999999</c:v>
              </c:pt>
              <c:pt idx="67">
                <c:v>0.6599999999999999</c:v>
              </c:pt>
              <c:pt idx="68">
                <c:v>0.6399999999999999</c:v>
              </c:pt>
              <c:pt idx="69">
                <c:v>0.6200000000000001</c:v>
              </c:pt>
              <c:pt idx="70">
                <c:v>0.6000000000000001</c:v>
              </c:pt>
              <c:pt idx="71">
                <c:v>0.5800000000000001</c:v>
              </c:pt>
              <c:pt idx="72">
                <c:v>0.56</c:v>
              </c:pt>
              <c:pt idx="73">
                <c:v>0.54</c:v>
              </c:pt>
              <c:pt idx="74">
                <c:v>0.52</c:v>
              </c:pt>
              <c:pt idx="75">
                <c:v>0.5</c:v>
              </c:pt>
              <c:pt idx="76">
                <c:v>0.48</c:v>
              </c:pt>
              <c:pt idx="77">
                <c:v>0.45999999999999996</c:v>
              </c:pt>
              <c:pt idx="78">
                <c:v>0.43999999999999995</c:v>
              </c:pt>
              <c:pt idx="79">
                <c:v>0.41999999999999993</c:v>
              </c:pt>
              <c:pt idx="80">
                <c:v>0.3999999999999999</c:v>
              </c:pt>
              <c:pt idx="81">
                <c:v>0.3799999999999999</c:v>
              </c:pt>
              <c:pt idx="82">
                <c:v>0.3600000000000001</c:v>
              </c:pt>
              <c:pt idx="83">
                <c:v>0.3400000000000001</c:v>
              </c:pt>
              <c:pt idx="84">
                <c:v>0.32000000000000006</c:v>
              </c:pt>
              <c:pt idx="85">
                <c:v>0.30000000000000004</c:v>
              </c:pt>
              <c:pt idx="86">
                <c:v>0.28</c:v>
              </c:pt>
              <c:pt idx="87">
                <c:v>0.26</c:v>
              </c:pt>
              <c:pt idx="88">
                <c:v>0.24</c:v>
              </c:pt>
              <c:pt idx="89">
                <c:v>0.21999999999999997</c:v>
              </c:pt>
              <c:pt idx="90">
                <c:v>0.19999999999999996</c:v>
              </c:pt>
              <c:pt idx="91">
                <c:v>0.17999999999999994</c:v>
              </c:pt>
              <c:pt idx="92">
                <c:v>0.15999999999999992</c:v>
              </c:pt>
              <c:pt idx="93">
                <c:v>0.1399999999999999</c:v>
              </c:pt>
              <c:pt idx="94">
                <c:v>0.1200000000000001</c:v>
              </c:pt>
              <c:pt idx="95">
                <c:v>0.10000000000000009</c:v>
              </c:pt>
              <c:pt idx="96">
                <c:v>0.08000000000000007</c:v>
              </c:pt>
              <c:pt idx="97">
                <c:v>0.06000000000000005</c:v>
              </c:pt>
              <c:pt idx="98">
                <c:v>0.040000000000000036</c:v>
              </c:pt>
              <c:pt idx="99">
                <c:v>0.020000000000000018</c:v>
              </c:pt>
              <c:pt idx="100">
                <c:v>0</c:v>
              </c:pt>
            </c:numLit>
          </c:yVal>
        </c:ser>
        <c:ser>
          <c:idx val="2"/>
          <c:order val="2"/>
          <c:tx>
            <c:v>Positivo</c:v>
          </c:tx>
          <c:spPr>
            <a:ln xmlns:a="http://schemas.openxmlformats.org/drawingml/2006/main" w="28575">
              <a:solidFill>
                <a:srgbClr val="60863D"/>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yVal>
        </c:ser>
        <c:ser>
          <c:idx val="3"/>
          <c:order val="3"/>
          <c:tx>
            <c:v>E</c:v>
          </c:tx>
          <c:spPr>
            <a:ln xmlns:a="http://schemas.openxmlformats.org/drawingml/2006/main" w="28575">
              <a:solidFill>
                <a:srgbClr val="73808A"/>
              </a:solidFill>
            </a:ln>
          </c:spPr>
          <c:marker>
            <c:symbol val="none"/>
            <c:size val="5"/>
          </c:marker>
          <c:xVal>
            <c:numLit>
              <c:formatCode>General</c:formatCode>
              <c:ptCount val="2"/>
              <c:pt idx="0">
                <c:v>0.5</c:v>
              </c:pt>
              <c:pt idx="1">
                <c:v>0.5</c:v>
              </c:pt>
            </c:numLit>
          </c:xVal>
          <c:yVal>
            <c:numLit>
              <c:formatCode>General</c:formatCode>
              <c:ptCount val="2"/>
              <c:pt idx="0">
                <c:v>0</c:v>
              </c:pt>
              <c:pt idx="1">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
          <c:min val="-1"/>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Error normalizado E</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0.5"/>
      </c:valAx>
    </c:plotArea>
    <c:plotVisOnly val="1"/>
  </c:chart>
  <c:spPr>
    <a:solidFill xmlns:a="http://schemas.openxmlformats.org/drawingml/2006/main">
      <a:srgbClr val="FFFFFF"/>
    </a:solidFill>
  </c:spPr>
</c:chartSpace>
</file>

<file path=ppt/slides/charts/chart38.xml><?xml version="1.0" encoding="utf-8"?>
<c:chartSpace xmlns:c="http://schemas.openxmlformats.org/drawingml/2006/chart">
  <c:lang val="en-US"/>
  <c:chart>
    <c:plotArea>
      <c:scatterChart>
        <c:ser>
          <c:idx val="0"/>
          <c:order val="0"/>
          <c:tx>
            <c:v>Negativo</c:v>
          </c:tx>
          <c:spPr>
            <a:ln xmlns:a="http://schemas.openxmlformats.org/drawingml/2006/main" w="28575">
              <a:solidFill>
                <a:srgbClr val="2162A0"/>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c:v>
              </c:pt>
              <c:pt idx="52">
                <c:v>0</c:v>
              </c:pt>
              <c:pt idx="53">
                <c:v>0</c:v>
              </c:pt>
              <c:pt idx="54">
                <c:v>0</c:v>
              </c:pt>
              <c:pt idx="55">
                <c:v>0</c:v>
              </c:pt>
              <c:pt idx="56">
                <c:v>0</c:v>
              </c:pt>
              <c:pt idx="57">
                <c:v>0</c:v>
              </c:pt>
              <c:pt idx="58">
                <c:v>0</c:v>
              </c:pt>
              <c:pt idx="59">
                <c:v>0</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numLit>
          </c:yVal>
        </c:ser>
        <c:ser>
          <c:idx val="1"/>
          <c:order val="1"/>
          <c:tx>
            <c:v>Cero</c:v>
          </c:tx>
          <c:spPr>
            <a:ln xmlns:a="http://schemas.openxmlformats.org/drawingml/2006/main" w="28575">
              <a:solidFill>
                <a:srgbClr val="D96B18"/>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0.020000000000000018</c:v>
              </c:pt>
              <c:pt idx="2">
                <c:v>0.040000000000000036</c:v>
              </c:pt>
              <c:pt idx="3">
                <c:v>0.06000000000000005</c:v>
              </c:pt>
              <c:pt idx="4">
                <c:v>0.07999999999999996</c:v>
              </c:pt>
              <c:pt idx="5">
                <c:v>0.09999999999999998</c:v>
              </c:pt>
              <c:pt idx="6">
                <c:v>0.12</c:v>
              </c:pt>
              <c:pt idx="7">
                <c:v>0.14</c:v>
              </c:pt>
              <c:pt idx="8">
                <c:v>0.16000000000000003</c:v>
              </c:pt>
              <c:pt idx="9">
                <c:v>0.17999999999999994</c:v>
              </c:pt>
              <c:pt idx="10">
                <c:v>0.19999999999999996</c:v>
              </c:pt>
              <c:pt idx="11">
                <c:v>0.21999999999999997</c:v>
              </c:pt>
              <c:pt idx="12">
                <c:v>0.24</c:v>
              </c:pt>
              <c:pt idx="13">
                <c:v>0.26</c:v>
              </c:pt>
              <c:pt idx="14">
                <c:v>0.28</c:v>
              </c:pt>
              <c:pt idx="15">
                <c:v>0.30000000000000004</c:v>
              </c:pt>
              <c:pt idx="16">
                <c:v>0.32000000000000006</c:v>
              </c:pt>
              <c:pt idx="17">
                <c:v>0.3400000000000001</c:v>
              </c:pt>
              <c:pt idx="18">
                <c:v>0.36</c:v>
              </c:pt>
              <c:pt idx="19">
                <c:v>0.38</c:v>
              </c:pt>
              <c:pt idx="20">
                <c:v>0.4</c:v>
              </c:pt>
              <c:pt idx="21">
                <c:v>0.41999999999999993</c:v>
              </c:pt>
              <c:pt idx="22">
                <c:v>0.43999999999999995</c:v>
              </c:pt>
              <c:pt idx="23">
                <c:v>0.45999999999999996</c:v>
              </c:pt>
              <c:pt idx="24">
                <c:v>0.48</c:v>
              </c:pt>
              <c:pt idx="25">
                <c:v>0.5</c:v>
              </c:pt>
              <c:pt idx="26">
                <c:v>0.52</c:v>
              </c:pt>
              <c:pt idx="27">
                <c:v>0.54</c:v>
              </c:pt>
              <c:pt idx="28">
                <c:v>0.56</c:v>
              </c:pt>
              <c:pt idx="29">
                <c:v>0.58</c:v>
              </c:pt>
              <c:pt idx="30">
                <c:v>0.6</c:v>
              </c:pt>
              <c:pt idx="31">
                <c:v>0.62</c:v>
              </c:pt>
              <c:pt idx="32">
                <c:v>0.64</c:v>
              </c:pt>
              <c:pt idx="33">
                <c:v>0.66</c:v>
              </c:pt>
              <c:pt idx="34">
                <c:v>0.68</c:v>
              </c:pt>
              <c:pt idx="35">
                <c:v>0.7</c:v>
              </c:pt>
              <c:pt idx="36">
                <c:v>0.72</c:v>
              </c:pt>
              <c:pt idx="37">
                <c:v>0.74</c:v>
              </c:pt>
              <c:pt idx="38">
                <c:v>0.76</c:v>
              </c:pt>
              <c:pt idx="39">
                <c:v>0.78</c:v>
              </c:pt>
              <c:pt idx="40">
                <c:v>0.8</c:v>
              </c:pt>
              <c:pt idx="41">
                <c:v>0.82</c:v>
              </c:pt>
              <c:pt idx="42">
                <c:v>0.84</c:v>
              </c:pt>
              <c:pt idx="43">
                <c:v>0.86</c:v>
              </c:pt>
              <c:pt idx="44">
                <c:v>0.88</c:v>
              </c:pt>
              <c:pt idx="45">
                <c:v>0.9</c:v>
              </c:pt>
              <c:pt idx="46">
                <c:v>0.92</c:v>
              </c:pt>
              <c:pt idx="47">
                <c:v>0.94</c:v>
              </c:pt>
              <c:pt idx="48">
                <c:v>0.96</c:v>
              </c:pt>
              <c:pt idx="49">
                <c:v>0.98</c:v>
              </c:pt>
              <c:pt idx="50">
                <c:v>1</c:v>
              </c:pt>
              <c:pt idx="51">
                <c:v>0.98</c:v>
              </c:pt>
              <c:pt idx="52">
                <c:v>0.96</c:v>
              </c:pt>
              <c:pt idx="53">
                <c:v>0.94</c:v>
              </c:pt>
              <c:pt idx="54">
                <c:v>0.9199999999999999</c:v>
              </c:pt>
              <c:pt idx="55">
                <c:v>0.8999999999999999</c:v>
              </c:pt>
              <c:pt idx="56">
                <c:v>0.8799999999999999</c:v>
              </c:pt>
              <c:pt idx="57">
                <c:v>0.8600000000000001</c:v>
              </c:pt>
              <c:pt idx="58">
                <c:v>0.8400000000000001</c:v>
              </c:pt>
              <c:pt idx="59">
                <c:v>0.8200000000000001</c:v>
              </c:pt>
              <c:pt idx="60">
                <c:v>0.8</c:v>
              </c:pt>
              <c:pt idx="61">
                <c:v>0.78</c:v>
              </c:pt>
              <c:pt idx="62">
                <c:v>0.76</c:v>
              </c:pt>
              <c:pt idx="63">
                <c:v>0.74</c:v>
              </c:pt>
              <c:pt idx="64">
                <c:v>0.72</c:v>
              </c:pt>
              <c:pt idx="65">
                <c:v>0.7</c:v>
              </c:pt>
              <c:pt idx="66">
                <c:v>0.6799999999999999</c:v>
              </c:pt>
              <c:pt idx="67">
                <c:v>0.6599999999999999</c:v>
              </c:pt>
              <c:pt idx="68">
                <c:v>0.6399999999999999</c:v>
              </c:pt>
              <c:pt idx="69">
                <c:v>0.6200000000000001</c:v>
              </c:pt>
              <c:pt idx="70">
                <c:v>0.6000000000000001</c:v>
              </c:pt>
              <c:pt idx="71">
                <c:v>0.5800000000000001</c:v>
              </c:pt>
              <c:pt idx="72">
                <c:v>0.56</c:v>
              </c:pt>
              <c:pt idx="73">
                <c:v>0.54</c:v>
              </c:pt>
              <c:pt idx="74">
                <c:v>0.52</c:v>
              </c:pt>
              <c:pt idx="75">
                <c:v>0.5</c:v>
              </c:pt>
              <c:pt idx="76">
                <c:v>0.48</c:v>
              </c:pt>
              <c:pt idx="77">
                <c:v>0.45999999999999996</c:v>
              </c:pt>
              <c:pt idx="78">
                <c:v>0.43999999999999995</c:v>
              </c:pt>
              <c:pt idx="79">
                <c:v>0.41999999999999993</c:v>
              </c:pt>
              <c:pt idx="80">
                <c:v>0.3999999999999999</c:v>
              </c:pt>
              <c:pt idx="81">
                <c:v>0.3799999999999999</c:v>
              </c:pt>
              <c:pt idx="82">
                <c:v>0.3600000000000001</c:v>
              </c:pt>
              <c:pt idx="83">
                <c:v>0.3400000000000001</c:v>
              </c:pt>
              <c:pt idx="84">
                <c:v>0.32000000000000006</c:v>
              </c:pt>
              <c:pt idx="85">
                <c:v>0.30000000000000004</c:v>
              </c:pt>
              <c:pt idx="86">
                <c:v>0.28</c:v>
              </c:pt>
              <c:pt idx="87">
                <c:v>0.26</c:v>
              </c:pt>
              <c:pt idx="88">
                <c:v>0.24</c:v>
              </c:pt>
              <c:pt idx="89">
                <c:v>0.21999999999999997</c:v>
              </c:pt>
              <c:pt idx="90">
                <c:v>0.19999999999999996</c:v>
              </c:pt>
              <c:pt idx="91">
                <c:v>0.17999999999999994</c:v>
              </c:pt>
              <c:pt idx="92">
                <c:v>0.15999999999999992</c:v>
              </c:pt>
              <c:pt idx="93">
                <c:v>0.1399999999999999</c:v>
              </c:pt>
              <c:pt idx="94">
                <c:v>0.1200000000000001</c:v>
              </c:pt>
              <c:pt idx="95">
                <c:v>0.10000000000000009</c:v>
              </c:pt>
              <c:pt idx="96">
                <c:v>0.08000000000000007</c:v>
              </c:pt>
              <c:pt idx="97">
                <c:v>0.06000000000000005</c:v>
              </c:pt>
              <c:pt idx="98">
                <c:v>0.040000000000000036</c:v>
              </c:pt>
              <c:pt idx="99">
                <c:v>0.020000000000000018</c:v>
              </c:pt>
              <c:pt idx="100">
                <c:v>0</c:v>
              </c:pt>
            </c:numLit>
          </c:yVal>
        </c:ser>
        <c:ser>
          <c:idx val="2"/>
          <c:order val="2"/>
          <c:tx>
            <c:v>Positivo</c:v>
          </c:tx>
          <c:spPr>
            <a:ln xmlns:a="http://schemas.openxmlformats.org/drawingml/2006/main" w="28575">
              <a:solidFill>
                <a:srgbClr val="60863D"/>
              </a:solidFill>
            </a:ln>
          </c:spPr>
          <c:marker>
            <c:symbol val="none"/>
            <c:size val="5"/>
          </c:marker>
          <c:xVal>
            <c:numLit>
              <c:formatCode>General</c:formatCode>
              <c:ptCount val="101"/>
              <c:pt idx="0">
                <c:v>-1</c:v>
              </c:pt>
              <c:pt idx="1">
                <c:v>-0.98</c:v>
              </c:pt>
              <c:pt idx="2">
                <c:v>-0.96</c:v>
              </c:pt>
              <c:pt idx="3">
                <c:v>-0.94</c:v>
              </c:pt>
              <c:pt idx="4">
                <c:v>-0.92</c:v>
              </c:pt>
              <c:pt idx="5">
                <c:v>-0.9</c:v>
              </c:pt>
              <c:pt idx="6">
                <c:v>-0.88</c:v>
              </c:pt>
              <c:pt idx="7">
                <c:v>-0.86</c:v>
              </c:pt>
              <c:pt idx="8">
                <c:v>-0.84</c:v>
              </c:pt>
              <c:pt idx="9">
                <c:v>-0.8200000000000001</c:v>
              </c:pt>
              <c:pt idx="10">
                <c:v>-0.8</c:v>
              </c:pt>
              <c:pt idx="11">
                <c:v>-0.78</c:v>
              </c:pt>
              <c:pt idx="12">
                <c:v>-0.76</c:v>
              </c:pt>
              <c:pt idx="13">
                <c:v>-0.74</c:v>
              </c:pt>
              <c:pt idx="14">
                <c:v>-0.72</c:v>
              </c:pt>
              <c:pt idx="15">
                <c:v>-0.7</c:v>
              </c:pt>
              <c:pt idx="16">
                <c:v>-0.6799999999999999</c:v>
              </c:pt>
              <c:pt idx="17">
                <c:v>-0.6599999999999999</c:v>
              </c:pt>
              <c:pt idx="18">
                <c:v>-0.64</c:v>
              </c:pt>
              <c:pt idx="19">
                <c:v>-0.62</c:v>
              </c:pt>
              <c:pt idx="20">
                <c:v>-0.6</c:v>
              </c:pt>
              <c:pt idx="21">
                <c:v>-0.5800000000000001</c:v>
              </c:pt>
              <c:pt idx="22">
                <c:v>-0.56</c:v>
              </c:pt>
              <c:pt idx="23">
                <c:v>-0.54</c:v>
              </c:pt>
              <c:pt idx="24">
                <c:v>-0.52</c:v>
              </c:pt>
              <c:pt idx="25">
                <c:v>-0.5</c:v>
              </c:pt>
              <c:pt idx="26">
                <c:v>-0.48</c:v>
              </c:pt>
              <c:pt idx="27">
                <c:v>-0.45999999999999996</c:v>
              </c:pt>
              <c:pt idx="28">
                <c:v>-0.43999999999999995</c:v>
              </c:pt>
              <c:pt idx="29">
                <c:v>-0.42000000000000004</c:v>
              </c:pt>
              <c:pt idx="30">
                <c:v>-0.4</c:v>
              </c:pt>
              <c:pt idx="31">
                <c:v>-0.38</c:v>
              </c:pt>
              <c:pt idx="32">
                <c:v>-0.36</c:v>
              </c:pt>
              <c:pt idx="33">
                <c:v>-0.33999999999999997</c:v>
              </c:pt>
              <c:pt idx="34">
                <c:v>-0.31999999999999995</c:v>
              </c:pt>
              <c:pt idx="35">
                <c:v>-0.30000000000000004</c:v>
              </c:pt>
              <c:pt idx="36">
                <c:v>-0.28</c:v>
              </c:pt>
              <c:pt idx="37">
                <c:v>-0.26</c:v>
              </c:pt>
              <c:pt idx="38">
                <c:v>-0.24</c:v>
              </c:pt>
              <c:pt idx="39">
                <c:v>-0.21999999999999997</c:v>
              </c:pt>
              <c:pt idx="40">
                <c:v>-0.19999999999999996</c:v>
              </c:pt>
              <c:pt idx="41">
                <c:v>-0.18000000000000005</c:v>
              </c:pt>
              <c:pt idx="42">
                <c:v>-0.16000000000000003</c:v>
              </c:pt>
              <c:pt idx="43">
                <c:v>-0.14</c:v>
              </c:pt>
              <c:pt idx="44">
                <c:v>-0.12</c:v>
              </c:pt>
              <c:pt idx="45">
                <c:v>-0.09999999999999998</c:v>
              </c:pt>
              <c:pt idx="46">
                <c:v>-0.07999999999999996</c:v>
              </c:pt>
              <c:pt idx="47">
                <c:v>-0.06000000000000005</c:v>
              </c:pt>
              <c:pt idx="48">
                <c:v>-0.040000000000000036</c:v>
              </c:pt>
              <c:pt idx="49">
                <c:v>-0.020000000000000018</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xVal>
          <c:yVal>
            <c:numLit>
              <c:formatCode>General</c:formatCode>
              <c:ptCount val="10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0.020000000000000018</c:v>
              </c:pt>
              <c:pt idx="52">
                <c:v>0.040000000000000036</c:v>
              </c:pt>
              <c:pt idx="53">
                <c:v>0.06000000000000005</c:v>
              </c:pt>
              <c:pt idx="54">
                <c:v>0.08000000000000007</c:v>
              </c:pt>
              <c:pt idx="55">
                <c:v>0.10000000000000009</c:v>
              </c:pt>
              <c:pt idx="56">
                <c:v>0.1200000000000001</c:v>
              </c:pt>
              <c:pt idx="57">
                <c:v>0.1399999999999999</c:v>
              </c:pt>
              <c:pt idx="58">
                <c:v>0.15999999999999992</c:v>
              </c:pt>
              <c:pt idx="59">
                <c:v>0.17999999999999994</c:v>
              </c:pt>
              <c:pt idx="60">
                <c:v>0.19999999999999996</c:v>
              </c:pt>
              <c:pt idx="61">
                <c:v>0.21999999999999997</c:v>
              </c:pt>
              <c:pt idx="62">
                <c:v>0.24</c:v>
              </c:pt>
              <c:pt idx="63">
                <c:v>0.26</c:v>
              </c:pt>
              <c:pt idx="64">
                <c:v>0.28</c:v>
              </c:pt>
              <c:pt idx="65">
                <c:v>0.30000000000000004</c:v>
              </c:pt>
              <c:pt idx="66">
                <c:v>0.32000000000000006</c:v>
              </c:pt>
              <c:pt idx="67">
                <c:v>0.3400000000000001</c:v>
              </c:pt>
              <c:pt idx="68">
                <c:v>0.3600000000000001</c:v>
              </c:pt>
              <c:pt idx="69">
                <c:v>0.3799999999999999</c:v>
              </c:pt>
              <c:pt idx="70">
                <c:v>0.3999999999999999</c:v>
              </c:pt>
              <c:pt idx="71">
                <c:v>0.41999999999999993</c:v>
              </c:pt>
              <c:pt idx="72">
                <c:v>0.43999999999999995</c:v>
              </c:pt>
              <c:pt idx="73">
                <c:v>0.45999999999999996</c:v>
              </c:pt>
              <c:pt idx="74">
                <c:v>0.48</c:v>
              </c:pt>
              <c:pt idx="75">
                <c:v>0.5</c:v>
              </c:pt>
              <c:pt idx="76">
                <c:v>0.52</c:v>
              </c:pt>
              <c:pt idx="77">
                <c:v>0.54</c:v>
              </c:pt>
              <c:pt idx="78">
                <c:v>0.56</c:v>
              </c:pt>
              <c:pt idx="79">
                <c:v>0.5800000000000001</c:v>
              </c:pt>
              <c:pt idx="80">
                <c:v>0.6000000000000001</c:v>
              </c:pt>
              <c:pt idx="81">
                <c:v>0.6200000000000001</c:v>
              </c:pt>
              <c:pt idx="82">
                <c:v>0.6399999999999999</c:v>
              </c:pt>
              <c:pt idx="83">
                <c:v>0.6599999999999999</c:v>
              </c:pt>
              <c:pt idx="84">
                <c:v>0.6799999999999999</c:v>
              </c:pt>
              <c:pt idx="85">
                <c:v>0.7</c:v>
              </c:pt>
              <c:pt idx="86">
                <c:v>0.72</c:v>
              </c:pt>
              <c:pt idx="87">
                <c:v>0.74</c:v>
              </c:pt>
              <c:pt idx="88">
                <c:v>0.76</c:v>
              </c:pt>
              <c:pt idx="89">
                <c:v>0.78</c:v>
              </c:pt>
              <c:pt idx="90">
                <c:v>0.8</c:v>
              </c:pt>
              <c:pt idx="91">
                <c:v>0.8200000000000001</c:v>
              </c:pt>
              <c:pt idx="92">
                <c:v>0.8400000000000001</c:v>
              </c:pt>
              <c:pt idx="93">
                <c:v>0.8600000000000001</c:v>
              </c:pt>
              <c:pt idx="94">
                <c:v>0.8799999999999999</c:v>
              </c:pt>
              <c:pt idx="95">
                <c:v>0.8999999999999999</c:v>
              </c:pt>
              <c:pt idx="96">
                <c:v>0.9199999999999999</c:v>
              </c:pt>
              <c:pt idx="97">
                <c:v>0.94</c:v>
              </c:pt>
              <c:pt idx="98">
                <c:v>0.96</c:v>
              </c:pt>
              <c:pt idx="99">
                <c:v>0.98</c:v>
              </c:pt>
              <c:pt idx="100">
                <c:v>1</c:v>
              </c:pt>
            </c:numLit>
          </c:yVal>
        </c:ser>
        <c:ser>
          <c:idx val="3"/>
          <c:order val="3"/>
          <c:tx>
            <c:v>D</c:v>
          </c:tx>
          <c:spPr>
            <a:ln xmlns:a="http://schemas.openxmlformats.org/drawingml/2006/main" w="28575">
              <a:solidFill>
                <a:srgbClr val="73808A"/>
              </a:solidFill>
            </a:ln>
          </c:spPr>
          <c:marker>
            <c:symbol val="none"/>
            <c:size val="5"/>
          </c:marker>
          <c:xVal>
            <c:numLit>
              <c:formatCode>General</c:formatCode>
              <c:ptCount val="2"/>
              <c:pt idx="0">
                <c:v>0.2</c:v>
              </c:pt>
              <c:pt idx="1">
                <c:v>0.2</c:v>
              </c:pt>
            </c:numLit>
          </c:xVal>
          <c:yVal>
            <c:numLit>
              <c:formatCode>General</c:formatCode>
              <c:ptCount val="2"/>
              <c:pt idx="0">
                <c:v>0</c:v>
              </c:pt>
              <c:pt idx="1">
                <c:v>1</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Pertenencia μ</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1"/>
          <c:min val="-1"/>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Variación normalizada D</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majorUnit val="0.5"/>
      </c:valAx>
    </c:plotArea>
    <c:plotVisOnly val="1"/>
  </c:chart>
  <c:spPr>
    <a:solidFill xmlns:a="http://schemas.openxmlformats.org/drawingml/2006/main">
      <a:srgbClr val="FFFFFF"/>
    </a:solidFill>
  </c:spPr>
</c:chartSpace>
</file>

<file path=ppt/slides/charts/chart39.xml><?xml version="1.0" encoding="utf-8"?>
<c:chartSpace xmlns:c="http://schemas.openxmlformats.org/drawingml/2006/chart">
  <c:lang val="en-US"/>
  <c:chart>
    <c:plotArea>
      <c:barChart>
        <c:barDir val="col"/>
        <c:grouping val="clustered"/>
        <c:varyColors val="0"/>
        <c:ser>
          <c:idx val="0"/>
          <c:order val="0"/>
          <c:tx>
            <c:v>Aportación w · z</c:v>
          </c:tx>
          <c:spPr>
            <a:solidFill xmlns:a="http://schemas.openxmlformats.org/drawingml/2006/main">
              <a:srgbClr val="D96B18"/>
            </a:solidFill>
          </c:spPr>
          <c:cat>
            <c:strLit>
              <c:ptCount val="4"/>
              <c:pt idx="0">
                <c:v>R1</c:v>
              </c:pt>
              <c:pt idx="1">
                <c:v>R2</c:v>
              </c:pt>
              <c:pt idx="2">
                <c:v>R3</c:v>
              </c:pt>
              <c:pt idx="3">
                <c:v>R4</c:v>
              </c:pt>
            </c:strLit>
          </c:cat>
          <c:val>
            <c:numLit>
              <c:formatCode>General</c:formatCode>
              <c:ptCount val="4"/>
              <c:pt idx="0">
                <c:v>8</c:v>
              </c:pt>
              <c:pt idx="1">
                <c:v>6</c:v>
              </c:pt>
              <c:pt idx="2">
                <c:v>24</c:v>
              </c:pt>
              <c:pt idx="3">
                <c:v>10</c:v>
              </c:pt>
            </c:numLit>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Regla activa</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72768"/>
      </c:catAx>
      <c:valAx>
        <c:axId val="48672768"/>
        <c:scaling>
          <c:orientation val="minMax"/>
          <c:max val="30"/>
          <c:min val="0"/>
        </c:scaling>
        <c:delete val="0"/>
        <c:axPos val="l"/>
        <c:title>
          <c:tx>
            <c:rich>
              <a:bodyPr xmlns:a="http://schemas.openxmlformats.org/drawingml/2006/main"/>
              <a:lstStyle xmlns:a="http://schemas.openxmlformats.org/drawingml/2006/main"/>
              <a:p xmlns:a="http://schemas.openxmlformats.org/drawingml/2006/main">
                <a:r>
                  <a:rPr>
                    <a:latin typeface="Arial"/>
                    <a:ea typeface="Arial"/>
                    <a:cs typeface="Arial"/>
                  </a:rPr>
                  <a:t>Aportación w · z</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a:solidFill>
                  <a:srgbClr val="666666"/>
                </a:solidFill>
                <a:latin typeface="Arial"/>
                <a:ea typeface="Arial"/>
                <a:cs typeface="Arial"/>
              </a:defRPr>
            </a:pPr>
          </a:p>
        </c:txPr>
        <c:crossAx val="48650112"/>
        <c:crossBetween val="between"/>
      </c:valAx>
    </c:plotArea>
    <c:plotVisOnly val="1"/>
  </c:chart>
  <c:spPr>
    <a:solidFill xmlns:a="http://schemas.openxmlformats.org/drawingml/2006/main">
      <a:srgbClr val="FFFFFF"/>
    </a:solidFill>
  </c:spPr>
</c:chartSpace>
</file>

<file path=ppt/slides/charts/chart40.xml><?xml version="1.0" encoding="utf-8"?>
<c:chartSpace xmlns:c="http://schemas.openxmlformats.org/drawingml/2006/chart">
  <c:lang val="en-US"/>
  <c:chart>
    <c:plotArea>
      <c:scatterChart>
        <c:ser>
          <c:idx val="0"/>
          <c:order val="0"/>
          <c:tx>
            <c:v>T</c:v>
          </c:tx>
          <c:spPr>
            <a:ln xmlns:a="http://schemas.openxmlformats.org/drawingml/2006/main" w="28575">
              <a:solidFill>
                <a:srgbClr val="2162A0"/>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18.365267</c:v>
              </c:pt>
              <c:pt idx="2">
                <c:v>18.65749</c:v>
              </c:pt>
              <c:pt idx="3">
                <c:v>18.938601</c:v>
              </c:pt>
              <c:pt idx="4">
                <c:v>19.19817</c:v>
              </c:pt>
              <c:pt idx="5">
                <c:v>19.439542</c:v>
              </c:pt>
              <c:pt idx="6">
                <c:v>19.663073</c:v>
              </c:pt>
              <c:pt idx="7">
                <c:v>19.869711</c:v>
              </c:pt>
              <c:pt idx="8">
                <c:v>20.060332</c:v>
              </c:pt>
              <c:pt idx="9">
                <c:v>20.235833</c:v>
              </c:pt>
              <c:pt idx="10">
                <c:v>20.397112</c:v>
              </c:pt>
              <c:pt idx="11">
                <c:v>20.545058</c:v>
              </c:pt>
              <c:pt idx="12">
                <c:v>20.680544</c:v>
              </c:pt>
              <c:pt idx="13">
                <c:v>20.804424</c:v>
              </c:pt>
              <c:pt idx="14">
                <c:v>20.917523</c:v>
              </c:pt>
              <c:pt idx="15">
                <c:v>21.020635</c:v>
              </c:pt>
              <c:pt idx="16">
                <c:v>21.114521</c:v>
              </c:pt>
              <c:pt idx="17">
                <c:v>21.199903</c:v>
              </c:pt>
              <c:pt idx="18">
                <c:v>21.277464</c:v>
              </c:pt>
              <c:pt idx="19">
                <c:v>21.347847</c:v>
              </c:pt>
              <c:pt idx="20">
                <c:v>21.411657</c:v>
              </c:pt>
              <c:pt idx="21">
                <c:v>21.469456</c:v>
              </c:pt>
              <c:pt idx="22">
                <c:v>21.521768</c:v>
              </c:pt>
              <c:pt idx="23">
                <c:v>21.56908</c:v>
              </c:pt>
              <c:pt idx="24">
                <c:v>21.61184</c:v>
              </c:pt>
              <c:pt idx="25">
                <c:v>21.650463</c:v>
              </c:pt>
              <c:pt idx="26">
                <c:v>21.685329</c:v>
              </c:pt>
              <c:pt idx="27">
                <c:v>21.716787</c:v>
              </c:pt>
              <c:pt idx="28">
                <c:v>21.745159</c:v>
              </c:pt>
              <c:pt idx="29">
                <c:v>21.770734</c:v>
              </c:pt>
              <c:pt idx="30">
                <c:v>21.793782</c:v>
              </c:pt>
              <c:pt idx="31">
                <c:v>21.814543</c:v>
              </c:pt>
              <c:pt idx="32">
                <c:v>21.833239</c:v>
              </c:pt>
              <c:pt idx="33">
                <c:v>21.850071</c:v>
              </c:pt>
              <c:pt idx="34">
                <c:v>21.865221</c:v>
              </c:pt>
              <c:pt idx="35">
                <c:v>21.878853</c:v>
              </c:pt>
              <c:pt idx="36">
                <c:v>21.891118</c:v>
              </c:pt>
              <c:pt idx="37">
                <c:v>21.902149</c:v>
              </c:pt>
              <c:pt idx="38">
                <c:v>21.91207</c:v>
              </c:pt>
              <c:pt idx="39">
                <c:v>21.920991</c:v>
              </c:pt>
              <c:pt idx="40">
                <c:v>21.929012</c:v>
              </c:pt>
              <c:pt idx="41">
                <c:v>21.936222</c:v>
              </c:pt>
              <c:pt idx="42">
                <c:v>21.942703</c:v>
              </c:pt>
              <c:pt idx="43">
                <c:v>21.948527</c:v>
              </c:pt>
              <c:pt idx="44">
                <c:v>21.953762</c:v>
              </c:pt>
              <c:pt idx="45">
                <c:v>21.958466</c:v>
              </c:pt>
              <c:pt idx="46">
                <c:v>21.962692</c:v>
              </c:pt>
              <c:pt idx="47">
                <c:v>21.96649</c:v>
              </c:pt>
              <c:pt idx="48">
                <c:v>21.969902</c:v>
              </c:pt>
              <c:pt idx="49">
                <c:v>21.972967</c:v>
              </c:pt>
              <c:pt idx="50">
                <c:v>21.975721</c:v>
              </c:pt>
              <c:pt idx="51">
                <c:v>21.978194</c:v>
              </c:pt>
              <c:pt idx="52">
                <c:v>21.980416</c:v>
              </c:pt>
              <c:pt idx="53">
                <c:v>21.982412</c:v>
              </c:pt>
              <c:pt idx="54">
                <c:v>21.984205</c:v>
              </c:pt>
              <c:pt idx="55">
                <c:v>21.985815</c:v>
              </c:pt>
              <c:pt idx="56">
                <c:v>21.987261</c:v>
              </c:pt>
              <c:pt idx="57">
                <c:v>21.98856</c:v>
              </c:pt>
              <c:pt idx="58">
                <c:v>21.989726</c:v>
              </c:pt>
              <c:pt idx="59">
                <c:v>21.990774</c:v>
              </c:pt>
              <c:pt idx="60">
                <c:v>21.991715</c:v>
              </c:pt>
              <c:pt idx="61">
                <c:v>21.99256</c:v>
              </c:pt>
              <c:pt idx="62">
                <c:v>21.993319</c:v>
              </c:pt>
              <c:pt idx="63">
                <c:v>21.994</c:v>
              </c:pt>
              <c:pt idx="64">
                <c:v>21.994612</c:v>
              </c:pt>
              <c:pt idx="65">
                <c:v>21.995162</c:v>
              </c:pt>
              <c:pt idx="66">
                <c:v>21.995655</c:v>
              </c:pt>
              <c:pt idx="67">
                <c:v>21.996098</c:v>
              </c:pt>
              <c:pt idx="68">
                <c:v>21.996496</c:v>
              </c:pt>
              <c:pt idx="69">
                <c:v>21.996854</c:v>
              </c:pt>
              <c:pt idx="70">
                <c:v>21.997175</c:v>
              </c:pt>
              <c:pt idx="71">
                <c:v>21.997463</c:v>
              </c:pt>
              <c:pt idx="72">
                <c:v>21.997722</c:v>
              </c:pt>
              <c:pt idx="73">
                <c:v>21.997954</c:v>
              </c:pt>
              <c:pt idx="74">
                <c:v>21.998163</c:v>
              </c:pt>
              <c:pt idx="75">
                <c:v>21.99835</c:v>
              </c:pt>
              <c:pt idx="76">
                <c:v>21.998519</c:v>
              </c:pt>
              <c:pt idx="77">
                <c:v>21.99867</c:v>
              </c:pt>
              <c:pt idx="78">
                <c:v>21.998806</c:v>
              </c:pt>
              <c:pt idx="79">
                <c:v>21.998927</c:v>
              </c:pt>
              <c:pt idx="80">
                <c:v>21.999037</c:v>
              </c:pt>
              <c:pt idx="81">
                <c:v>21.999135</c:v>
              </c:pt>
              <c:pt idx="82">
                <c:v>21.999223</c:v>
              </c:pt>
              <c:pt idx="83">
                <c:v>21.999303</c:v>
              </c:pt>
              <c:pt idx="84">
                <c:v>21.999374</c:v>
              </c:pt>
              <c:pt idx="85">
                <c:v>21.999438</c:v>
              </c:pt>
              <c:pt idx="86">
                <c:v>21.999495</c:v>
              </c:pt>
              <c:pt idx="87">
                <c:v>21.999547</c:v>
              </c:pt>
              <c:pt idx="88">
                <c:v>21.999593</c:v>
              </c:pt>
              <c:pt idx="89">
                <c:v>21.999634</c:v>
              </c:pt>
              <c:pt idx="90">
                <c:v>21.999672</c:v>
              </c:pt>
              <c:pt idx="91">
                <c:v>21.999705</c:v>
              </c:pt>
              <c:pt idx="92">
                <c:v>21.999735</c:v>
              </c:pt>
              <c:pt idx="93">
                <c:v>21.999762</c:v>
              </c:pt>
              <c:pt idx="94">
                <c:v>21.999787</c:v>
              </c:pt>
              <c:pt idx="95">
                <c:v>21.999808</c:v>
              </c:pt>
              <c:pt idx="96">
                <c:v>21.999828</c:v>
              </c:pt>
              <c:pt idx="97">
                <c:v>21.999845</c:v>
              </c:pt>
              <c:pt idx="98">
                <c:v>21.999861</c:v>
              </c:pt>
              <c:pt idx="99">
                <c:v>21.999875</c:v>
              </c:pt>
              <c:pt idx="100">
                <c:v>21.999888</c:v>
              </c:pt>
              <c:pt idx="101">
                <c:v>21.9999</c:v>
              </c:pt>
              <c:pt idx="102">
                <c:v>21.99991</c:v>
              </c:pt>
              <c:pt idx="103">
                <c:v>21.999919</c:v>
              </c:pt>
              <c:pt idx="104">
                <c:v>21.999927</c:v>
              </c:pt>
              <c:pt idx="105">
                <c:v>21.999935</c:v>
              </c:pt>
              <c:pt idx="106">
                <c:v>21.999941</c:v>
              </c:pt>
              <c:pt idx="107">
                <c:v>21.999947</c:v>
              </c:pt>
              <c:pt idx="108">
                <c:v>21.999953</c:v>
              </c:pt>
              <c:pt idx="109">
                <c:v>21.999958</c:v>
              </c:pt>
              <c:pt idx="110">
                <c:v>21.999962</c:v>
              </c:pt>
              <c:pt idx="111">
                <c:v>21.999966</c:v>
              </c:pt>
              <c:pt idx="112">
                <c:v>21.999969</c:v>
              </c:pt>
              <c:pt idx="113">
                <c:v>21.999972</c:v>
              </c:pt>
              <c:pt idx="114">
                <c:v>21.999975</c:v>
              </c:pt>
              <c:pt idx="115">
                <c:v>21.999978</c:v>
              </c:pt>
              <c:pt idx="116">
                <c:v>21.99998</c:v>
              </c:pt>
              <c:pt idx="117">
                <c:v>21.999982</c:v>
              </c:pt>
              <c:pt idx="118">
                <c:v>21.999984</c:v>
              </c:pt>
              <c:pt idx="119">
                <c:v>21.999986</c:v>
              </c:pt>
              <c:pt idx="120">
                <c:v>21.999987</c:v>
              </c:pt>
            </c:numLit>
          </c:yVal>
        </c:ser>
        <c:ser>
          <c:idx val="1"/>
          <c:order val="1"/>
          <c:tx>
            <c:v>r</c:v>
          </c:tx>
          <c:spPr>
            <a:ln xmlns:a="http://schemas.openxmlformats.org/drawingml/2006/main" w="28575">
              <a:solidFill>
                <a:srgbClr val="73808A"/>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22</c:v>
              </c:pt>
              <c:pt idx="1">
                <c:v>22</c:v>
              </c:pt>
              <c:pt idx="2">
                <c:v>22</c:v>
              </c:pt>
              <c:pt idx="3">
                <c:v>22</c:v>
              </c:pt>
              <c:pt idx="4">
                <c:v>22</c:v>
              </c:pt>
              <c:pt idx="5">
                <c:v>22</c:v>
              </c:pt>
              <c:pt idx="6">
                <c:v>22</c:v>
              </c:pt>
              <c:pt idx="7">
                <c:v>22</c:v>
              </c:pt>
              <c:pt idx="8">
                <c:v>22</c:v>
              </c:pt>
              <c:pt idx="9">
                <c:v>22</c:v>
              </c:pt>
              <c:pt idx="10">
                <c:v>22</c:v>
              </c:pt>
              <c:pt idx="11">
                <c:v>22</c:v>
              </c:pt>
              <c:pt idx="12">
                <c:v>22</c:v>
              </c:pt>
              <c:pt idx="13">
                <c:v>22</c:v>
              </c:pt>
              <c:pt idx="14">
                <c:v>22</c:v>
              </c:pt>
              <c:pt idx="15">
                <c:v>22</c:v>
              </c:pt>
              <c:pt idx="16">
                <c:v>22</c:v>
              </c:pt>
              <c:pt idx="17">
                <c:v>22</c:v>
              </c:pt>
              <c:pt idx="18">
                <c:v>22</c:v>
              </c:pt>
              <c:pt idx="19">
                <c:v>22</c:v>
              </c:pt>
              <c:pt idx="20">
                <c:v>22</c:v>
              </c:pt>
              <c:pt idx="21">
                <c:v>22</c:v>
              </c:pt>
              <c:pt idx="22">
                <c:v>22</c:v>
              </c:pt>
              <c:pt idx="23">
                <c:v>22</c:v>
              </c:pt>
              <c:pt idx="24">
                <c:v>22</c:v>
              </c:pt>
              <c:pt idx="25">
                <c:v>22</c:v>
              </c:pt>
              <c:pt idx="26">
                <c:v>22</c:v>
              </c:pt>
              <c:pt idx="27">
                <c:v>22</c:v>
              </c:pt>
              <c:pt idx="28">
                <c:v>22</c:v>
              </c:pt>
              <c:pt idx="29">
                <c:v>22</c:v>
              </c:pt>
              <c:pt idx="30">
                <c:v>22</c:v>
              </c:pt>
              <c:pt idx="31">
                <c:v>22</c:v>
              </c:pt>
              <c:pt idx="32">
                <c:v>22</c:v>
              </c:pt>
              <c:pt idx="33">
                <c:v>22</c:v>
              </c:pt>
              <c:pt idx="34">
                <c:v>22</c:v>
              </c:pt>
              <c:pt idx="35">
                <c:v>22</c:v>
              </c:pt>
              <c:pt idx="36">
                <c:v>22</c:v>
              </c:pt>
              <c:pt idx="37">
                <c:v>22</c:v>
              </c:pt>
              <c:pt idx="38">
                <c:v>22</c:v>
              </c:pt>
              <c:pt idx="39">
                <c:v>22</c:v>
              </c:pt>
              <c:pt idx="40">
                <c:v>22</c:v>
              </c:pt>
              <c:pt idx="41">
                <c:v>22</c:v>
              </c:pt>
              <c:pt idx="42">
                <c:v>22</c:v>
              </c:pt>
              <c:pt idx="43">
                <c:v>22</c:v>
              </c:pt>
              <c:pt idx="44">
                <c:v>22</c:v>
              </c:pt>
              <c:pt idx="45">
                <c:v>22</c:v>
              </c:pt>
              <c:pt idx="46">
                <c:v>22</c:v>
              </c:pt>
              <c:pt idx="47">
                <c:v>22</c:v>
              </c:pt>
              <c:pt idx="48">
                <c:v>22</c:v>
              </c:pt>
              <c:pt idx="49">
                <c:v>22</c:v>
              </c:pt>
              <c:pt idx="50">
                <c:v>22</c:v>
              </c:pt>
              <c:pt idx="51">
                <c:v>22</c:v>
              </c:pt>
              <c:pt idx="52">
                <c:v>22</c:v>
              </c:pt>
              <c:pt idx="53">
                <c:v>22</c:v>
              </c:pt>
              <c:pt idx="54">
                <c:v>22</c:v>
              </c:pt>
              <c:pt idx="55">
                <c:v>22</c:v>
              </c:pt>
              <c:pt idx="56">
                <c:v>22</c:v>
              </c:pt>
              <c:pt idx="57">
                <c:v>22</c:v>
              </c:pt>
              <c:pt idx="58">
                <c:v>22</c:v>
              </c:pt>
              <c:pt idx="59">
                <c:v>22</c:v>
              </c:pt>
              <c:pt idx="60">
                <c:v>22</c:v>
              </c:pt>
              <c:pt idx="61">
                <c:v>22</c:v>
              </c:pt>
              <c:pt idx="62">
                <c:v>22</c:v>
              </c:pt>
              <c:pt idx="63">
                <c:v>22</c:v>
              </c:pt>
              <c:pt idx="64">
                <c:v>22</c:v>
              </c:pt>
              <c:pt idx="65">
                <c:v>22</c:v>
              </c:pt>
              <c:pt idx="66">
                <c:v>22</c:v>
              </c:pt>
              <c:pt idx="67">
                <c:v>22</c:v>
              </c:pt>
              <c:pt idx="68">
                <c:v>22</c:v>
              </c:pt>
              <c:pt idx="69">
                <c:v>22</c:v>
              </c:pt>
              <c:pt idx="70">
                <c:v>22</c:v>
              </c:pt>
              <c:pt idx="71">
                <c:v>22</c:v>
              </c:pt>
              <c:pt idx="72">
                <c:v>22</c:v>
              </c:pt>
              <c:pt idx="73">
                <c:v>22</c:v>
              </c:pt>
              <c:pt idx="74">
                <c:v>22</c:v>
              </c:pt>
              <c:pt idx="75">
                <c:v>22</c:v>
              </c:pt>
              <c:pt idx="76">
                <c:v>22</c:v>
              </c:pt>
              <c:pt idx="77">
                <c:v>22</c:v>
              </c:pt>
              <c:pt idx="78">
                <c:v>22</c:v>
              </c:pt>
              <c:pt idx="79">
                <c:v>22</c:v>
              </c:pt>
              <c:pt idx="80">
                <c:v>22</c:v>
              </c:pt>
              <c:pt idx="81">
                <c:v>22</c:v>
              </c:pt>
              <c:pt idx="82">
                <c:v>22</c:v>
              </c:pt>
              <c:pt idx="83">
                <c:v>22</c:v>
              </c:pt>
              <c:pt idx="84">
                <c:v>22</c:v>
              </c:pt>
              <c:pt idx="85">
                <c:v>22</c:v>
              </c:pt>
              <c:pt idx="86">
                <c:v>22</c:v>
              </c:pt>
              <c:pt idx="87">
                <c:v>22</c:v>
              </c:pt>
              <c:pt idx="88">
                <c:v>22</c:v>
              </c:pt>
              <c:pt idx="89">
                <c:v>22</c:v>
              </c:pt>
              <c:pt idx="90">
                <c:v>22</c:v>
              </c:pt>
              <c:pt idx="91">
                <c:v>22</c:v>
              </c:pt>
              <c:pt idx="92">
                <c:v>22</c:v>
              </c:pt>
              <c:pt idx="93">
                <c:v>22</c:v>
              </c:pt>
              <c:pt idx="94">
                <c:v>22</c:v>
              </c:pt>
              <c:pt idx="95">
                <c:v>22</c:v>
              </c:pt>
              <c:pt idx="96">
                <c:v>22</c:v>
              </c:pt>
              <c:pt idx="97">
                <c:v>22</c:v>
              </c:pt>
              <c:pt idx="98">
                <c:v>22</c:v>
              </c:pt>
              <c:pt idx="99">
                <c:v>22</c:v>
              </c:pt>
              <c:pt idx="100">
                <c:v>22</c:v>
              </c:pt>
              <c:pt idx="101">
                <c:v>22</c:v>
              </c:pt>
              <c:pt idx="102">
                <c:v>22</c:v>
              </c:pt>
              <c:pt idx="103">
                <c:v>22</c:v>
              </c:pt>
              <c:pt idx="104">
                <c:v>22</c:v>
              </c:pt>
              <c:pt idx="105">
                <c:v>22</c:v>
              </c:pt>
              <c:pt idx="106">
                <c:v>22</c:v>
              </c:pt>
              <c:pt idx="107">
                <c:v>22</c:v>
              </c:pt>
              <c:pt idx="108">
                <c:v>22</c:v>
              </c:pt>
              <c:pt idx="109">
                <c:v>22</c:v>
              </c:pt>
              <c:pt idx="110">
                <c:v>22</c:v>
              </c:pt>
              <c:pt idx="111">
                <c:v>22</c:v>
              </c:pt>
              <c:pt idx="112">
                <c:v>22</c:v>
              </c:pt>
              <c:pt idx="113">
                <c:v>22</c:v>
              </c:pt>
              <c:pt idx="114">
                <c:v>22</c:v>
              </c:pt>
              <c:pt idx="115">
                <c:v>22</c:v>
              </c:pt>
              <c:pt idx="116">
                <c:v>22</c:v>
              </c:pt>
              <c:pt idx="117">
                <c:v>22</c:v>
              </c:pt>
              <c:pt idx="118">
                <c:v>22</c:v>
              </c:pt>
              <c:pt idx="119">
                <c:v>22</c:v>
              </c:pt>
              <c:pt idx="120">
                <c:v>22</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3"/>
          <c:min val="18"/>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41.xml><?xml version="1.0" encoding="utf-8"?>
<c:chartSpace xmlns:c="http://schemas.openxmlformats.org/drawingml/2006/chart">
  <c:lang val="en-US"/>
  <c:chart>
    <c:plotArea>
      <c:scatterChart>
        <c:ser>
          <c:idx val="0"/>
          <c:order val="0"/>
          <c:tx>
            <c:v>u</c:v>
          </c:tx>
          <c:spPr>
            <a:ln xmlns:a="http://schemas.openxmlformats.org/drawingml/2006/main" w="28575">
              <a:solidFill>
                <a:srgbClr val="D96B18"/>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60</c:v>
              </c:pt>
              <c:pt idx="1">
                <c:v>27.440988</c:v>
              </c:pt>
              <c:pt idx="2">
                <c:v>33.293565</c:v>
              </c:pt>
              <c:pt idx="3">
                <c:v>31.189495</c:v>
              </c:pt>
              <c:pt idx="4">
                <c:v>30.897261</c:v>
              </c:pt>
              <c:pt idx="5">
                <c:v>30.24267</c:v>
              </c:pt>
              <c:pt idx="6">
                <c:v>29.641799</c:v>
              </c:pt>
              <c:pt idx="7">
                <c:v>29.036885</c:v>
              </c:pt>
              <c:pt idx="8">
                <c:v>28.442204</c:v>
              </c:pt>
              <c:pt idx="9">
                <c:v>27.861652</c:v>
              </c:pt>
              <c:pt idx="10">
                <c:v>27.299343</c:v>
              </c:pt>
              <c:pt idx="11">
                <c:v>26.758486</c:v>
              </c:pt>
              <c:pt idx="12">
                <c:v>26.241545</c:v>
              </c:pt>
              <c:pt idx="13">
                <c:v>25.750298</c:v>
              </c:pt>
              <c:pt idx="14">
                <c:v>25.285907</c:v>
              </c:pt>
              <c:pt idx="15">
                <c:v>24.848994</c:v>
              </c:pt>
              <c:pt idx="16">
                <c:v>24.439717</c:v>
              </c:pt>
              <c:pt idx="17">
                <c:v>24.057845</c:v>
              </c:pt>
              <c:pt idx="18">
                <c:v>23.702829</c:v>
              </c:pt>
              <c:pt idx="19">
                <c:v>23.373862</c:v>
              </c:pt>
              <c:pt idx="20">
                <c:v>23.069946</c:v>
              </c:pt>
              <c:pt idx="21">
                <c:v>22.789935</c:v>
              </c:pt>
              <c:pt idx="22">
                <c:v>22.532588</c:v>
              </c:pt>
              <c:pt idx="23">
                <c:v>22.2966</c:v>
              </c:pt>
              <c:pt idx="24">
                <c:v>22.08064</c:v>
              </c:pt>
              <c:pt idx="25">
                <c:v>21.883373</c:v>
              </c:pt>
              <c:pt idx="26">
                <c:v>21.703482</c:v>
              </c:pt>
              <c:pt idx="27">
                <c:v>21.539686</c:v>
              </c:pt>
              <c:pt idx="28">
                <c:v>21.390749</c:v>
              </c:pt>
              <c:pt idx="29">
                <c:v>21.25549</c:v>
              </c:pt>
              <c:pt idx="30">
                <c:v>21.132792</c:v>
              </c:pt>
              <c:pt idx="31">
                <c:v>21.0216</c:v>
              </c:pt>
              <c:pt idx="32">
                <c:v>20.920928</c:v>
              </c:pt>
              <c:pt idx="33">
                <c:v>20.829854</c:v>
              </c:pt>
              <c:pt idx="34">
                <c:v>20.747526</c:v>
              </c:pt>
              <c:pt idx="35">
                <c:v>20.673154</c:v>
              </c:pt>
              <c:pt idx="36">
                <c:v>20.606008</c:v>
              </c:pt>
              <c:pt idx="37">
                <c:v>20.545421</c:v>
              </c:pt>
              <c:pt idx="38">
                <c:v>20.490777</c:v>
              </c:pt>
              <c:pt idx="39">
                <c:v>20.441517</c:v>
              </c:pt>
              <c:pt idx="40">
                <c:v>20.397126</c:v>
              </c:pt>
              <c:pt idx="41">
                <c:v>20.357138</c:v>
              </c:pt>
              <c:pt idx="42">
                <c:v>20.321128</c:v>
              </c:pt>
              <c:pt idx="43">
                <c:v>20.28871</c:v>
              </c:pt>
              <c:pt idx="44">
                <c:v>20.259532</c:v>
              </c:pt>
              <c:pt idx="45">
                <c:v>20.233277</c:v>
              </c:pt>
              <c:pt idx="46">
                <c:v>20.209658</c:v>
              </c:pt>
              <c:pt idx="47">
                <c:v>20.188413</c:v>
              </c:pt>
              <c:pt idx="48">
                <c:v>20.169307</c:v>
              </c:pt>
              <c:pt idx="49">
                <c:v>20.152128</c:v>
              </c:pt>
              <c:pt idx="50">
                <c:v>20.136683</c:v>
              </c:pt>
              <c:pt idx="51">
                <c:v>20.122799</c:v>
              </c:pt>
              <c:pt idx="52">
                <c:v>20.110319</c:v>
              </c:pt>
              <c:pt idx="53">
                <c:v>20.099103</c:v>
              </c:pt>
              <c:pt idx="54">
                <c:v>20.089024</c:v>
              </c:pt>
              <c:pt idx="55">
                <c:v>20.079967</c:v>
              </c:pt>
              <c:pt idx="56">
                <c:v>20.071828</c:v>
              </c:pt>
              <c:pt idx="57">
                <c:v>20.064516</c:v>
              </c:pt>
              <c:pt idx="58">
                <c:v>20.057947</c:v>
              </c:pt>
              <c:pt idx="59">
                <c:v>20.052045</c:v>
              </c:pt>
              <c:pt idx="60">
                <c:v>20.046744</c:v>
              </c:pt>
              <c:pt idx="61">
                <c:v>20.041981</c:v>
              </c:pt>
              <c:pt idx="62">
                <c:v>20.037704</c:v>
              </c:pt>
              <c:pt idx="63">
                <c:v>20.033861</c:v>
              </c:pt>
              <c:pt idx="64">
                <c:v>20.03041</c:v>
              </c:pt>
              <c:pt idx="65">
                <c:v>20.02731</c:v>
              </c:pt>
              <c:pt idx="66">
                <c:v>20.024526</c:v>
              </c:pt>
              <c:pt idx="67">
                <c:v>20.022025</c:v>
              </c:pt>
              <c:pt idx="68">
                <c:v>20.019779</c:v>
              </c:pt>
              <c:pt idx="69">
                <c:v>20.017762</c:v>
              </c:pt>
              <c:pt idx="70">
                <c:v>20.015951</c:v>
              </c:pt>
              <c:pt idx="71">
                <c:v>20.014324</c:v>
              </c:pt>
              <c:pt idx="72">
                <c:v>20.012863</c:v>
              </c:pt>
              <c:pt idx="73">
                <c:v>20.011551</c:v>
              </c:pt>
              <c:pt idx="74">
                <c:v>20.010373</c:v>
              </c:pt>
              <c:pt idx="75">
                <c:v>20.009315</c:v>
              </c:pt>
              <c:pt idx="76">
                <c:v>20.008365</c:v>
              </c:pt>
              <c:pt idx="77">
                <c:v>20.007511</c:v>
              </c:pt>
              <c:pt idx="78">
                <c:v>20.006745</c:v>
              </c:pt>
              <c:pt idx="79">
                <c:v>20.006057</c:v>
              </c:pt>
              <c:pt idx="80">
                <c:v>20.005439</c:v>
              </c:pt>
              <c:pt idx="81">
                <c:v>20.004884</c:v>
              </c:pt>
              <c:pt idx="82">
                <c:v>20.004386</c:v>
              </c:pt>
              <c:pt idx="83">
                <c:v>20.003938</c:v>
              </c:pt>
              <c:pt idx="84">
                <c:v>20.003536</c:v>
              </c:pt>
              <c:pt idx="85">
                <c:v>20.003176</c:v>
              </c:pt>
              <c:pt idx="86">
                <c:v>20.002852</c:v>
              </c:pt>
              <c:pt idx="87">
                <c:v>20.002561</c:v>
              </c:pt>
              <c:pt idx="88">
                <c:v>20.002299</c:v>
              </c:pt>
              <c:pt idx="89">
                <c:v>20.002065</c:v>
              </c:pt>
              <c:pt idx="90">
                <c:v>20.001854</c:v>
              </c:pt>
              <c:pt idx="91">
                <c:v>20.001665</c:v>
              </c:pt>
              <c:pt idx="92">
                <c:v>20.001495</c:v>
              </c:pt>
              <c:pt idx="93">
                <c:v>20.001343</c:v>
              </c:pt>
              <c:pt idx="94">
                <c:v>20.001206</c:v>
              </c:pt>
              <c:pt idx="95">
                <c:v>20.001083</c:v>
              </c:pt>
              <c:pt idx="96">
                <c:v>20.000972</c:v>
              </c:pt>
              <c:pt idx="97">
                <c:v>20.000873</c:v>
              </c:pt>
              <c:pt idx="98">
                <c:v>20.000784</c:v>
              </c:pt>
              <c:pt idx="99">
                <c:v>20.000704</c:v>
              </c:pt>
              <c:pt idx="100">
                <c:v>20.000632</c:v>
              </c:pt>
              <c:pt idx="101">
                <c:v>20.000568</c:v>
              </c:pt>
              <c:pt idx="102">
                <c:v>20.00051</c:v>
              </c:pt>
              <c:pt idx="103">
                <c:v>20.000458</c:v>
              </c:pt>
              <c:pt idx="104">
                <c:v>20.000411</c:v>
              </c:pt>
              <c:pt idx="105">
                <c:v>20.000369</c:v>
              </c:pt>
              <c:pt idx="106">
                <c:v>20.000331</c:v>
              </c:pt>
              <c:pt idx="107">
                <c:v>20.000298</c:v>
              </c:pt>
              <c:pt idx="108">
                <c:v>20.000267</c:v>
              </c:pt>
              <c:pt idx="109">
                <c:v>20.00024</c:v>
              </c:pt>
              <c:pt idx="110">
                <c:v>20.000215</c:v>
              </c:pt>
              <c:pt idx="111">
                <c:v>20.000193</c:v>
              </c:pt>
              <c:pt idx="112">
                <c:v>20.000174</c:v>
              </c:pt>
              <c:pt idx="113">
                <c:v>20.000156</c:v>
              </c:pt>
              <c:pt idx="114">
                <c:v>20.00014</c:v>
              </c:pt>
              <c:pt idx="115">
                <c:v>20.000126</c:v>
              </c:pt>
              <c:pt idx="116">
                <c:v>20.000113</c:v>
              </c:pt>
              <c:pt idx="117">
                <c:v>20.000101</c:v>
              </c:pt>
              <c:pt idx="118">
                <c:v>20.000091</c:v>
              </c:pt>
              <c:pt idx="119">
                <c:v>20.000082</c:v>
              </c:pt>
              <c:pt idx="120">
                <c:v>20.000073</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100"/>
          <c:min val="0"/>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Potencia (%)</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42.xml><?xml version="1.0" encoding="utf-8"?>
<c:chartSpace xmlns:c="http://schemas.openxmlformats.org/drawingml/2006/chart">
  <c:lang val="en-US"/>
  <c:chart>
    <c:plotArea>
      <c:scatterChart>
        <c:ser>
          <c:idx val="0"/>
          <c:order val="0"/>
          <c:tx>
            <c:v>T</c:v>
          </c:tx>
          <c:spPr>
            <a:ln xmlns:a="http://schemas.openxmlformats.org/drawingml/2006/main" w="28575">
              <a:solidFill>
                <a:srgbClr val="2162A0"/>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18.365267</c:v>
              </c:pt>
              <c:pt idx="2">
                <c:v>18.65749</c:v>
              </c:pt>
              <c:pt idx="3">
                <c:v>18.938601</c:v>
              </c:pt>
              <c:pt idx="4">
                <c:v>19.19817</c:v>
              </c:pt>
              <c:pt idx="5">
                <c:v>19.439542</c:v>
              </c:pt>
              <c:pt idx="6">
                <c:v>19.663073</c:v>
              </c:pt>
              <c:pt idx="7">
                <c:v>19.869711</c:v>
              </c:pt>
              <c:pt idx="8">
                <c:v>20.060332</c:v>
              </c:pt>
              <c:pt idx="9">
                <c:v>20.235833</c:v>
              </c:pt>
              <c:pt idx="10">
                <c:v>20.397112</c:v>
              </c:pt>
              <c:pt idx="11">
                <c:v>20.545058</c:v>
              </c:pt>
              <c:pt idx="12">
                <c:v>20.680544</c:v>
              </c:pt>
              <c:pt idx="13">
                <c:v>20.804424</c:v>
              </c:pt>
              <c:pt idx="14">
                <c:v>20.917523</c:v>
              </c:pt>
              <c:pt idx="15">
                <c:v>21.020635</c:v>
              </c:pt>
              <c:pt idx="16">
                <c:v>21.114521</c:v>
              </c:pt>
              <c:pt idx="17">
                <c:v>21.199903</c:v>
              </c:pt>
              <c:pt idx="18">
                <c:v>21.277464</c:v>
              </c:pt>
              <c:pt idx="19">
                <c:v>21.347847</c:v>
              </c:pt>
              <c:pt idx="20">
                <c:v>21.411657</c:v>
              </c:pt>
              <c:pt idx="21">
                <c:v>21.469456</c:v>
              </c:pt>
              <c:pt idx="22">
                <c:v>21.521768</c:v>
              </c:pt>
              <c:pt idx="23">
                <c:v>21.56908</c:v>
              </c:pt>
              <c:pt idx="24">
                <c:v>21.61184</c:v>
              </c:pt>
              <c:pt idx="25">
                <c:v>21.650463</c:v>
              </c:pt>
              <c:pt idx="26">
                <c:v>21.685329</c:v>
              </c:pt>
              <c:pt idx="27">
                <c:v>21.716787</c:v>
              </c:pt>
              <c:pt idx="28">
                <c:v>21.745159</c:v>
              </c:pt>
              <c:pt idx="29">
                <c:v>21.770734</c:v>
              </c:pt>
              <c:pt idx="30">
                <c:v>21.793782</c:v>
              </c:pt>
              <c:pt idx="31">
                <c:v>21.814543</c:v>
              </c:pt>
              <c:pt idx="32">
                <c:v>21.833239</c:v>
              </c:pt>
              <c:pt idx="33">
                <c:v>21.850071</c:v>
              </c:pt>
              <c:pt idx="34">
                <c:v>21.865221</c:v>
              </c:pt>
              <c:pt idx="35">
                <c:v>21.878853</c:v>
              </c:pt>
              <c:pt idx="36">
                <c:v>21.891118</c:v>
              </c:pt>
              <c:pt idx="37">
                <c:v>21.902149</c:v>
              </c:pt>
              <c:pt idx="38">
                <c:v>21.91207</c:v>
              </c:pt>
              <c:pt idx="39">
                <c:v>21.920991</c:v>
              </c:pt>
              <c:pt idx="40">
                <c:v>21.929012</c:v>
              </c:pt>
              <c:pt idx="41">
                <c:v>21.875206</c:v>
              </c:pt>
              <c:pt idx="42">
                <c:v>21.83403</c:v>
              </c:pt>
              <c:pt idx="43">
                <c:v>21.793184</c:v>
              </c:pt>
              <c:pt idx="44">
                <c:v>21.756663</c:v>
              </c:pt>
              <c:pt idx="45">
                <c:v>21.722688</c:v>
              </c:pt>
              <c:pt idx="46">
                <c:v>21.691566</c:v>
              </c:pt>
              <c:pt idx="47">
                <c:v>21.662886</c:v>
              </c:pt>
              <c:pt idx="48">
                <c:v>21.636519</c:v>
              </c:pt>
              <c:pt idx="49">
                <c:v>21.612255</c:v>
              </c:pt>
              <c:pt idx="50">
                <c:v>21.589936</c:v>
              </c:pt>
              <c:pt idx="51">
                <c:v>21.569401</c:v>
              </c:pt>
              <c:pt idx="52">
                <c:v>21.55051</c:v>
              </c:pt>
              <c:pt idx="53">
                <c:v>21.533131</c:v>
              </c:pt>
              <c:pt idx="54">
                <c:v>21.517143</c:v>
              </c:pt>
              <c:pt idx="55">
                <c:v>21.502434</c:v>
              </c:pt>
              <c:pt idx="56">
                <c:v>21.488902</c:v>
              </c:pt>
              <c:pt idx="57">
                <c:v>21.476453</c:v>
              </c:pt>
              <c:pt idx="58">
                <c:v>21.465</c:v>
              </c:pt>
              <c:pt idx="59">
                <c:v>21.454464</c:v>
              </c:pt>
              <c:pt idx="60">
                <c:v>21.44477</c:v>
              </c:pt>
              <c:pt idx="61">
                <c:v>21.435853</c:v>
              </c:pt>
              <c:pt idx="62">
                <c:v>21.427649</c:v>
              </c:pt>
              <c:pt idx="63">
                <c:v>21.420101</c:v>
              </c:pt>
              <c:pt idx="64">
                <c:v>21.413158</c:v>
              </c:pt>
              <c:pt idx="65">
                <c:v>21.40677</c:v>
              </c:pt>
              <c:pt idx="66">
                <c:v>21.400894</c:v>
              </c:pt>
              <c:pt idx="67">
                <c:v>21.395487</c:v>
              </c:pt>
              <c:pt idx="68">
                <c:v>21.390513</c:v>
              </c:pt>
              <c:pt idx="69">
                <c:v>21.385938</c:v>
              </c:pt>
              <c:pt idx="70">
                <c:v>21.381728</c:v>
              </c:pt>
              <c:pt idx="71">
                <c:v>21.377855</c:v>
              </c:pt>
              <c:pt idx="72">
                <c:v>21.374293</c:v>
              </c:pt>
              <c:pt idx="73">
                <c:v>21.371015</c:v>
              </c:pt>
              <c:pt idx="74">
                <c:v>21.368</c:v>
              </c:pt>
              <c:pt idx="75">
                <c:v>21.365225</c:v>
              </c:pt>
              <c:pt idx="76">
                <c:v>21.362673</c:v>
              </c:pt>
              <c:pt idx="77">
                <c:v>21.360325</c:v>
              </c:pt>
              <c:pt idx="78">
                <c:v>21.358165</c:v>
              </c:pt>
              <c:pt idx="79">
                <c:v>21.356178</c:v>
              </c:pt>
              <c:pt idx="80">
                <c:v>21.35435</c:v>
              </c:pt>
              <c:pt idx="81">
                <c:v>21.352668</c:v>
              </c:pt>
              <c:pt idx="82">
                <c:v>21.351121</c:v>
              </c:pt>
              <c:pt idx="83">
                <c:v>21.349698</c:v>
              </c:pt>
              <c:pt idx="84">
                <c:v>21.348388</c:v>
              </c:pt>
              <c:pt idx="85">
                <c:v>21.347183</c:v>
              </c:pt>
              <c:pt idx="86">
                <c:v>21.346075</c:v>
              </c:pt>
              <c:pt idx="87">
                <c:v>21.345055</c:v>
              </c:pt>
              <c:pt idx="88">
                <c:v>21.344117</c:v>
              </c:pt>
              <c:pt idx="89">
                <c:v>21.343254</c:v>
              </c:pt>
              <c:pt idx="90">
                <c:v>21.342461</c:v>
              </c:pt>
              <c:pt idx="91">
                <c:v>21.34173</c:v>
              </c:pt>
              <c:pt idx="92">
                <c:v>21.341058</c:v>
              </c:pt>
              <c:pt idx="93">
                <c:v>21.34044</c:v>
              </c:pt>
              <c:pt idx="94">
                <c:v>21.339871</c:v>
              </c:pt>
              <c:pt idx="95">
                <c:v>21.339348</c:v>
              </c:pt>
              <c:pt idx="96">
                <c:v>21.338867</c:v>
              </c:pt>
              <c:pt idx="97">
                <c:v>21.338424</c:v>
              </c:pt>
              <c:pt idx="98">
                <c:v>21.338017</c:v>
              </c:pt>
              <c:pt idx="99">
                <c:v>21.337642</c:v>
              </c:pt>
              <c:pt idx="100">
                <c:v>21.337297</c:v>
              </c:pt>
              <c:pt idx="101">
                <c:v>21.33698</c:v>
              </c:pt>
              <c:pt idx="102">
                <c:v>21.336688</c:v>
              </c:pt>
              <c:pt idx="103">
                <c:v>21.33642</c:v>
              </c:pt>
              <c:pt idx="104">
                <c:v>21.336173</c:v>
              </c:pt>
              <c:pt idx="105">
                <c:v>21.335945</c:v>
              </c:pt>
              <c:pt idx="106">
                <c:v>21.335736</c:v>
              </c:pt>
              <c:pt idx="107">
                <c:v>21.335544</c:v>
              </c:pt>
              <c:pt idx="108">
                <c:v>21.335367</c:v>
              </c:pt>
              <c:pt idx="109">
                <c:v>21.335204</c:v>
              </c:pt>
              <c:pt idx="110">
                <c:v>21.335055</c:v>
              </c:pt>
              <c:pt idx="111">
                <c:v>21.334917</c:v>
              </c:pt>
              <c:pt idx="112">
                <c:v>21.33479</c:v>
              </c:pt>
              <c:pt idx="113">
                <c:v>21.334674</c:v>
              </c:pt>
              <c:pt idx="114">
                <c:v>21.334566</c:v>
              </c:pt>
              <c:pt idx="115">
                <c:v>21.334468</c:v>
              </c:pt>
              <c:pt idx="116">
                <c:v>21.334377</c:v>
              </c:pt>
              <c:pt idx="117">
                <c:v>21.334293</c:v>
              </c:pt>
              <c:pt idx="118">
                <c:v>21.334217</c:v>
              </c:pt>
              <c:pt idx="119">
                <c:v>21.334146</c:v>
              </c:pt>
              <c:pt idx="120">
                <c:v>21.334081</c:v>
              </c:pt>
            </c:numLit>
          </c:yVal>
        </c:ser>
        <c:ser>
          <c:idx val="1"/>
          <c:order val="1"/>
          <c:tx>
            <c:v>r</c:v>
          </c:tx>
          <c:spPr>
            <a:ln xmlns:a="http://schemas.openxmlformats.org/drawingml/2006/main" w="28575">
              <a:solidFill>
                <a:srgbClr val="D96B18"/>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22</c:v>
              </c:pt>
              <c:pt idx="1">
                <c:v>22</c:v>
              </c:pt>
              <c:pt idx="2">
                <c:v>22</c:v>
              </c:pt>
              <c:pt idx="3">
                <c:v>22</c:v>
              </c:pt>
              <c:pt idx="4">
                <c:v>22</c:v>
              </c:pt>
              <c:pt idx="5">
                <c:v>22</c:v>
              </c:pt>
              <c:pt idx="6">
                <c:v>22</c:v>
              </c:pt>
              <c:pt idx="7">
                <c:v>22</c:v>
              </c:pt>
              <c:pt idx="8">
                <c:v>22</c:v>
              </c:pt>
              <c:pt idx="9">
                <c:v>22</c:v>
              </c:pt>
              <c:pt idx="10">
                <c:v>22</c:v>
              </c:pt>
              <c:pt idx="11">
                <c:v>22</c:v>
              </c:pt>
              <c:pt idx="12">
                <c:v>22</c:v>
              </c:pt>
              <c:pt idx="13">
                <c:v>22</c:v>
              </c:pt>
              <c:pt idx="14">
                <c:v>22</c:v>
              </c:pt>
              <c:pt idx="15">
                <c:v>22</c:v>
              </c:pt>
              <c:pt idx="16">
                <c:v>22</c:v>
              </c:pt>
              <c:pt idx="17">
                <c:v>22</c:v>
              </c:pt>
              <c:pt idx="18">
                <c:v>22</c:v>
              </c:pt>
              <c:pt idx="19">
                <c:v>22</c:v>
              </c:pt>
              <c:pt idx="20">
                <c:v>22</c:v>
              </c:pt>
              <c:pt idx="21">
                <c:v>22</c:v>
              </c:pt>
              <c:pt idx="22">
                <c:v>22</c:v>
              </c:pt>
              <c:pt idx="23">
                <c:v>22</c:v>
              </c:pt>
              <c:pt idx="24">
                <c:v>22</c:v>
              </c:pt>
              <c:pt idx="25">
                <c:v>22</c:v>
              </c:pt>
              <c:pt idx="26">
                <c:v>22</c:v>
              </c:pt>
              <c:pt idx="27">
                <c:v>22</c:v>
              </c:pt>
              <c:pt idx="28">
                <c:v>22</c:v>
              </c:pt>
              <c:pt idx="29">
                <c:v>22</c:v>
              </c:pt>
              <c:pt idx="30">
                <c:v>22</c:v>
              </c:pt>
              <c:pt idx="31">
                <c:v>22</c:v>
              </c:pt>
              <c:pt idx="32">
                <c:v>22</c:v>
              </c:pt>
              <c:pt idx="33">
                <c:v>22</c:v>
              </c:pt>
              <c:pt idx="34">
                <c:v>22</c:v>
              </c:pt>
              <c:pt idx="35">
                <c:v>22</c:v>
              </c:pt>
              <c:pt idx="36">
                <c:v>22</c:v>
              </c:pt>
              <c:pt idx="37">
                <c:v>22</c:v>
              </c:pt>
              <c:pt idx="38">
                <c:v>22</c:v>
              </c:pt>
              <c:pt idx="39">
                <c:v>22</c:v>
              </c:pt>
              <c:pt idx="40">
                <c:v>22</c:v>
              </c:pt>
              <c:pt idx="41">
                <c:v>22</c:v>
              </c:pt>
              <c:pt idx="42">
                <c:v>22</c:v>
              </c:pt>
              <c:pt idx="43">
                <c:v>22</c:v>
              </c:pt>
              <c:pt idx="44">
                <c:v>22</c:v>
              </c:pt>
              <c:pt idx="45">
                <c:v>22</c:v>
              </c:pt>
              <c:pt idx="46">
                <c:v>22</c:v>
              </c:pt>
              <c:pt idx="47">
                <c:v>22</c:v>
              </c:pt>
              <c:pt idx="48">
                <c:v>22</c:v>
              </c:pt>
              <c:pt idx="49">
                <c:v>22</c:v>
              </c:pt>
              <c:pt idx="50">
                <c:v>22</c:v>
              </c:pt>
              <c:pt idx="51">
                <c:v>22</c:v>
              </c:pt>
              <c:pt idx="52">
                <c:v>22</c:v>
              </c:pt>
              <c:pt idx="53">
                <c:v>22</c:v>
              </c:pt>
              <c:pt idx="54">
                <c:v>22</c:v>
              </c:pt>
              <c:pt idx="55">
                <c:v>22</c:v>
              </c:pt>
              <c:pt idx="56">
                <c:v>22</c:v>
              </c:pt>
              <c:pt idx="57">
                <c:v>22</c:v>
              </c:pt>
              <c:pt idx="58">
                <c:v>22</c:v>
              </c:pt>
              <c:pt idx="59">
                <c:v>22</c:v>
              </c:pt>
              <c:pt idx="60">
                <c:v>22</c:v>
              </c:pt>
              <c:pt idx="61">
                <c:v>22</c:v>
              </c:pt>
              <c:pt idx="62">
                <c:v>22</c:v>
              </c:pt>
              <c:pt idx="63">
                <c:v>22</c:v>
              </c:pt>
              <c:pt idx="64">
                <c:v>22</c:v>
              </c:pt>
              <c:pt idx="65">
                <c:v>22</c:v>
              </c:pt>
              <c:pt idx="66">
                <c:v>22</c:v>
              </c:pt>
              <c:pt idx="67">
                <c:v>22</c:v>
              </c:pt>
              <c:pt idx="68">
                <c:v>22</c:v>
              </c:pt>
              <c:pt idx="69">
                <c:v>22</c:v>
              </c:pt>
              <c:pt idx="70">
                <c:v>22</c:v>
              </c:pt>
              <c:pt idx="71">
                <c:v>22</c:v>
              </c:pt>
              <c:pt idx="72">
                <c:v>22</c:v>
              </c:pt>
              <c:pt idx="73">
                <c:v>22</c:v>
              </c:pt>
              <c:pt idx="74">
                <c:v>22</c:v>
              </c:pt>
              <c:pt idx="75">
                <c:v>22</c:v>
              </c:pt>
              <c:pt idx="76">
                <c:v>22</c:v>
              </c:pt>
              <c:pt idx="77">
                <c:v>22</c:v>
              </c:pt>
              <c:pt idx="78">
                <c:v>22</c:v>
              </c:pt>
              <c:pt idx="79">
                <c:v>22</c:v>
              </c:pt>
              <c:pt idx="80">
                <c:v>22</c:v>
              </c:pt>
              <c:pt idx="81">
                <c:v>22</c:v>
              </c:pt>
              <c:pt idx="82">
                <c:v>22</c:v>
              </c:pt>
              <c:pt idx="83">
                <c:v>22</c:v>
              </c:pt>
              <c:pt idx="84">
                <c:v>22</c:v>
              </c:pt>
              <c:pt idx="85">
                <c:v>22</c:v>
              </c:pt>
              <c:pt idx="86">
                <c:v>22</c:v>
              </c:pt>
              <c:pt idx="87">
                <c:v>22</c:v>
              </c:pt>
              <c:pt idx="88">
                <c:v>22</c:v>
              </c:pt>
              <c:pt idx="89">
                <c:v>22</c:v>
              </c:pt>
              <c:pt idx="90">
                <c:v>22</c:v>
              </c:pt>
              <c:pt idx="91">
                <c:v>22</c:v>
              </c:pt>
              <c:pt idx="92">
                <c:v>22</c:v>
              </c:pt>
              <c:pt idx="93">
                <c:v>22</c:v>
              </c:pt>
              <c:pt idx="94">
                <c:v>22</c:v>
              </c:pt>
              <c:pt idx="95">
                <c:v>22</c:v>
              </c:pt>
              <c:pt idx="96">
                <c:v>22</c:v>
              </c:pt>
              <c:pt idx="97">
                <c:v>22</c:v>
              </c:pt>
              <c:pt idx="98">
                <c:v>22</c:v>
              </c:pt>
              <c:pt idx="99">
                <c:v>22</c:v>
              </c:pt>
              <c:pt idx="100">
                <c:v>22</c:v>
              </c:pt>
              <c:pt idx="101">
                <c:v>22</c:v>
              </c:pt>
              <c:pt idx="102">
                <c:v>22</c:v>
              </c:pt>
              <c:pt idx="103">
                <c:v>22</c:v>
              </c:pt>
              <c:pt idx="104">
                <c:v>22</c:v>
              </c:pt>
              <c:pt idx="105">
                <c:v>22</c:v>
              </c:pt>
              <c:pt idx="106">
                <c:v>22</c:v>
              </c:pt>
              <c:pt idx="107">
                <c:v>22</c:v>
              </c:pt>
              <c:pt idx="108">
                <c:v>22</c:v>
              </c:pt>
              <c:pt idx="109">
                <c:v>22</c:v>
              </c:pt>
              <c:pt idx="110">
                <c:v>22</c:v>
              </c:pt>
              <c:pt idx="111">
                <c:v>22</c:v>
              </c:pt>
              <c:pt idx="112">
                <c:v>22</c:v>
              </c:pt>
              <c:pt idx="113">
                <c:v>22</c:v>
              </c:pt>
              <c:pt idx="114">
                <c:v>22</c:v>
              </c:pt>
              <c:pt idx="115">
                <c:v>22</c:v>
              </c:pt>
              <c:pt idx="116">
                <c:v>22</c:v>
              </c:pt>
              <c:pt idx="117">
                <c:v>22</c:v>
              </c:pt>
              <c:pt idx="118">
                <c:v>22</c:v>
              </c:pt>
              <c:pt idx="119">
                <c:v>22</c:v>
              </c:pt>
              <c:pt idx="120">
                <c:v>22</c:v>
              </c:pt>
            </c:numLit>
          </c:yVal>
        </c:ser>
        <c:ser>
          <c:idx val="2"/>
          <c:order val="2"/>
          <c:tx>
            <c:v>Ta</c:v>
          </c:tx>
          <c:spPr>
            <a:ln xmlns:a="http://schemas.openxmlformats.org/drawingml/2006/main" w="28575">
              <a:solidFill>
                <a:srgbClr val="60863D"/>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c:v>
              </c:pt>
              <c:pt idx="2">
                <c:v>18</c:v>
              </c:pt>
              <c:pt idx="3">
                <c:v>18</c:v>
              </c:pt>
              <c:pt idx="4">
                <c:v>18</c:v>
              </c:pt>
              <c:pt idx="5">
                <c:v>18</c:v>
              </c:pt>
              <c:pt idx="6">
                <c:v>18</c:v>
              </c:pt>
              <c:pt idx="7">
                <c:v>18</c:v>
              </c:pt>
              <c:pt idx="8">
                <c:v>18</c:v>
              </c:pt>
              <c:pt idx="9">
                <c:v>18</c:v>
              </c:pt>
              <c:pt idx="10">
                <c:v>18</c:v>
              </c:pt>
              <c:pt idx="11">
                <c:v>18</c:v>
              </c:pt>
              <c:pt idx="12">
                <c:v>18</c:v>
              </c:pt>
              <c:pt idx="13">
                <c:v>18</c:v>
              </c:pt>
              <c:pt idx="14">
                <c:v>18</c:v>
              </c:pt>
              <c:pt idx="15">
                <c:v>18</c:v>
              </c:pt>
              <c:pt idx="16">
                <c:v>18</c:v>
              </c:pt>
              <c:pt idx="17">
                <c:v>18</c:v>
              </c:pt>
              <c:pt idx="18">
                <c:v>18</c:v>
              </c:pt>
              <c:pt idx="19">
                <c:v>18</c:v>
              </c:pt>
              <c:pt idx="20">
                <c:v>18</c:v>
              </c:pt>
              <c:pt idx="21">
                <c:v>18</c:v>
              </c:pt>
              <c:pt idx="22">
                <c:v>18</c:v>
              </c:pt>
              <c:pt idx="23">
                <c:v>18</c:v>
              </c:pt>
              <c:pt idx="24">
                <c:v>18</c:v>
              </c:pt>
              <c:pt idx="25">
                <c:v>18</c:v>
              </c:pt>
              <c:pt idx="26">
                <c:v>18</c:v>
              </c:pt>
              <c:pt idx="27">
                <c:v>18</c:v>
              </c:pt>
              <c:pt idx="28">
                <c:v>18</c:v>
              </c:pt>
              <c:pt idx="29">
                <c:v>18</c:v>
              </c:pt>
              <c:pt idx="30">
                <c:v>18</c:v>
              </c:pt>
              <c:pt idx="31">
                <c:v>18</c:v>
              </c:pt>
              <c:pt idx="32">
                <c:v>18</c:v>
              </c:pt>
              <c:pt idx="33">
                <c:v>18</c:v>
              </c:pt>
              <c:pt idx="34">
                <c:v>18</c:v>
              </c:pt>
              <c:pt idx="35">
                <c:v>18</c:v>
              </c:pt>
              <c:pt idx="36">
                <c:v>18</c:v>
              </c:pt>
              <c:pt idx="37">
                <c:v>18</c:v>
              </c:pt>
              <c:pt idx="38">
                <c:v>18</c:v>
              </c:pt>
              <c:pt idx="39">
                <c:v>18</c:v>
              </c:pt>
              <c:pt idx="40">
                <c:v>16</c:v>
              </c:pt>
              <c:pt idx="41">
                <c:v>16</c:v>
              </c:pt>
              <c:pt idx="42">
                <c:v>16</c:v>
              </c:pt>
              <c:pt idx="43">
                <c:v>16</c:v>
              </c:pt>
              <c:pt idx="44">
                <c:v>16</c:v>
              </c:pt>
              <c:pt idx="45">
                <c:v>16</c:v>
              </c:pt>
              <c:pt idx="46">
                <c:v>16</c:v>
              </c:pt>
              <c:pt idx="47">
                <c:v>16</c:v>
              </c:pt>
              <c:pt idx="48">
                <c:v>16</c:v>
              </c:pt>
              <c:pt idx="49">
                <c:v>16</c:v>
              </c:pt>
              <c:pt idx="50">
                <c:v>16</c:v>
              </c:pt>
              <c:pt idx="51">
                <c:v>16</c:v>
              </c:pt>
              <c:pt idx="52">
                <c:v>16</c:v>
              </c:pt>
              <c:pt idx="53">
                <c:v>16</c:v>
              </c:pt>
              <c:pt idx="54">
                <c:v>16</c:v>
              </c:pt>
              <c:pt idx="55">
                <c:v>16</c:v>
              </c:pt>
              <c:pt idx="56">
                <c:v>16</c:v>
              </c:pt>
              <c:pt idx="57">
                <c:v>16</c:v>
              </c:pt>
              <c:pt idx="58">
                <c:v>16</c:v>
              </c:pt>
              <c:pt idx="59">
                <c:v>16</c:v>
              </c:pt>
              <c:pt idx="60">
                <c:v>16</c:v>
              </c:pt>
              <c:pt idx="61">
                <c:v>16</c:v>
              </c:pt>
              <c:pt idx="62">
                <c:v>16</c:v>
              </c:pt>
              <c:pt idx="63">
                <c:v>16</c:v>
              </c:pt>
              <c:pt idx="64">
                <c:v>16</c:v>
              </c:pt>
              <c:pt idx="65">
                <c:v>16</c:v>
              </c:pt>
              <c:pt idx="66">
                <c:v>16</c:v>
              </c:pt>
              <c:pt idx="67">
                <c:v>16</c:v>
              </c:pt>
              <c:pt idx="68">
                <c:v>16</c:v>
              </c:pt>
              <c:pt idx="69">
                <c:v>16</c:v>
              </c:pt>
              <c:pt idx="70">
                <c:v>16</c:v>
              </c:pt>
              <c:pt idx="71">
                <c:v>16</c:v>
              </c:pt>
              <c:pt idx="72">
                <c:v>16</c:v>
              </c:pt>
              <c:pt idx="73">
                <c:v>16</c:v>
              </c:pt>
              <c:pt idx="74">
                <c:v>16</c:v>
              </c:pt>
              <c:pt idx="75">
                <c:v>16</c:v>
              </c:pt>
              <c:pt idx="76">
                <c:v>16</c:v>
              </c:pt>
              <c:pt idx="77">
                <c:v>16</c:v>
              </c:pt>
              <c:pt idx="78">
                <c:v>16</c:v>
              </c:pt>
              <c:pt idx="79">
                <c:v>16</c:v>
              </c:pt>
              <c:pt idx="80">
                <c:v>16</c:v>
              </c:pt>
              <c:pt idx="81">
                <c:v>16</c:v>
              </c:pt>
              <c:pt idx="82">
                <c:v>16</c:v>
              </c:pt>
              <c:pt idx="83">
                <c:v>16</c:v>
              </c:pt>
              <c:pt idx="84">
                <c:v>16</c:v>
              </c:pt>
              <c:pt idx="85">
                <c:v>16</c:v>
              </c:pt>
              <c:pt idx="86">
                <c:v>16</c:v>
              </c:pt>
              <c:pt idx="87">
                <c:v>16</c:v>
              </c:pt>
              <c:pt idx="88">
                <c:v>16</c:v>
              </c:pt>
              <c:pt idx="89">
                <c:v>16</c:v>
              </c:pt>
              <c:pt idx="90">
                <c:v>16</c:v>
              </c:pt>
              <c:pt idx="91">
                <c:v>16</c:v>
              </c:pt>
              <c:pt idx="92">
                <c:v>16</c:v>
              </c:pt>
              <c:pt idx="93">
                <c:v>16</c:v>
              </c:pt>
              <c:pt idx="94">
                <c:v>16</c:v>
              </c:pt>
              <c:pt idx="95">
                <c:v>16</c:v>
              </c:pt>
              <c:pt idx="96">
                <c:v>16</c:v>
              </c:pt>
              <c:pt idx="97">
                <c:v>16</c:v>
              </c:pt>
              <c:pt idx="98">
                <c:v>16</c:v>
              </c:pt>
              <c:pt idx="99">
                <c:v>16</c:v>
              </c:pt>
              <c:pt idx="100">
                <c:v>16</c:v>
              </c:pt>
              <c:pt idx="101">
                <c:v>16</c:v>
              </c:pt>
              <c:pt idx="102">
                <c:v>16</c:v>
              </c:pt>
              <c:pt idx="103">
                <c:v>16</c:v>
              </c:pt>
              <c:pt idx="104">
                <c:v>16</c:v>
              </c:pt>
              <c:pt idx="105">
                <c:v>16</c:v>
              </c:pt>
              <c:pt idx="106">
                <c:v>16</c:v>
              </c:pt>
              <c:pt idx="107">
                <c:v>16</c:v>
              </c:pt>
              <c:pt idx="108">
                <c:v>16</c:v>
              </c:pt>
              <c:pt idx="109">
                <c:v>16</c:v>
              </c:pt>
              <c:pt idx="110">
                <c:v>16</c:v>
              </c:pt>
              <c:pt idx="111">
                <c:v>16</c:v>
              </c:pt>
              <c:pt idx="112">
                <c:v>16</c:v>
              </c:pt>
              <c:pt idx="113">
                <c:v>16</c:v>
              </c:pt>
              <c:pt idx="114">
                <c:v>16</c:v>
              </c:pt>
              <c:pt idx="115">
                <c:v>16</c:v>
              </c:pt>
              <c:pt idx="116">
                <c:v>16</c:v>
              </c:pt>
              <c:pt idx="117">
                <c:v>16</c:v>
              </c:pt>
              <c:pt idx="118">
                <c:v>16</c:v>
              </c:pt>
              <c:pt idx="119">
                <c:v>16</c:v>
              </c:pt>
              <c:pt idx="120">
                <c:v>16</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3"/>
          <c:min val="15"/>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43.xml><?xml version="1.0" encoding="utf-8"?>
<c:chartSpace xmlns:c="http://schemas.openxmlformats.org/drawingml/2006/chart">
  <c:lang val="en-US"/>
  <c:chart>
    <c:plotArea>
      <c:scatterChart>
        <c:ser>
          <c:idx val="0"/>
          <c:order val="0"/>
          <c:tx>
            <c:v>Sin filtro</c:v>
          </c:tx>
          <c:spPr>
            <a:ln xmlns:a="http://schemas.openxmlformats.org/drawingml/2006/main" w="28575">
              <a:solidFill>
                <a:srgbClr val="2162A0"/>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18.475048</c:v>
              </c:pt>
              <c:pt idx="2">
                <c:v>18.774466</c:v>
              </c:pt>
              <c:pt idx="3">
                <c:v>19.062137</c:v>
              </c:pt>
              <c:pt idx="4">
                <c:v>19.391891</c:v>
              </c:pt>
              <c:pt idx="5">
                <c:v>19.632535</c:v>
              </c:pt>
              <c:pt idx="6">
                <c:v>19.846195</c:v>
              </c:pt>
              <c:pt idx="7">
                <c:v>20.064673</c:v>
              </c:pt>
              <c:pt idx="8">
                <c:v>20.242817</c:v>
              </c:pt>
              <c:pt idx="9">
                <c:v>20.451089</c:v>
              </c:pt>
              <c:pt idx="10">
                <c:v>20.605734</c:v>
              </c:pt>
              <c:pt idx="11">
                <c:v>20.779487</c:v>
              </c:pt>
              <c:pt idx="12">
                <c:v>20.893544</c:v>
              </c:pt>
              <c:pt idx="13">
                <c:v>21.044109</c:v>
              </c:pt>
              <c:pt idx="14">
                <c:v>21.187696</c:v>
              </c:pt>
              <c:pt idx="15">
                <c:v>21.264522</c:v>
              </c:pt>
              <c:pt idx="16">
                <c:v>21.364945</c:v>
              </c:pt>
              <c:pt idx="17">
                <c:v>21.45941</c:v>
              </c:pt>
              <c:pt idx="18">
                <c:v>21.505841</c:v>
              </c:pt>
              <c:pt idx="19">
                <c:v>21.635707</c:v>
              </c:pt>
              <c:pt idx="20">
                <c:v>21.691677</c:v>
              </c:pt>
              <c:pt idx="21">
                <c:v>21.787718</c:v>
              </c:pt>
              <c:pt idx="22">
                <c:v>21.867721</c:v>
              </c:pt>
              <c:pt idx="23">
                <c:v>21.874637</c:v>
              </c:pt>
              <c:pt idx="24">
                <c:v>21.981551</c:v>
              </c:pt>
              <c:pt idx="25">
                <c:v>21.978102</c:v>
              </c:pt>
              <c:pt idx="26">
                <c:v>22.038497</c:v>
              </c:pt>
              <c:pt idx="27">
                <c:v>22.095952</c:v>
              </c:pt>
              <c:pt idx="28">
                <c:v>22.025768</c:v>
              </c:pt>
              <c:pt idx="29">
                <c:v>22.18099</c:v>
              </c:pt>
              <c:pt idx="30">
                <c:v>22.18086</c:v>
              </c:pt>
              <c:pt idx="31">
                <c:v>22.176015</c:v>
              </c:pt>
              <c:pt idx="32">
                <c:v>22.227275</c:v>
              </c:pt>
              <c:pt idx="33">
                <c:v>22.211056</c:v>
              </c:pt>
              <c:pt idx="34">
                <c:v>22.278831</c:v>
              </c:pt>
              <c:pt idx="35">
                <c:v>22.313078</c:v>
              </c:pt>
              <c:pt idx="36">
                <c:v>22.295714</c:v>
              </c:pt>
              <c:pt idx="37">
                <c:v>22.325083</c:v>
              </c:pt>
              <c:pt idx="38">
                <c:v>22.308186</c:v>
              </c:pt>
              <c:pt idx="39">
                <c:v>22.396879</c:v>
              </c:pt>
              <c:pt idx="40">
                <c:v>22.379086</c:v>
              </c:pt>
              <c:pt idx="41">
                <c:v>22.425956</c:v>
              </c:pt>
              <c:pt idx="42">
                <c:v>22.396274</c:v>
              </c:pt>
              <c:pt idx="43">
                <c:v>22.415206</c:v>
              </c:pt>
              <c:pt idx="44">
                <c:v>22.431783</c:v>
              </c:pt>
              <c:pt idx="45">
                <c:v>22.408011</c:v>
              </c:pt>
              <c:pt idx="46">
                <c:v>22.449881</c:v>
              </c:pt>
              <c:pt idx="47">
                <c:v>22.507861</c:v>
              </c:pt>
              <c:pt idx="48">
                <c:v>22.513862</c:v>
              </c:pt>
              <c:pt idx="49">
                <c:v>22.493428</c:v>
              </c:pt>
              <c:pt idx="50">
                <c:v>22.530964</c:v>
              </c:pt>
              <c:pt idx="51">
                <c:v>22.472003</c:v>
              </c:pt>
              <c:pt idx="52">
                <c:v>22.51867</c:v>
              </c:pt>
              <c:pt idx="53">
                <c:v>22.470398</c:v>
              </c:pt>
              <c:pt idx="54">
                <c:v>22.475111</c:v>
              </c:pt>
              <c:pt idx="55">
                <c:v>22.499511</c:v>
              </c:pt>
              <c:pt idx="56">
                <c:v>22.532423</c:v>
              </c:pt>
              <c:pt idx="57">
                <c:v>22.576884</c:v>
              </c:pt>
              <c:pt idx="58">
                <c:v>22.525943</c:v>
              </c:pt>
              <c:pt idx="59">
                <c:v>22.506966</c:v>
              </c:pt>
              <c:pt idx="60">
                <c:v>22.503672</c:v>
              </c:pt>
              <c:pt idx="61">
                <c:v>22.532694</c:v>
              </c:pt>
              <c:pt idx="62">
                <c:v>22.512474</c:v>
              </c:pt>
              <c:pt idx="63">
                <c:v>22.533164</c:v>
              </c:pt>
              <c:pt idx="64">
                <c:v>22.620309</c:v>
              </c:pt>
              <c:pt idx="65">
                <c:v>22.581171</c:v>
              </c:pt>
              <c:pt idx="66">
                <c:v>22.640717</c:v>
              </c:pt>
              <c:pt idx="67">
                <c:v>22.62309</c:v>
              </c:pt>
              <c:pt idx="68">
                <c:v>22.624568</c:v>
              </c:pt>
              <c:pt idx="69">
                <c:v>22.618379</c:v>
              </c:pt>
              <c:pt idx="70">
                <c:v>22.63421</c:v>
              </c:pt>
              <c:pt idx="71">
                <c:v>22.67794</c:v>
              </c:pt>
              <c:pt idx="72">
                <c:v>22.662177</c:v>
              </c:pt>
              <c:pt idx="73">
                <c:v>22.64894</c:v>
              </c:pt>
              <c:pt idx="74">
                <c:v>22.616827</c:v>
              </c:pt>
              <c:pt idx="75">
                <c:v>22.632092</c:v>
              </c:pt>
              <c:pt idx="76">
                <c:v>22.672354</c:v>
              </c:pt>
              <c:pt idx="77">
                <c:v>22.664293</c:v>
              </c:pt>
              <c:pt idx="78">
                <c:v>22.65716</c:v>
              </c:pt>
              <c:pt idx="79">
                <c:v>22.605509</c:v>
              </c:pt>
              <c:pt idx="80">
                <c:v>22.636511</c:v>
              </c:pt>
              <c:pt idx="81">
                <c:v>22.582484</c:v>
              </c:pt>
              <c:pt idx="82">
                <c:v>22.602281</c:v>
              </c:pt>
              <c:pt idx="83">
                <c:v>22.612029</c:v>
              </c:pt>
              <c:pt idx="84">
                <c:v>22.554031</c:v>
              </c:pt>
              <c:pt idx="85">
                <c:v>22.588184</c:v>
              </c:pt>
              <c:pt idx="86">
                <c:v>22.553196</c:v>
              </c:pt>
              <c:pt idx="87">
                <c:v>22.588705</c:v>
              </c:pt>
              <c:pt idx="88">
                <c:v>22.59918</c:v>
              </c:pt>
              <c:pt idx="89">
                <c:v>22.635494</c:v>
              </c:pt>
              <c:pt idx="90">
                <c:v>22.641042</c:v>
              </c:pt>
              <c:pt idx="91">
                <c:v>22.636685</c:v>
              </c:pt>
              <c:pt idx="92">
                <c:v>22.638981</c:v>
              </c:pt>
              <c:pt idx="93">
                <c:v>22.628149</c:v>
              </c:pt>
              <c:pt idx="94">
                <c:v>22.639694</c:v>
              </c:pt>
              <c:pt idx="95">
                <c:v>22.589434</c:v>
              </c:pt>
              <c:pt idx="96">
                <c:v>22.556984</c:v>
              </c:pt>
              <c:pt idx="97">
                <c:v>22.637393</c:v>
              </c:pt>
              <c:pt idx="98">
                <c:v>22.614872</c:v>
              </c:pt>
              <c:pt idx="99">
                <c:v>22.644215</c:v>
              </c:pt>
              <c:pt idx="100">
                <c:v>22.636284</c:v>
              </c:pt>
              <c:pt idx="101">
                <c:v>22.6917</c:v>
              </c:pt>
              <c:pt idx="102">
                <c:v>22.618495</c:v>
              </c:pt>
              <c:pt idx="103">
                <c:v>22.606722</c:v>
              </c:pt>
              <c:pt idx="104">
                <c:v>22.608253</c:v>
              </c:pt>
              <c:pt idx="105">
                <c:v>22.612809</c:v>
              </c:pt>
              <c:pt idx="106">
                <c:v>22.62963</c:v>
              </c:pt>
              <c:pt idx="107">
                <c:v>22.69241</c:v>
              </c:pt>
              <c:pt idx="108">
                <c:v>22.674978</c:v>
              </c:pt>
              <c:pt idx="109">
                <c:v>22.664911</c:v>
              </c:pt>
              <c:pt idx="110">
                <c:v>22.664513</c:v>
              </c:pt>
              <c:pt idx="111">
                <c:v>22.66192</c:v>
              </c:pt>
              <c:pt idx="112">
                <c:v>22.628259</c:v>
              </c:pt>
              <c:pt idx="113">
                <c:v>22.572254</c:v>
              </c:pt>
              <c:pt idx="114">
                <c:v>22.599389</c:v>
              </c:pt>
              <c:pt idx="115">
                <c:v>22.578289</c:v>
              </c:pt>
              <c:pt idx="116">
                <c:v>22.613942</c:v>
              </c:pt>
              <c:pt idx="117">
                <c:v>22.599219</c:v>
              </c:pt>
              <c:pt idx="118">
                <c:v>22.557557</c:v>
              </c:pt>
              <c:pt idx="119">
                <c:v>22.577154</c:v>
              </c:pt>
              <c:pt idx="120">
                <c:v>22.606156</c:v>
              </c:pt>
            </c:numLit>
          </c:yVal>
        </c:ser>
        <c:ser>
          <c:idx val="1"/>
          <c:order val="1"/>
          <c:tx>
            <c:v>Con filtro</c:v>
          </c:tx>
          <c:spPr>
            <a:ln xmlns:a="http://schemas.openxmlformats.org/drawingml/2006/main" w="28575">
              <a:solidFill>
                <a:srgbClr val="D96B18"/>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18.539704</c:v>
              </c:pt>
              <c:pt idx="2">
                <c:v>18.917553</c:v>
              </c:pt>
              <c:pt idx="3">
                <c:v>19.183715</c:v>
              </c:pt>
              <c:pt idx="4">
                <c:v>19.418336</c:v>
              </c:pt>
              <c:pt idx="5">
                <c:v>19.633248</c:v>
              </c:pt>
              <c:pt idx="6">
                <c:v>19.830316</c:v>
              </c:pt>
              <c:pt idx="7">
                <c:v>20.012595</c:v>
              </c:pt>
              <c:pt idx="8">
                <c:v>20.185836</c:v>
              </c:pt>
              <c:pt idx="9">
                <c:v>20.342826</c:v>
              </c:pt>
              <c:pt idx="10">
                <c:v>20.484949</c:v>
              </c:pt>
              <c:pt idx="11">
                <c:v>20.622151</c:v>
              </c:pt>
              <c:pt idx="12">
                <c:v>20.746996</c:v>
              </c:pt>
              <c:pt idx="13">
                <c:v>20.860721</c:v>
              </c:pt>
              <c:pt idx="14">
                <c:v>20.960829</c:v>
              </c:pt>
              <c:pt idx="15">
                <c:v>21.061615</c:v>
              </c:pt>
              <c:pt idx="16">
                <c:v>21.145095</c:v>
              </c:pt>
              <c:pt idx="17">
                <c:v>21.225973</c:v>
              </c:pt>
              <c:pt idx="18">
                <c:v>21.297566</c:v>
              </c:pt>
              <c:pt idx="19">
                <c:v>21.36253</c:v>
              </c:pt>
              <c:pt idx="20">
                <c:v>21.431434</c:v>
              </c:pt>
              <c:pt idx="21">
                <c:v>21.481824</c:v>
              </c:pt>
              <c:pt idx="22">
                <c:v>21.531682</c:v>
              </c:pt>
              <c:pt idx="23">
                <c:v>21.577365</c:v>
              </c:pt>
              <c:pt idx="24">
                <c:v>21.614513</c:v>
              </c:pt>
              <c:pt idx="25">
                <c:v>21.647128</c:v>
              </c:pt>
              <c:pt idx="26">
                <c:v>21.679151</c:v>
              </c:pt>
              <c:pt idx="27">
                <c:v>21.716498</c:v>
              </c:pt>
              <c:pt idx="28">
                <c:v>21.739012</c:v>
              </c:pt>
              <c:pt idx="29">
                <c:v>21.763725</c:v>
              </c:pt>
              <c:pt idx="30">
                <c:v>21.789109</c:v>
              </c:pt>
              <c:pt idx="31">
                <c:v>21.814327</c:v>
              </c:pt>
              <c:pt idx="32">
                <c:v>21.828225</c:v>
              </c:pt>
              <c:pt idx="33">
                <c:v>21.845051</c:v>
              </c:pt>
              <c:pt idx="34">
                <c:v>21.857906</c:v>
              </c:pt>
              <c:pt idx="35">
                <c:v>21.875747</c:v>
              </c:pt>
              <c:pt idx="36">
                <c:v>21.88593</c:v>
              </c:pt>
              <c:pt idx="37">
                <c:v>21.891648</c:v>
              </c:pt>
              <c:pt idx="38">
                <c:v>21.901636</c:v>
              </c:pt>
              <c:pt idx="39">
                <c:v>21.908757</c:v>
              </c:pt>
              <c:pt idx="40">
                <c:v>21.921415</c:v>
              </c:pt>
              <c:pt idx="41">
                <c:v>21.928</c:v>
              </c:pt>
              <c:pt idx="42">
                <c:v>21.944427</c:v>
              </c:pt>
              <c:pt idx="43">
                <c:v>21.951836</c:v>
              </c:pt>
              <c:pt idx="44">
                <c:v>21.950635</c:v>
              </c:pt>
              <c:pt idx="45">
                <c:v>21.956024</c:v>
              </c:pt>
              <c:pt idx="46">
                <c:v>21.953775</c:v>
              </c:pt>
              <c:pt idx="47">
                <c:v>21.962783</c:v>
              </c:pt>
              <c:pt idx="48">
                <c:v>21.977902</c:v>
              </c:pt>
              <c:pt idx="49">
                <c:v>21.986506</c:v>
              </c:pt>
              <c:pt idx="50">
                <c:v>21.981508</c:v>
              </c:pt>
              <c:pt idx="51">
                <c:v>21.978561</c:v>
              </c:pt>
              <c:pt idx="52">
                <c:v>21.9814</c:v>
              </c:pt>
              <c:pt idx="53">
                <c:v>21.98736</c:v>
              </c:pt>
              <c:pt idx="54">
                <c:v>21.984859</c:v>
              </c:pt>
              <c:pt idx="55">
                <c:v>21.983249</c:v>
              </c:pt>
              <c:pt idx="56">
                <c:v>21.984203</c:v>
              </c:pt>
              <c:pt idx="57">
                <c:v>21.989473</c:v>
              </c:pt>
              <c:pt idx="58">
                <c:v>21.994163</c:v>
              </c:pt>
              <c:pt idx="59">
                <c:v>21.997871</c:v>
              </c:pt>
              <c:pt idx="60">
                <c:v>22.001644</c:v>
              </c:pt>
              <c:pt idx="61">
                <c:v>21.999456</c:v>
              </c:pt>
              <c:pt idx="62">
                <c:v>21.997398</c:v>
              </c:pt>
              <c:pt idx="63">
                <c:v>21.988888</c:v>
              </c:pt>
              <c:pt idx="64">
                <c:v>21.994034</c:v>
              </c:pt>
              <c:pt idx="65">
                <c:v>21.993565</c:v>
              </c:pt>
              <c:pt idx="66">
                <c:v>22.000986</c:v>
              </c:pt>
              <c:pt idx="67">
                <c:v>22.003889</c:v>
              </c:pt>
              <c:pt idx="68">
                <c:v>22.007294</c:v>
              </c:pt>
              <c:pt idx="69">
                <c:v>22.006737</c:v>
              </c:pt>
              <c:pt idx="70">
                <c:v>22.009438</c:v>
              </c:pt>
              <c:pt idx="71">
                <c:v>22.004197</c:v>
              </c:pt>
              <c:pt idx="72">
                <c:v>22.003534</c:v>
              </c:pt>
              <c:pt idx="73">
                <c:v>22.005626</c:v>
              </c:pt>
              <c:pt idx="74">
                <c:v>22.006305</c:v>
              </c:pt>
              <c:pt idx="75">
                <c:v>22.000745</c:v>
              </c:pt>
              <c:pt idx="76">
                <c:v>22.000508</c:v>
              </c:pt>
              <c:pt idx="77">
                <c:v>22.011267</c:v>
              </c:pt>
              <c:pt idx="78">
                <c:v>22.016679</c:v>
              </c:pt>
              <c:pt idx="79">
                <c:v>22.020479</c:v>
              </c:pt>
              <c:pt idx="80">
                <c:v>22.013515</c:v>
              </c:pt>
              <c:pt idx="81">
                <c:v>22.010379</c:v>
              </c:pt>
              <c:pt idx="82">
                <c:v>22.01476</c:v>
              </c:pt>
              <c:pt idx="83">
                <c:v>22.027748</c:v>
              </c:pt>
              <c:pt idx="84">
                <c:v>22.017545</c:v>
              </c:pt>
              <c:pt idx="85">
                <c:v>22.019616</c:v>
              </c:pt>
              <c:pt idx="86">
                <c:v>22.017932</c:v>
              </c:pt>
              <c:pt idx="87">
                <c:v>22.019285</c:v>
              </c:pt>
              <c:pt idx="88">
                <c:v>22.022469</c:v>
              </c:pt>
              <c:pt idx="89">
                <c:v>22.016899</c:v>
              </c:pt>
              <c:pt idx="90">
                <c:v>22.013746</c:v>
              </c:pt>
              <c:pt idx="91">
                <c:v>22.006097</c:v>
              </c:pt>
              <c:pt idx="92">
                <c:v>22.006251</c:v>
              </c:pt>
              <c:pt idx="93">
                <c:v>22.023441</c:v>
              </c:pt>
              <c:pt idx="94">
                <c:v>22.023793</c:v>
              </c:pt>
              <c:pt idx="95">
                <c:v>22.01945</c:v>
              </c:pt>
              <c:pt idx="96">
                <c:v>22.015252</c:v>
              </c:pt>
              <c:pt idx="97">
                <c:v>22.008725</c:v>
              </c:pt>
              <c:pt idx="98">
                <c:v>22.013909</c:v>
              </c:pt>
              <c:pt idx="99">
                <c:v>22.012253</c:v>
              </c:pt>
              <c:pt idx="100">
                <c:v>22.024263</c:v>
              </c:pt>
              <c:pt idx="101">
                <c:v>22.028984</c:v>
              </c:pt>
              <c:pt idx="102">
                <c:v>22.025645</c:v>
              </c:pt>
              <c:pt idx="103">
                <c:v>22.022817</c:v>
              </c:pt>
              <c:pt idx="104">
                <c:v>22.015766</c:v>
              </c:pt>
              <c:pt idx="105">
                <c:v>22.013196</c:v>
              </c:pt>
              <c:pt idx="106">
                <c:v>22.008555</c:v>
              </c:pt>
              <c:pt idx="107">
                <c:v>22.015295</c:v>
              </c:pt>
              <c:pt idx="108">
                <c:v>22.022338</c:v>
              </c:pt>
              <c:pt idx="109">
                <c:v>22.028893</c:v>
              </c:pt>
              <c:pt idx="110">
                <c:v>22.023989</c:v>
              </c:pt>
              <c:pt idx="111">
                <c:v>22.014816</c:v>
              </c:pt>
              <c:pt idx="112">
                <c:v>22.022328</c:v>
              </c:pt>
              <c:pt idx="113">
                <c:v>22.023034</c:v>
              </c:pt>
              <c:pt idx="114">
                <c:v>22.018583</c:v>
              </c:pt>
              <c:pt idx="115">
                <c:v>22.020726</c:v>
              </c:pt>
              <c:pt idx="116">
                <c:v>22.017732</c:v>
              </c:pt>
              <c:pt idx="117">
                <c:v>22.026177</c:v>
              </c:pt>
              <c:pt idx="118">
                <c:v>22.020863</c:v>
              </c:pt>
              <c:pt idx="119">
                <c:v>22.019477</c:v>
              </c:pt>
              <c:pt idx="120">
                <c:v>22.02241</c:v>
              </c:pt>
            </c:numLit>
          </c:yVal>
        </c:ser>
        <c:ser>
          <c:idx val="2"/>
          <c:order val="2"/>
          <c:tx>
            <c:v>r</c:v>
          </c:tx>
          <c:spPr>
            <a:ln xmlns:a="http://schemas.openxmlformats.org/drawingml/2006/main" w="28575">
              <a:solidFill>
                <a:srgbClr val="60863D"/>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22</c:v>
              </c:pt>
              <c:pt idx="1">
                <c:v>22</c:v>
              </c:pt>
              <c:pt idx="2">
                <c:v>22</c:v>
              </c:pt>
              <c:pt idx="3">
                <c:v>22</c:v>
              </c:pt>
              <c:pt idx="4">
                <c:v>22</c:v>
              </c:pt>
              <c:pt idx="5">
                <c:v>22</c:v>
              </c:pt>
              <c:pt idx="6">
                <c:v>22</c:v>
              </c:pt>
              <c:pt idx="7">
                <c:v>22</c:v>
              </c:pt>
              <c:pt idx="8">
                <c:v>22</c:v>
              </c:pt>
              <c:pt idx="9">
                <c:v>22</c:v>
              </c:pt>
              <c:pt idx="10">
                <c:v>22</c:v>
              </c:pt>
              <c:pt idx="11">
                <c:v>22</c:v>
              </c:pt>
              <c:pt idx="12">
                <c:v>22</c:v>
              </c:pt>
              <c:pt idx="13">
                <c:v>22</c:v>
              </c:pt>
              <c:pt idx="14">
                <c:v>22</c:v>
              </c:pt>
              <c:pt idx="15">
                <c:v>22</c:v>
              </c:pt>
              <c:pt idx="16">
                <c:v>22</c:v>
              </c:pt>
              <c:pt idx="17">
                <c:v>22</c:v>
              </c:pt>
              <c:pt idx="18">
                <c:v>22</c:v>
              </c:pt>
              <c:pt idx="19">
                <c:v>22</c:v>
              </c:pt>
              <c:pt idx="20">
                <c:v>22</c:v>
              </c:pt>
              <c:pt idx="21">
                <c:v>22</c:v>
              </c:pt>
              <c:pt idx="22">
                <c:v>22</c:v>
              </c:pt>
              <c:pt idx="23">
                <c:v>22</c:v>
              </c:pt>
              <c:pt idx="24">
                <c:v>22</c:v>
              </c:pt>
              <c:pt idx="25">
                <c:v>22</c:v>
              </c:pt>
              <c:pt idx="26">
                <c:v>22</c:v>
              </c:pt>
              <c:pt idx="27">
                <c:v>22</c:v>
              </c:pt>
              <c:pt idx="28">
                <c:v>22</c:v>
              </c:pt>
              <c:pt idx="29">
                <c:v>22</c:v>
              </c:pt>
              <c:pt idx="30">
                <c:v>22</c:v>
              </c:pt>
              <c:pt idx="31">
                <c:v>22</c:v>
              </c:pt>
              <c:pt idx="32">
                <c:v>22</c:v>
              </c:pt>
              <c:pt idx="33">
                <c:v>22</c:v>
              </c:pt>
              <c:pt idx="34">
                <c:v>22</c:v>
              </c:pt>
              <c:pt idx="35">
                <c:v>22</c:v>
              </c:pt>
              <c:pt idx="36">
                <c:v>22</c:v>
              </c:pt>
              <c:pt idx="37">
                <c:v>22</c:v>
              </c:pt>
              <c:pt idx="38">
                <c:v>22</c:v>
              </c:pt>
              <c:pt idx="39">
                <c:v>22</c:v>
              </c:pt>
              <c:pt idx="40">
                <c:v>22</c:v>
              </c:pt>
              <c:pt idx="41">
                <c:v>22</c:v>
              </c:pt>
              <c:pt idx="42">
                <c:v>22</c:v>
              </c:pt>
              <c:pt idx="43">
                <c:v>22</c:v>
              </c:pt>
              <c:pt idx="44">
                <c:v>22</c:v>
              </c:pt>
              <c:pt idx="45">
                <c:v>22</c:v>
              </c:pt>
              <c:pt idx="46">
                <c:v>22</c:v>
              </c:pt>
              <c:pt idx="47">
                <c:v>22</c:v>
              </c:pt>
              <c:pt idx="48">
                <c:v>22</c:v>
              </c:pt>
              <c:pt idx="49">
                <c:v>22</c:v>
              </c:pt>
              <c:pt idx="50">
                <c:v>22</c:v>
              </c:pt>
              <c:pt idx="51">
                <c:v>22</c:v>
              </c:pt>
              <c:pt idx="52">
                <c:v>22</c:v>
              </c:pt>
              <c:pt idx="53">
                <c:v>22</c:v>
              </c:pt>
              <c:pt idx="54">
                <c:v>22</c:v>
              </c:pt>
              <c:pt idx="55">
                <c:v>22</c:v>
              </c:pt>
              <c:pt idx="56">
                <c:v>22</c:v>
              </c:pt>
              <c:pt idx="57">
                <c:v>22</c:v>
              </c:pt>
              <c:pt idx="58">
                <c:v>22</c:v>
              </c:pt>
              <c:pt idx="59">
                <c:v>22</c:v>
              </c:pt>
              <c:pt idx="60">
                <c:v>22</c:v>
              </c:pt>
              <c:pt idx="61">
                <c:v>22</c:v>
              </c:pt>
              <c:pt idx="62">
                <c:v>22</c:v>
              </c:pt>
              <c:pt idx="63">
                <c:v>22</c:v>
              </c:pt>
              <c:pt idx="64">
                <c:v>22</c:v>
              </c:pt>
              <c:pt idx="65">
                <c:v>22</c:v>
              </c:pt>
              <c:pt idx="66">
                <c:v>22</c:v>
              </c:pt>
              <c:pt idx="67">
                <c:v>22</c:v>
              </c:pt>
              <c:pt idx="68">
                <c:v>22</c:v>
              </c:pt>
              <c:pt idx="69">
                <c:v>22</c:v>
              </c:pt>
              <c:pt idx="70">
                <c:v>22</c:v>
              </c:pt>
              <c:pt idx="71">
                <c:v>22</c:v>
              </c:pt>
              <c:pt idx="72">
                <c:v>22</c:v>
              </c:pt>
              <c:pt idx="73">
                <c:v>22</c:v>
              </c:pt>
              <c:pt idx="74">
                <c:v>22</c:v>
              </c:pt>
              <c:pt idx="75">
                <c:v>22</c:v>
              </c:pt>
              <c:pt idx="76">
                <c:v>22</c:v>
              </c:pt>
              <c:pt idx="77">
                <c:v>22</c:v>
              </c:pt>
              <c:pt idx="78">
                <c:v>22</c:v>
              </c:pt>
              <c:pt idx="79">
                <c:v>22</c:v>
              </c:pt>
              <c:pt idx="80">
                <c:v>22</c:v>
              </c:pt>
              <c:pt idx="81">
                <c:v>22</c:v>
              </c:pt>
              <c:pt idx="82">
                <c:v>22</c:v>
              </c:pt>
              <c:pt idx="83">
                <c:v>22</c:v>
              </c:pt>
              <c:pt idx="84">
                <c:v>22</c:v>
              </c:pt>
              <c:pt idx="85">
                <c:v>22</c:v>
              </c:pt>
              <c:pt idx="86">
                <c:v>22</c:v>
              </c:pt>
              <c:pt idx="87">
                <c:v>22</c:v>
              </c:pt>
              <c:pt idx="88">
                <c:v>22</c:v>
              </c:pt>
              <c:pt idx="89">
                <c:v>22</c:v>
              </c:pt>
              <c:pt idx="90">
                <c:v>22</c:v>
              </c:pt>
              <c:pt idx="91">
                <c:v>22</c:v>
              </c:pt>
              <c:pt idx="92">
                <c:v>22</c:v>
              </c:pt>
              <c:pt idx="93">
                <c:v>22</c:v>
              </c:pt>
              <c:pt idx="94">
                <c:v>22</c:v>
              </c:pt>
              <c:pt idx="95">
                <c:v>22</c:v>
              </c:pt>
              <c:pt idx="96">
                <c:v>22</c:v>
              </c:pt>
              <c:pt idx="97">
                <c:v>22</c:v>
              </c:pt>
              <c:pt idx="98">
                <c:v>22</c:v>
              </c:pt>
              <c:pt idx="99">
                <c:v>22</c:v>
              </c:pt>
              <c:pt idx="100">
                <c:v>22</c:v>
              </c:pt>
              <c:pt idx="101">
                <c:v>22</c:v>
              </c:pt>
              <c:pt idx="102">
                <c:v>22</c:v>
              </c:pt>
              <c:pt idx="103">
                <c:v>22</c:v>
              </c:pt>
              <c:pt idx="104">
                <c:v>22</c:v>
              </c:pt>
              <c:pt idx="105">
                <c:v>22</c:v>
              </c:pt>
              <c:pt idx="106">
                <c:v>22</c:v>
              </c:pt>
              <c:pt idx="107">
                <c:v>22</c:v>
              </c:pt>
              <c:pt idx="108">
                <c:v>22</c:v>
              </c:pt>
              <c:pt idx="109">
                <c:v>22</c:v>
              </c:pt>
              <c:pt idx="110">
                <c:v>22</c:v>
              </c:pt>
              <c:pt idx="111">
                <c:v>22</c:v>
              </c:pt>
              <c:pt idx="112">
                <c:v>22</c:v>
              </c:pt>
              <c:pt idx="113">
                <c:v>22</c:v>
              </c:pt>
              <c:pt idx="114">
                <c:v>22</c:v>
              </c:pt>
              <c:pt idx="115">
                <c:v>22</c:v>
              </c:pt>
              <c:pt idx="116">
                <c:v>22</c:v>
              </c:pt>
              <c:pt idx="117">
                <c:v>22</c:v>
              </c:pt>
              <c:pt idx="118">
                <c:v>22</c:v>
              </c:pt>
              <c:pt idx="119">
                <c:v>22</c:v>
              </c:pt>
              <c:pt idx="120">
                <c:v>22</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3"/>
          <c:min val="18"/>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Temperatura real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60"/>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charts/chart44.xml><?xml version="1.0" encoding="utf-8"?>
<c:chartSpace xmlns:c="http://schemas.openxmlformats.org/drawingml/2006/chart">
  <c:lang val="en-US"/>
  <c:chart>
    <c:plotArea>
      <c:scatterChart>
        <c:ser>
          <c:idx val="0"/>
          <c:order val="0"/>
          <c:tx>
            <c:v>Fuzzy</c:v>
          </c:tx>
          <c:spPr>
            <a:ln xmlns:a="http://schemas.openxmlformats.org/drawingml/2006/main" w="28575">
              <a:solidFill>
                <a:srgbClr val="2162A0"/>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18.365267</c:v>
              </c:pt>
              <c:pt idx="2">
                <c:v>18.65749</c:v>
              </c:pt>
              <c:pt idx="3">
                <c:v>18.938601</c:v>
              </c:pt>
              <c:pt idx="4">
                <c:v>19.19817</c:v>
              </c:pt>
              <c:pt idx="5">
                <c:v>19.439542</c:v>
              </c:pt>
              <c:pt idx="6">
                <c:v>19.663073</c:v>
              </c:pt>
              <c:pt idx="7">
                <c:v>19.869711</c:v>
              </c:pt>
              <c:pt idx="8">
                <c:v>20.060332</c:v>
              </c:pt>
              <c:pt idx="9">
                <c:v>20.235833</c:v>
              </c:pt>
              <c:pt idx="10">
                <c:v>20.397112</c:v>
              </c:pt>
              <c:pt idx="11">
                <c:v>20.545058</c:v>
              </c:pt>
              <c:pt idx="12">
                <c:v>20.680544</c:v>
              </c:pt>
              <c:pt idx="13">
                <c:v>20.804424</c:v>
              </c:pt>
              <c:pt idx="14">
                <c:v>20.917523</c:v>
              </c:pt>
              <c:pt idx="15">
                <c:v>21.020635</c:v>
              </c:pt>
              <c:pt idx="16">
                <c:v>21.114521</c:v>
              </c:pt>
              <c:pt idx="17">
                <c:v>21.199903</c:v>
              </c:pt>
              <c:pt idx="18">
                <c:v>21.277464</c:v>
              </c:pt>
              <c:pt idx="19">
                <c:v>21.347847</c:v>
              </c:pt>
              <c:pt idx="20">
                <c:v>21.411657</c:v>
              </c:pt>
              <c:pt idx="21">
                <c:v>21.469456</c:v>
              </c:pt>
              <c:pt idx="22">
                <c:v>21.521768</c:v>
              </c:pt>
              <c:pt idx="23">
                <c:v>21.56908</c:v>
              </c:pt>
              <c:pt idx="24">
                <c:v>21.61184</c:v>
              </c:pt>
              <c:pt idx="25">
                <c:v>21.650463</c:v>
              </c:pt>
              <c:pt idx="26">
                <c:v>21.685329</c:v>
              </c:pt>
              <c:pt idx="27">
                <c:v>21.716787</c:v>
              </c:pt>
              <c:pt idx="28">
                <c:v>21.745159</c:v>
              </c:pt>
              <c:pt idx="29">
                <c:v>21.770734</c:v>
              </c:pt>
              <c:pt idx="30">
                <c:v>21.793782</c:v>
              </c:pt>
              <c:pt idx="31">
                <c:v>21.814543</c:v>
              </c:pt>
              <c:pt idx="32">
                <c:v>21.833239</c:v>
              </c:pt>
              <c:pt idx="33">
                <c:v>21.850071</c:v>
              </c:pt>
              <c:pt idx="34">
                <c:v>21.865221</c:v>
              </c:pt>
              <c:pt idx="35">
                <c:v>21.878853</c:v>
              </c:pt>
              <c:pt idx="36">
                <c:v>21.891118</c:v>
              </c:pt>
              <c:pt idx="37">
                <c:v>21.902149</c:v>
              </c:pt>
              <c:pt idx="38">
                <c:v>21.91207</c:v>
              </c:pt>
              <c:pt idx="39">
                <c:v>21.920991</c:v>
              </c:pt>
              <c:pt idx="40">
                <c:v>21.929012</c:v>
              </c:pt>
              <c:pt idx="41">
                <c:v>21.936222</c:v>
              </c:pt>
              <c:pt idx="42">
                <c:v>21.942703</c:v>
              </c:pt>
              <c:pt idx="43">
                <c:v>21.948527</c:v>
              </c:pt>
              <c:pt idx="44">
                <c:v>21.953762</c:v>
              </c:pt>
              <c:pt idx="45">
                <c:v>21.958466</c:v>
              </c:pt>
              <c:pt idx="46">
                <c:v>21.962692</c:v>
              </c:pt>
              <c:pt idx="47">
                <c:v>21.96649</c:v>
              </c:pt>
              <c:pt idx="48">
                <c:v>21.969902</c:v>
              </c:pt>
              <c:pt idx="49">
                <c:v>21.972967</c:v>
              </c:pt>
              <c:pt idx="50">
                <c:v>21.975721</c:v>
              </c:pt>
              <c:pt idx="51">
                <c:v>21.978194</c:v>
              </c:pt>
              <c:pt idx="52">
                <c:v>21.980416</c:v>
              </c:pt>
              <c:pt idx="53">
                <c:v>21.982412</c:v>
              </c:pt>
              <c:pt idx="54">
                <c:v>21.984205</c:v>
              </c:pt>
              <c:pt idx="55">
                <c:v>21.985815</c:v>
              </c:pt>
              <c:pt idx="56">
                <c:v>21.987261</c:v>
              </c:pt>
              <c:pt idx="57">
                <c:v>21.98856</c:v>
              </c:pt>
              <c:pt idx="58">
                <c:v>21.989726</c:v>
              </c:pt>
              <c:pt idx="59">
                <c:v>21.990774</c:v>
              </c:pt>
              <c:pt idx="60">
                <c:v>21.991715</c:v>
              </c:pt>
              <c:pt idx="61">
                <c:v>21.99256</c:v>
              </c:pt>
              <c:pt idx="62">
                <c:v>21.993319</c:v>
              </c:pt>
              <c:pt idx="63">
                <c:v>21.994</c:v>
              </c:pt>
              <c:pt idx="64">
                <c:v>21.994612</c:v>
              </c:pt>
              <c:pt idx="65">
                <c:v>21.995162</c:v>
              </c:pt>
              <c:pt idx="66">
                <c:v>21.995655</c:v>
              </c:pt>
              <c:pt idx="67">
                <c:v>21.996098</c:v>
              </c:pt>
              <c:pt idx="68">
                <c:v>21.996496</c:v>
              </c:pt>
              <c:pt idx="69">
                <c:v>21.996854</c:v>
              </c:pt>
              <c:pt idx="70">
                <c:v>21.997175</c:v>
              </c:pt>
              <c:pt idx="71">
                <c:v>21.997463</c:v>
              </c:pt>
              <c:pt idx="72">
                <c:v>21.997722</c:v>
              </c:pt>
              <c:pt idx="73">
                <c:v>21.997954</c:v>
              </c:pt>
              <c:pt idx="74">
                <c:v>21.998163</c:v>
              </c:pt>
              <c:pt idx="75">
                <c:v>21.99835</c:v>
              </c:pt>
              <c:pt idx="76">
                <c:v>21.998519</c:v>
              </c:pt>
              <c:pt idx="77">
                <c:v>21.99867</c:v>
              </c:pt>
              <c:pt idx="78">
                <c:v>21.998806</c:v>
              </c:pt>
              <c:pt idx="79">
                <c:v>21.998927</c:v>
              </c:pt>
              <c:pt idx="80">
                <c:v>21.999037</c:v>
              </c:pt>
              <c:pt idx="81">
                <c:v>21.999135</c:v>
              </c:pt>
              <c:pt idx="82">
                <c:v>21.999223</c:v>
              </c:pt>
              <c:pt idx="83">
                <c:v>21.999303</c:v>
              </c:pt>
              <c:pt idx="84">
                <c:v>21.999374</c:v>
              </c:pt>
              <c:pt idx="85">
                <c:v>21.999438</c:v>
              </c:pt>
              <c:pt idx="86">
                <c:v>21.999495</c:v>
              </c:pt>
              <c:pt idx="87">
                <c:v>21.999547</c:v>
              </c:pt>
              <c:pt idx="88">
                <c:v>21.999593</c:v>
              </c:pt>
              <c:pt idx="89">
                <c:v>21.999634</c:v>
              </c:pt>
              <c:pt idx="90">
                <c:v>21.999672</c:v>
              </c:pt>
              <c:pt idx="91">
                <c:v>21.999705</c:v>
              </c:pt>
              <c:pt idx="92">
                <c:v>21.999735</c:v>
              </c:pt>
              <c:pt idx="93">
                <c:v>21.999762</c:v>
              </c:pt>
              <c:pt idx="94">
                <c:v>21.999787</c:v>
              </c:pt>
              <c:pt idx="95">
                <c:v>21.999808</c:v>
              </c:pt>
              <c:pt idx="96">
                <c:v>21.999828</c:v>
              </c:pt>
              <c:pt idx="97">
                <c:v>21.999845</c:v>
              </c:pt>
              <c:pt idx="98">
                <c:v>21.999861</c:v>
              </c:pt>
              <c:pt idx="99">
                <c:v>21.999875</c:v>
              </c:pt>
              <c:pt idx="100">
                <c:v>21.999888</c:v>
              </c:pt>
              <c:pt idx="101">
                <c:v>21.9999</c:v>
              </c:pt>
              <c:pt idx="102">
                <c:v>21.99991</c:v>
              </c:pt>
              <c:pt idx="103">
                <c:v>21.999919</c:v>
              </c:pt>
              <c:pt idx="104">
                <c:v>21.999927</c:v>
              </c:pt>
              <c:pt idx="105">
                <c:v>21.999935</c:v>
              </c:pt>
              <c:pt idx="106">
                <c:v>21.999941</c:v>
              </c:pt>
              <c:pt idx="107">
                <c:v>21.999947</c:v>
              </c:pt>
              <c:pt idx="108">
                <c:v>21.999953</c:v>
              </c:pt>
              <c:pt idx="109">
                <c:v>21.999958</c:v>
              </c:pt>
              <c:pt idx="110">
                <c:v>21.999962</c:v>
              </c:pt>
              <c:pt idx="111">
                <c:v>21.999966</c:v>
              </c:pt>
              <c:pt idx="112">
                <c:v>21.999969</c:v>
              </c:pt>
              <c:pt idx="113">
                <c:v>21.999972</c:v>
              </c:pt>
              <c:pt idx="114">
                <c:v>21.999975</c:v>
              </c:pt>
              <c:pt idx="115">
                <c:v>21.999978</c:v>
              </c:pt>
              <c:pt idx="116">
                <c:v>21.99998</c:v>
              </c:pt>
              <c:pt idx="117">
                <c:v>21.999982</c:v>
              </c:pt>
              <c:pt idx="118">
                <c:v>21.999984</c:v>
              </c:pt>
              <c:pt idx="119">
                <c:v>21.999986</c:v>
              </c:pt>
              <c:pt idx="120">
                <c:v>21.999987</c:v>
              </c:pt>
            </c:numLit>
          </c:yVal>
        </c:ser>
        <c:ser>
          <c:idx val="1"/>
          <c:order val="1"/>
          <c:tx>
            <c:v>ON/OFF</c:v>
          </c:tx>
          <c:spPr>
            <a:ln xmlns:a="http://schemas.openxmlformats.org/drawingml/2006/main" w="28575">
              <a:solidFill>
                <a:srgbClr val="D96B18"/>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18</c:v>
              </c:pt>
              <c:pt idx="1">
                <c:v>18.980199</c:v>
              </c:pt>
              <c:pt idx="2">
                <c:v>19.912358</c:v>
              </c:pt>
              <c:pt idx="3">
                <c:v>20.798833</c:v>
              </c:pt>
              <c:pt idx="4">
                <c:v>21.641861</c:v>
              </c:pt>
              <c:pt idx="5">
                <c:v>22.243573</c:v>
              </c:pt>
              <c:pt idx="6">
                <c:v>22.035596</c:v>
              </c:pt>
              <c:pt idx="7">
                <c:v>21.837811</c:v>
              </c:pt>
              <c:pt idx="8">
                <c:v>22.2378</c:v>
              </c:pt>
              <c:pt idx="9">
                <c:v>22.030106</c:v>
              </c:pt>
              <c:pt idx="10">
                <c:v>21.83259</c:v>
              </c:pt>
              <c:pt idx="11">
                <c:v>22.232835</c:v>
              </c:pt>
              <c:pt idx="12">
                <c:v>22.025384</c:v>
              </c:pt>
              <c:pt idx="13">
                <c:v>21.8281</c:v>
              </c:pt>
              <c:pt idx="14">
                <c:v>22.228565</c:v>
              </c:pt>
              <c:pt idx="15">
                <c:v>22.021323</c:v>
              </c:pt>
              <c:pt idx="16">
                <c:v>21.824238</c:v>
              </c:pt>
              <c:pt idx="17">
                <c:v>22.224892</c:v>
              </c:pt>
              <c:pt idx="18">
                <c:v>22.017831</c:v>
              </c:pt>
              <c:pt idx="19">
                <c:v>21.820917</c:v>
              </c:pt>
              <c:pt idx="20">
                <c:v>22.221734</c:v>
              </c:pt>
              <c:pt idx="21">
                <c:v>22.014827</c:v>
              </c:pt>
              <c:pt idx="22">
                <c:v>21.81806</c:v>
              </c:pt>
              <c:pt idx="23">
                <c:v>22.219017</c:v>
              </c:pt>
              <c:pt idx="24">
                <c:v>22.012243</c:v>
              </c:pt>
              <c:pt idx="25">
                <c:v>21.815604</c:v>
              </c:pt>
              <c:pt idx="26">
                <c:v>22.216681</c:v>
              </c:pt>
              <c:pt idx="27">
                <c:v>22.010022</c:v>
              </c:pt>
              <c:pt idx="28">
                <c:v>21.813491</c:v>
              </c:pt>
              <c:pt idx="29">
                <c:v>22.214671</c:v>
              </c:pt>
              <c:pt idx="30">
                <c:v>22.008111</c:v>
              </c:pt>
              <c:pt idx="31">
                <c:v>21.811673</c:v>
              </c:pt>
              <c:pt idx="32">
                <c:v>22.212943</c:v>
              </c:pt>
              <c:pt idx="33">
                <c:v>22.006467</c:v>
              </c:pt>
              <c:pt idx="34">
                <c:v>21.81011</c:v>
              </c:pt>
              <c:pt idx="35">
                <c:v>22.211457</c:v>
              </c:pt>
              <c:pt idx="36">
                <c:v>22.005053</c:v>
              </c:pt>
              <c:pt idx="37">
                <c:v>21.808766</c:v>
              </c:pt>
              <c:pt idx="38">
                <c:v>22.210178</c:v>
              </c:pt>
              <c:pt idx="39">
                <c:v>22.003838</c:v>
              </c:pt>
              <c:pt idx="40">
                <c:v>21.80761</c:v>
              </c:pt>
              <c:pt idx="41">
                <c:v>22.209079</c:v>
              </c:pt>
              <c:pt idx="42">
                <c:v>22.002792</c:v>
              </c:pt>
              <c:pt idx="43">
                <c:v>21.806615</c:v>
              </c:pt>
              <c:pt idx="44">
                <c:v>22.208133</c:v>
              </c:pt>
              <c:pt idx="45">
                <c:v>22.001893</c:v>
              </c:pt>
              <c:pt idx="46">
                <c:v>21.80576</c:v>
              </c:pt>
              <c:pt idx="47">
                <c:v>22.20732</c:v>
              </c:pt>
              <c:pt idx="48">
                <c:v>22.001119</c:v>
              </c:pt>
              <c:pt idx="49">
                <c:v>21.805025</c:v>
              </c:pt>
              <c:pt idx="50">
                <c:v>22.20662</c:v>
              </c:pt>
              <c:pt idx="51">
                <c:v>22.000454</c:v>
              </c:pt>
              <c:pt idx="52">
                <c:v>21.804392</c:v>
              </c:pt>
              <c:pt idx="53">
                <c:v>22.206019</c:v>
              </c:pt>
              <c:pt idx="54">
                <c:v>21.999882</c:v>
              </c:pt>
              <c:pt idx="55">
                <c:v>21.803848</c:v>
              </c:pt>
              <c:pt idx="56">
                <c:v>22.205501</c:v>
              </c:pt>
              <c:pt idx="57">
                <c:v>21.99939</c:v>
              </c:pt>
              <c:pt idx="58">
                <c:v>21.80338</c:v>
              </c:pt>
              <c:pt idx="59">
                <c:v>22.205056</c:v>
              </c:pt>
              <c:pt idx="60">
                <c:v>21.998967</c:v>
              </c:pt>
              <c:pt idx="61">
                <c:v>21.802978</c:v>
              </c:pt>
              <c:pt idx="62">
                <c:v>22.204674</c:v>
              </c:pt>
              <c:pt idx="63">
                <c:v>21.998603</c:v>
              </c:pt>
              <c:pt idx="64">
                <c:v>21.802632</c:v>
              </c:pt>
              <c:pt idx="65">
                <c:v>22.204345</c:v>
              </c:pt>
              <c:pt idx="66">
                <c:v>21.99829</c:v>
              </c:pt>
              <c:pt idx="67">
                <c:v>21.802334</c:v>
              </c:pt>
              <c:pt idx="68">
                <c:v>22.204062</c:v>
              </c:pt>
              <c:pt idx="69">
                <c:v>21.998021</c:v>
              </c:pt>
              <c:pt idx="70">
                <c:v>21.802078</c:v>
              </c:pt>
              <c:pt idx="71">
                <c:v>22.203818</c:v>
              </c:pt>
              <c:pt idx="72">
                <c:v>21.997789</c:v>
              </c:pt>
              <c:pt idx="73">
                <c:v>21.801858</c:v>
              </c:pt>
              <c:pt idx="74">
                <c:v>22.203609</c:v>
              </c:pt>
              <c:pt idx="75">
                <c:v>21.99759</c:v>
              </c:pt>
              <c:pt idx="76">
                <c:v>21.801668</c:v>
              </c:pt>
              <c:pt idx="77">
                <c:v>22.203429</c:v>
              </c:pt>
              <c:pt idx="78">
                <c:v>21.997419</c:v>
              </c:pt>
              <c:pt idx="79">
                <c:v>21.801505</c:v>
              </c:pt>
              <c:pt idx="80">
                <c:v>22.203274</c:v>
              </c:pt>
              <c:pt idx="81">
                <c:v>21.997271</c:v>
              </c:pt>
              <c:pt idx="82">
                <c:v>21.801365</c:v>
              </c:pt>
              <c:pt idx="83">
                <c:v>22.20314</c:v>
              </c:pt>
              <c:pt idx="84">
                <c:v>21.997145</c:v>
              </c:pt>
              <c:pt idx="85">
                <c:v>21.801245</c:v>
              </c:pt>
              <c:pt idx="86">
                <c:v>22.203026</c:v>
              </c:pt>
              <c:pt idx="87">
                <c:v>21.997036</c:v>
              </c:pt>
              <c:pt idx="88">
                <c:v>21.801141</c:v>
              </c:pt>
              <c:pt idx="89">
                <c:v>22.202927</c:v>
              </c:pt>
              <c:pt idx="90">
                <c:v>21.996942</c:v>
              </c:pt>
              <c:pt idx="91">
                <c:v>21.801052</c:v>
              </c:pt>
              <c:pt idx="92">
                <c:v>22.202842</c:v>
              </c:pt>
              <c:pt idx="93">
                <c:v>21.996861</c:v>
              </c:pt>
              <c:pt idx="94">
                <c:v>21.800975</c:v>
              </c:pt>
              <c:pt idx="95">
                <c:v>22.20277</c:v>
              </c:pt>
              <c:pt idx="96">
                <c:v>21.996792</c:v>
              </c:pt>
              <c:pt idx="97">
                <c:v>21.800909</c:v>
              </c:pt>
              <c:pt idx="98">
                <c:v>22.202707</c:v>
              </c:pt>
              <c:pt idx="99">
                <c:v>21.996732</c:v>
              </c:pt>
              <c:pt idx="100">
                <c:v>21.800853</c:v>
              </c:pt>
              <c:pt idx="101">
                <c:v>22.202653</c:v>
              </c:pt>
              <c:pt idx="102">
                <c:v>21.996681</c:v>
              </c:pt>
              <c:pt idx="103">
                <c:v>21.800804</c:v>
              </c:pt>
              <c:pt idx="104">
                <c:v>22.202607</c:v>
              </c:pt>
              <c:pt idx="105">
                <c:v>21.996637</c:v>
              </c:pt>
              <c:pt idx="106">
                <c:v>21.800762</c:v>
              </c:pt>
              <c:pt idx="107">
                <c:v>22.202567</c:v>
              </c:pt>
              <c:pt idx="108">
                <c:v>21.996599</c:v>
              </c:pt>
              <c:pt idx="109">
                <c:v>21.800726</c:v>
              </c:pt>
              <c:pt idx="110">
                <c:v>22.202532</c:v>
              </c:pt>
              <c:pt idx="111">
                <c:v>21.996567</c:v>
              </c:pt>
              <c:pt idx="112">
                <c:v>21.800695</c:v>
              </c:pt>
              <c:pt idx="113">
                <c:v>22.202503</c:v>
              </c:pt>
              <c:pt idx="114">
                <c:v>21.996538</c:v>
              </c:pt>
              <c:pt idx="115">
                <c:v>21.800668</c:v>
              </c:pt>
              <c:pt idx="116">
                <c:v>22.202478</c:v>
              </c:pt>
              <c:pt idx="117">
                <c:v>21.996514</c:v>
              </c:pt>
              <c:pt idx="118">
                <c:v>21.800645</c:v>
              </c:pt>
              <c:pt idx="119">
                <c:v>22.202456</c:v>
              </c:pt>
              <c:pt idx="120">
                <c:v>21.996494</c:v>
              </c:pt>
            </c:numLit>
          </c:yVal>
        </c:ser>
        <c:ser>
          <c:idx val="2"/>
          <c:order val="2"/>
          <c:tx>
            <c:v>r</c:v>
          </c:tx>
          <c:spPr>
            <a:ln xmlns:a="http://schemas.openxmlformats.org/drawingml/2006/main" w="28575">
              <a:solidFill>
                <a:srgbClr val="60863D"/>
              </a:solidFill>
            </a:ln>
          </c:spPr>
          <c:marker>
            <c:symbol val="none"/>
            <c:size val="5"/>
          </c:marker>
          <c:xVal>
            <c:numLit>
              <c:formatCode>General</c:formatCode>
              <c:ptCount val="121"/>
              <c:pt idx="0">
                <c:v>0</c:v>
              </c:pt>
              <c:pt idx="1">
                <c:v>0.5</c:v>
              </c:pt>
              <c:pt idx="2">
                <c:v>1</c:v>
              </c:pt>
              <c:pt idx="3">
                <c:v>1.5</c:v>
              </c:pt>
              <c:pt idx="4">
                <c:v>2</c:v>
              </c:pt>
              <c:pt idx="5">
                <c:v>2.5</c:v>
              </c:pt>
              <c:pt idx="6">
                <c:v>3</c:v>
              </c:pt>
              <c:pt idx="7">
                <c:v>3.5</c:v>
              </c:pt>
              <c:pt idx="8">
                <c:v>4</c:v>
              </c:pt>
              <c:pt idx="9">
                <c:v>4.5</c:v>
              </c:pt>
              <c:pt idx="10">
                <c:v>5</c:v>
              </c:pt>
              <c:pt idx="11">
                <c:v>5.5</c:v>
              </c:pt>
              <c:pt idx="12">
                <c:v>6</c:v>
              </c:pt>
              <c:pt idx="13">
                <c:v>6.5</c:v>
              </c:pt>
              <c:pt idx="14">
                <c:v>7</c:v>
              </c:pt>
              <c:pt idx="15">
                <c:v>7.5</c:v>
              </c:pt>
              <c:pt idx="16">
                <c:v>8</c:v>
              </c:pt>
              <c:pt idx="17">
                <c:v>8.5</c:v>
              </c:pt>
              <c:pt idx="18">
                <c:v>9</c:v>
              </c:pt>
              <c:pt idx="19">
                <c:v>9.5</c:v>
              </c:pt>
              <c:pt idx="20">
                <c:v>10</c:v>
              </c:pt>
              <c:pt idx="21">
                <c:v>10.5</c:v>
              </c:pt>
              <c:pt idx="22">
                <c:v>11</c:v>
              </c:pt>
              <c:pt idx="23">
                <c:v>11.5</c:v>
              </c:pt>
              <c:pt idx="24">
                <c:v>12</c:v>
              </c:pt>
              <c:pt idx="25">
                <c:v>12.5</c:v>
              </c:pt>
              <c:pt idx="26">
                <c:v>13</c:v>
              </c:pt>
              <c:pt idx="27">
                <c:v>13.5</c:v>
              </c:pt>
              <c:pt idx="28">
                <c:v>14</c:v>
              </c:pt>
              <c:pt idx="29">
                <c:v>14.5</c:v>
              </c:pt>
              <c:pt idx="30">
                <c:v>15</c:v>
              </c:pt>
              <c:pt idx="31">
                <c:v>15.5</c:v>
              </c:pt>
              <c:pt idx="32">
                <c:v>16</c:v>
              </c:pt>
              <c:pt idx="33">
                <c:v>16.5</c:v>
              </c:pt>
              <c:pt idx="34">
                <c:v>17</c:v>
              </c:pt>
              <c:pt idx="35">
                <c:v>17.5</c:v>
              </c:pt>
              <c:pt idx="36">
                <c:v>18</c:v>
              </c:pt>
              <c:pt idx="37">
                <c:v>18.5</c:v>
              </c:pt>
              <c:pt idx="38">
                <c:v>19</c:v>
              </c:pt>
              <c:pt idx="39">
                <c:v>19.5</c:v>
              </c:pt>
              <c:pt idx="40">
                <c:v>20</c:v>
              </c:pt>
              <c:pt idx="41">
                <c:v>20.5</c:v>
              </c:pt>
              <c:pt idx="42">
                <c:v>21</c:v>
              </c:pt>
              <c:pt idx="43">
                <c:v>21.5</c:v>
              </c:pt>
              <c:pt idx="44">
                <c:v>22</c:v>
              </c:pt>
              <c:pt idx="45">
                <c:v>22.5</c:v>
              </c:pt>
              <c:pt idx="46">
                <c:v>23</c:v>
              </c:pt>
              <c:pt idx="47">
                <c:v>23.5</c:v>
              </c:pt>
              <c:pt idx="48">
                <c:v>24</c:v>
              </c:pt>
              <c:pt idx="49">
                <c:v>24.5</c:v>
              </c:pt>
              <c:pt idx="50">
                <c:v>25</c:v>
              </c:pt>
              <c:pt idx="51">
                <c:v>25.5</c:v>
              </c:pt>
              <c:pt idx="52">
                <c:v>26</c:v>
              </c:pt>
              <c:pt idx="53">
                <c:v>26.5</c:v>
              </c:pt>
              <c:pt idx="54">
                <c:v>27</c:v>
              </c:pt>
              <c:pt idx="55">
                <c:v>27.5</c:v>
              </c:pt>
              <c:pt idx="56">
                <c:v>28</c:v>
              </c:pt>
              <c:pt idx="57">
                <c:v>28.5</c:v>
              </c:pt>
              <c:pt idx="58">
                <c:v>29</c:v>
              </c:pt>
              <c:pt idx="59">
                <c:v>29.5</c:v>
              </c:pt>
              <c:pt idx="60">
                <c:v>30</c:v>
              </c:pt>
              <c:pt idx="61">
                <c:v>30.5</c:v>
              </c:pt>
              <c:pt idx="62">
                <c:v>31</c:v>
              </c:pt>
              <c:pt idx="63">
                <c:v>31.5</c:v>
              </c:pt>
              <c:pt idx="64">
                <c:v>32</c:v>
              </c:pt>
              <c:pt idx="65">
                <c:v>32.5</c:v>
              </c:pt>
              <c:pt idx="66">
                <c:v>33</c:v>
              </c:pt>
              <c:pt idx="67">
                <c:v>33.5</c:v>
              </c:pt>
              <c:pt idx="68">
                <c:v>34</c:v>
              </c:pt>
              <c:pt idx="69">
                <c:v>34.5</c:v>
              </c:pt>
              <c:pt idx="70">
                <c:v>35</c:v>
              </c:pt>
              <c:pt idx="71">
                <c:v>35.5</c:v>
              </c:pt>
              <c:pt idx="72">
                <c:v>36</c:v>
              </c:pt>
              <c:pt idx="73">
                <c:v>36.5</c:v>
              </c:pt>
              <c:pt idx="74">
                <c:v>37</c:v>
              </c:pt>
              <c:pt idx="75">
                <c:v>37.5</c:v>
              </c:pt>
              <c:pt idx="76">
                <c:v>38</c:v>
              </c:pt>
              <c:pt idx="77">
                <c:v>38.5</c:v>
              </c:pt>
              <c:pt idx="78">
                <c:v>39</c:v>
              </c:pt>
              <c:pt idx="79">
                <c:v>39.5</c:v>
              </c:pt>
              <c:pt idx="80">
                <c:v>40</c:v>
              </c:pt>
              <c:pt idx="81">
                <c:v>40.5</c:v>
              </c:pt>
              <c:pt idx="82">
                <c:v>41</c:v>
              </c:pt>
              <c:pt idx="83">
                <c:v>41.5</c:v>
              </c:pt>
              <c:pt idx="84">
                <c:v>42</c:v>
              </c:pt>
              <c:pt idx="85">
                <c:v>42.5</c:v>
              </c:pt>
              <c:pt idx="86">
                <c:v>43</c:v>
              </c:pt>
              <c:pt idx="87">
                <c:v>43.5</c:v>
              </c:pt>
              <c:pt idx="88">
                <c:v>44</c:v>
              </c:pt>
              <c:pt idx="89">
                <c:v>44.5</c:v>
              </c:pt>
              <c:pt idx="90">
                <c:v>45</c:v>
              </c:pt>
              <c:pt idx="91">
                <c:v>45.5</c:v>
              </c:pt>
              <c:pt idx="92">
                <c:v>46</c:v>
              </c:pt>
              <c:pt idx="93">
                <c:v>46.5</c:v>
              </c:pt>
              <c:pt idx="94">
                <c:v>47</c:v>
              </c:pt>
              <c:pt idx="95">
                <c:v>47.5</c:v>
              </c:pt>
              <c:pt idx="96">
                <c:v>48</c:v>
              </c:pt>
              <c:pt idx="97">
                <c:v>48.5</c:v>
              </c:pt>
              <c:pt idx="98">
                <c:v>49</c:v>
              </c:pt>
              <c:pt idx="99">
                <c:v>49.5</c:v>
              </c:pt>
              <c:pt idx="100">
                <c:v>50</c:v>
              </c:pt>
              <c:pt idx="101">
                <c:v>50.5</c:v>
              </c:pt>
              <c:pt idx="102">
                <c:v>51</c:v>
              </c:pt>
              <c:pt idx="103">
                <c:v>51.5</c:v>
              </c:pt>
              <c:pt idx="104">
                <c:v>52</c:v>
              </c:pt>
              <c:pt idx="105">
                <c:v>52.5</c:v>
              </c:pt>
              <c:pt idx="106">
                <c:v>53</c:v>
              </c:pt>
              <c:pt idx="107">
                <c:v>53.5</c:v>
              </c:pt>
              <c:pt idx="108">
                <c:v>54</c:v>
              </c:pt>
              <c:pt idx="109">
                <c:v>54.5</c:v>
              </c:pt>
              <c:pt idx="110">
                <c:v>55</c:v>
              </c:pt>
              <c:pt idx="111">
                <c:v>55.5</c:v>
              </c:pt>
              <c:pt idx="112">
                <c:v>56</c:v>
              </c:pt>
              <c:pt idx="113">
                <c:v>56.5</c:v>
              </c:pt>
              <c:pt idx="114">
                <c:v>57</c:v>
              </c:pt>
              <c:pt idx="115">
                <c:v>57.5</c:v>
              </c:pt>
              <c:pt idx="116">
                <c:v>58</c:v>
              </c:pt>
              <c:pt idx="117">
                <c:v>58.5</c:v>
              </c:pt>
              <c:pt idx="118">
                <c:v>59</c:v>
              </c:pt>
              <c:pt idx="119">
                <c:v>59.5</c:v>
              </c:pt>
              <c:pt idx="120">
                <c:v>60</c:v>
              </c:pt>
            </c:numLit>
          </c:xVal>
          <c:yVal>
            <c:numLit>
              <c:formatCode>General</c:formatCode>
              <c:ptCount val="121"/>
              <c:pt idx="0">
                <c:v>22</c:v>
              </c:pt>
              <c:pt idx="1">
                <c:v>22</c:v>
              </c:pt>
              <c:pt idx="2">
                <c:v>22</c:v>
              </c:pt>
              <c:pt idx="3">
                <c:v>22</c:v>
              </c:pt>
              <c:pt idx="4">
                <c:v>22</c:v>
              </c:pt>
              <c:pt idx="5">
                <c:v>22</c:v>
              </c:pt>
              <c:pt idx="6">
                <c:v>22</c:v>
              </c:pt>
              <c:pt idx="7">
                <c:v>22</c:v>
              </c:pt>
              <c:pt idx="8">
                <c:v>22</c:v>
              </c:pt>
              <c:pt idx="9">
                <c:v>22</c:v>
              </c:pt>
              <c:pt idx="10">
                <c:v>22</c:v>
              </c:pt>
              <c:pt idx="11">
                <c:v>22</c:v>
              </c:pt>
              <c:pt idx="12">
                <c:v>22</c:v>
              </c:pt>
              <c:pt idx="13">
                <c:v>22</c:v>
              </c:pt>
              <c:pt idx="14">
                <c:v>22</c:v>
              </c:pt>
              <c:pt idx="15">
                <c:v>22</c:v>
              </c:pt>
              <c:pt idx="16">
                <c:v>22</c:v>
              </c:pt>
              <c:pt idx="17">
                <c:v>22</c:v>
              </c:pt>
              <c:pt idx="18">
                <c:v>22</c:v>
              </c:pt>
              <c:pt idx="19">
                <c:v>22</c:v>
              </c:pt>
              <c:pt idx="20">
                <c:v>22</c:v>
              </c:pt>
              <c:pt idx="21">
                <c:v>22</c:v>
              </c:pt>
              <c:pt idx="22">
                <c:v>22</c:v>
              </c:pt>
              <c:pt idx="23">
                <c:v>22</c:v>
              </c:pt>
              <c:pt idx="24">
                <c:v>22</c:v>
              </c:pt>
              <c:pt idx="25">
                <c:v>22</c:v>
              </c:pt>
              <c:pt idx="26">
                <c:v>22</c:v>
              </c:pt>
              <c:pt idx="27">
                <c:v>22</c:v>
              </c:pt>
              <c:pt idx="28">
                <c:v>22</c:v>
              </c:pt>
              <c:pt idx="29">
                <c:v>22</c:v>
              </c:pt>
              <c:pt idx="30">
                <c:v>22</c:v>
              </c:pt>
              <c:pt idx="31">
                <c:v>22</c:v>
              </c:pt>
              <c:pt idx="32">
                <c:v>22</c:v>
              </c:pt>
              <c:pt idx="33">
                <c:v>22</c:v>
              </c:pt>
              <c:pt idx="34">
                <c:v>22</c:v>
              </c:pt>
              <c:pt idx="35">
                <c:v>22</c:v>
              </c:pt>
              <c:pt idx="36">
                <c:v>22</c:v>
              </c:pt>
              <c:pt idx="37">
                <c:v>22</c:v>
              </c:pt>
              <c:pt idx="38">
                <c:v>22</c:v>
              </c:pt>
              <c:pt idx="39">
                <c:v>22</c:v>
              </c:pt>
              <c:pt idx="40">
                <c:v>22</c:v>
              </c:pt>
              <c:pt idx="41">
                <c:v>22</c:v>
              </c:pt>
              <c:pt idx="42">
                <c:v>22</c:v>
              </c:pt>
              <c:pt idx="43">
                <c:v>22</c:v>
              </c:pt>
              <c:pt idx="44">
                <c:v>22</c:v>
              </c:pt>
              <c:pt idx="45">
                <c:v>22</c:v>
              </c:pt>
              <c:pt idx="46">
                <c:v>22</c:v>
              </c:pt>
              <c:pt idx="47">
                <c:v>22</c:v>
              </c:pt>
              <c:pt idx="48">
                <c:v>22</c:v>
              </c:pt>
              <c:pt idx="49">
                <c:v>22</c:v>
              </c:pt>
              <c:pt idx="50">
                <c:v>22</c:v>
              </c:pt>
              <c:pt idx="51">
                <c:v>22</c:v>
              </c:pt>
              <c:pt idx="52">
                <c:v>22</c:v>
              </c:pt>
              <c:pt idx="53">
                <c:v>22</c:v>
              </c:pt>
              <c:pt idx="54">
                <c:v>22</c:v>
              </c:pt>
              <c:pt idx="55">
                <c:v>22</c:v>
              </c:pt>
              <c:pt idx="56">
                <c:v>22</c:v>
              </c:pt>
              <c:pt idx="57">
                <c:v>22</c:v>
              </c:pt>
              <c:pt idx="58">
                <c:v>22</c:v>
              </c:pt>
              <c:pt idx="59">
                <c:v>22</c:v>
              </c:pt>
              <c:pt idx="60">
                <c:v>22</c:v>
              </c:pt>
              <c:pt idx="61">
                <c:v>22</c:v>
              </c:pt>
              <c:pt idx="62">
                <c:v>22</c:v>
              </c:pt>
              <c:pt idx="63">
                <c:v>22</c:v>
              </c:pt>
              <c:pt idx="64">
                <c:v>22</c:v>
              </c:pt>
              <c:pt idx="65">
                <c:v>22</c:v>
              </c:pt>
              <c:pt idx="66">
                <c:v>22</c:v>
              </c:pt>
              <c:pt idx="67">
                <c:v>22</c:v>
              </c:pt>
              <c:pt idx="68">
                <c:v>22</c:v>
              </c:pt>
              <c:pt idx="69">
                <c:v>22</c:v>
              </c:pt>
              <c:pt idx="70">
                <c:v>22</c:v>
              </c:pt>
              <c:pt idx="71">
                <c:v>22</c:v>
              </c:pt>
              <c:pt idx="72">
                <c:v>22</c:v>
              </c:pt>
              <c:pt idx="73">
                <c:v>22</c:v>
              </c:pt>
              <c:pt idx="74">
                <c:v>22</c:v>
              </c:pt>
              <c:pt idx="75">
                <c:v>22</c:v>
              </c:pt>
              <c:pt idx="76">
                <c:v>22</c:v>
              </c:pt>
              <c:pt idx="77">
                <c:v>22</c:v>
              </c:pt>
              <c:pt idx="78">
                <c:v>22</c:v>
              </c:pt>
              <c:pt idx="79">
                <c:v>22</c:v>
              </c:pt>
              <c:pt idx="80">
                <c:v>22</c:v>
              </c:pt>
              <c:pt idx="81">
                <c:v>22</c:v>
              </c:pt>
              <c:pt idx="82">
                <c:v>22</c:v>
              </c:pt>
              <c:pt idx="83">
                <c:v>22</c:v>
              </c:pt>
              <c:pt idx="84">
                <c:v>22</c:v>
              </c:pt>
              <c:pt idx="85">
                <c:v>22</c:v>
              </c:pt>
              <c:pt idx="86">
                <c:v>22</c:v>
              </c:pt>
              <c:pt idx="87">
                <c:v>22</c:v>
              </c:pt>
              <c:pt idx="88">
                <c:v>22</c:v>
              </c:pt>
              <c:pt idx="89">
                <c:v>22</c:v>
              </c:pt>
              <c:pt idx="90">
                <c:v>22</c:v>
              </c:pt>
              <c:pt idx="91">
                <c:v>22</c:v>
              </c:pt>
              <c:pt idx="92">
                <c:v>22</c:v>
              </c:pt>
              <c:pt idx="93">
                <c:v>22</c:v>
              </c:pt>
              <c:pt idx="94">
                <c:v>22</c:v>
              </c:pt>
              <c:pt idx="95">
                <c:v>22</c:v>
              </c:pt>
              <c:pt idx="96">
                <c:v>22</c:v>
              </c:pt>
              <c:pt idx="97">
                <c:v>22</c:v>
              </c:pt>
              <c:pt idx="98">
                <c:v>22</c:v>
              </c:pt>
              <c:pt idx="99">
                <c:v>22</c:v>
              </c:pt>
              <c:pt idx="100">
                <c:v>22</c:v>
              </c:pt>
              <c:pt idx="101">
                <c:v>22</c:v>
              </c:pt>
              <c:pt idx="102">
                <c:v>22</c:v>
              </c:pt>
              <c:pt idx="103">
                <c:v>22</c:v>
              </c:pt>
              <c:pt idx="104">
                <c:v>22</c:v>
              </c:pt>
              <c:pt idx="105">
                <c:v>22</c:v>
              </c:pt>
              <c:pt idx="106">
                <c:v>22</c:v>
              </c:pt>
              <c:pt idx="107">
                <c:v>22</c:v>
              </c:pt>
              <c:pt idx="108">
                <c:v>22</c:v>
              </c:pt>
              <c:pt idx="109">
                <c:v>22</c:v>
              </c:pt>
              <c:pt idx="110">
                <c:v>22</c:v>
              </c:pt>
              <c:pt idx="111">
                <c:v>22</c:v>
              </c:pt>
              <c:pt idx="112">
                <c:v>22</c:v>
              </c:pt>
              <c:pt idx="113">
                <c:v>22</c:v>
              </c:pt>
              <c:pt idx="114">
                <c:v>22</c:v>
              </c:pt>
              <c:pt idx="115">
                <c:v>22</c:v>
              </c:pt>
              <c:pt idx="116">
                <c:v>22</c:v>
              </c:pt>
              <c:pt idx="117">
                <c:v>22</c:v>
              </c:pt>
              <c:pt idx="118">
                <c:v>22</c:v>
              </c:pt>
              <c:pt idx="119">
                <c:v>22</c:v>
              </c:pt>
              <c:pt idx="120">
                <c:v>22</c:v>
              </c:pt>
            </c:numLit>
          </c:y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scatterChart>
      <c:valAx>
        <c:axId val="48672768"/>
        <c:scaling>
          <c:orientation val="minMax"/>
          <c:max val="23"/>
          <c:min val="18"/>
        </c:scaling>
        <c:delete val="0"/>
        <c:axPos val="l"/>
        <c:majorGridlines>
          <c:spPr>
            <a:ln xmlns:a="http://schemas.openxmlformats.org/drawingml/2006/main" w="9525">
              <a:solidFill>
                <a:srgbClr val="E0E7EC"/>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Temperatura (°C)</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valAx>
      <c:valAx>
        <c:axId val="48650112"/>
        <c:scaling>
          <c:orientation val="minMax"/>
          <c:max val="25"/>
          <c:min val="0"/>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Tiempo (min)</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valAx>
    </c:plotArea>
    <c:plotVisOnly val="1"/>
  </c:chart>
  <c:spPr>
    <a:solidFill xmlns:a="http://schemas.openxmlformats.org/drawingml/2006/main">
      <a:srgbClr val="FFFFFF"/>
    </a:solidFill>
  </c:spPr>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2925" b="0">
                <a:solidFill>
                  <a:srgbClr val="D96B18"/>
                </a:solidFill>
                <a:latin typeface="Arial"/>
                <a:ea typeface="Arial"/>
                <a:cs typeface="Arial"/>
              </a:defRPr>
            </a:pPr>
            <a:r>
              <a:rPr sz="2925" b="0">
                <a:solidFill>
                  <a:srgbClr val="D96B18"/>
                </a:solidFill>
                <a:latin typeface="Arial"/>
                <a:ea typeface="Arial"/>
                <a:cs typeface="Arial"/>
              </a:rPr>
              <a:t>Razonamiento con Incertidumbre (RAIN)</a:t>
            </a:r>
          </a:p>
        </p:txBody>
      </p:sp>
      <p:sp>
        <p:nvSpPr>
          <p:cNvPr id="9" name="">
            <a:extLst xmlns:a="http://schemas.openxmlformats.org/drawingml/2006/main">
              <a:ext uri="{FF2B5EF4-FFF2-40B4-BE49-F238E27FC236}">
                <a16:creationId xmlns:a16="http://schemas.microsoft.com/office/drawing/2014/main" id="{F47782F4-1D30-4800-91ED-F8B8F9B994B6}"/>
              </a:ext>
            </a:extLst>
          </p:cNvPr>
          <p:cNvSpPr>
            <a:spLocks xmlns:a="http://schemas.openxmlformats.org/drawingml/2006/main" noGrp="1"/>
          </p:cNvSpPr>
          <p:nvPr/>
        </p:nvSpPr>
        <p:spPr>
          <a:xfrm xmlns:a="http://schemas.openxmlformats.org/drawingml/2006/main">
            <a:off x="838200" y="2571750"/>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675" b="1">
                <a:solidFill>
                  <a:srgbClr val="233746"/>
                </a:solidFill>
                <a:latin typeface="Arial"/>
                <a:ea typeface="Arial"/>
                <a:cs typeface="Arial"/>
              </a:defRPr>
            </a:pPr>
            <a:r>
              <a:rPr sz="3675" b="1">
                <a:solidFill>
                  <a:srgbClr val="233746"/>
                </a:solidFill>
                <a:latin typeface="Arial"/>
                <a:ea typeface="Arial"/>
                <a:cs typeface="Arial"/>
              </a:rPr>
              <a:t>Sistemas de control Fuzzy</a:t>
            </a:r>
          </a:p>
        </p:txBody>
      </p:sp>
      <p:sp>
        <p:nvSpPr>
          <p:cNvPr id="10" name="">
            <a:extLst xmlns:a="http://schemas.openxmlformats.org/drawingml/2006/main">
              <a:ext uri="{FF2B5EF4-FFF2-40B4-BE49-F238E27FC236}">
                <a16:creationId xmlns:a16="http://schemas.microsoft.com/office/drawing/2014/main" id="{A381DDA9-9F3D-45BD-A014-4D7B635B2363}"/>
              </a:ext>
            </a:extLst>
          </p:cNvPr>
          <p:cNvSpPr>
            <a:spLocks xmlns:a="http://schemas.openxmlformats.org/drawingml/2006/main" noGrp="1"/>
          </p:cNvSpPr>
          <p:nvPr/>
        </p:nvSpPr>
        <p:spPr>
          <a:xfrm xmlns:a="http://schemas.openxmlformats.org/drawingml/2006/main">
            <a:off x="838200" y="356235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D96B18"/>
                </a:solidFill>
                <a:latin typeface="Arial"/>
                <a:ea typeface="Arial"/>
                <a:cs typeface="Arial"/>
              </a:defRPr>
            </a:pPr>
            <a:r>
              <a:rPr sz="2100" b="0">
                <a:solidFill>
                  <a:srgbClr val="D96B18"/>
                </a:solidFill>
                <a:latin typeface="Arial"/>
                <a:ea typeface="Arial"/>
                <a:cs typeface="Arial"/>
              </a:rPr>
              <a:t>Conceptos, inferencia, diseño y simulación</a:t>
            </a:r>
          </a:p>
        </p:txBody>
      </p:sp>
      <p:sp>
        <p:nvSpPr>
          <p:cNvPr id="11" name="">
            <a:extLst xmlns:a="http://schemas.openxmlformats.org/drawingml/2006/main">
              <a:ext uri="{FF2B5EF4-FFF2-40B4-BE49-F238E27FC236}">
                <a16:creationId xmlns:a16="http://schemas.microsoft.com/office/drawing/2014/main" id="{CD182264-99C3-43BC-BBA5-47F6269DA0AA}"/>
              </a:ext>
            </a:extLst>
          </p:cNvPr>
          <p:cNvSpPr>
            <a:spLocks xmlns:a="http://schemas.openxmlformats.org/drawingml/2006/main" noGrp="1"/>
          </p:cNvSpPr>
          <p:nvPr/>
        </p:nvSpPr>
        <p:spPr>
          <a:xfrm xmlns:a="http://schemas.openxmlformats.org/drawingml/2006/main">
            <a:off x="838200" y="4438650"/>
            <a:ext cx="10477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233746"/>
                </a:solidFill>
                <a:latin typeface="Arial"/>
                <a:ea typeface="Arial"/>
                <a:cs typeface="Arial"/>
              </a:defRPr>
            </a:pPr>
            <a:r>
              <a:rPr sz="2250" b="1">
                <a:solidFill>
                  <a:srgbClr val="233746"/>
                </a:solidFill>
                <a:latin typeface="Arial"/>
                <a:ea typeface="Arial"/>
                <a:cs typeface="Arial"/>
              </a:rPr>
              <a:t>Erik Figueiral Alonso</a:t>
            </a:r>
          </a:p>
        </p:txBody>
      </p:sp>
      <p:sp>
        <p:nvSpPr>
          <p:cNvPr id="12" name="">
            <a:extLst xmlns:a="http://schemas.openxmlformats.org/drawingml/2006/main">
              <a:ext uri="{FF2B5EF4-FFF2-40B4-BE49-F238E27FC236}">
                <a16:creationId xmlns:a16="http://schemas.microsoft.com/office/drawing/2014/main" id="{0A6AE5E6-CDC7-46BF-8C8A-DE3740A34118}"/>
              </a:ext>
            </a:extLst>
          </p:cNvPr>
          <p:cNvSpPr>
            <a:spLocks xmlns:a="http://schemas.openxmlformats.org/drawingml/2006/main" noGrp="1"/>
          </p:cNvSpPr>
          <p:nvPr/>
        </p:nvSpPr>
        <p:spPr>
          <a:xfrm xmlns:a="http://schemas.openxmlformats.org/drawingml/2006/main">
            <a:off x="838200" y="4905375"/>
            <a:ext cx="10477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162A0"/>
                </a:solidFill>
                <a:latin typeface="Arial"/>
                <a:ea typeface="Arial"/>
                <a:cs typeface="Arial"/>
              </a:defRPr>
            </a:pPr>
            <a:r>
              <a:rPr sz="1875" b="0">
                <a:solidFill>
                  <a:srgbClr val="2162A0"/>
                </a:solidFill>
                <a:latin typeface="Arial"/>
                <a:ea typeface="Arial"/>
                <a:cs typeface="Arial"/>
              </a:rPr>
              <a:t>erik.figueiral.alonso@uvigo.gal</a:t>
            </a:r>
          </a:p>
        </p:txBody>
      </p:sp>
      <p:sp>
        <p:nvSpPr>
          <p:cNvPr id="13" name="">
            <a:extLst xmlns:a="http://schemas.openxmlformats.org/drawingml/2006/main">
              <a:ext uri="{FF2B5EF4-FFF2-40B4-BE49-F238E27FC236}">
                <a16:creationId xmlns:a16="http://schemas.microsoft.com/office/drawing/2014/main" id="{52981A01-C798-4F2C-9EE0-D9D23C737415}"/>
              </a:ext>
            </a:extLst>
          </p:cNvPr>
          <p:cNvSpPr>
            <a:spLocks xmlns:a="http://schemas.openxmlformats.org/drawingml/2006/main" noGrp="1"/>
          </p:cNvSpPr>
          <p:nvPr/>
        </p:nvSpPr>
        <p:spPr>
          <a:xfrm xmlns:a="http://schemas.openxmlformats.org/drawingml/2006/main">
            <a:off x="838200" y="5800725"/>
            <a:ext cx="10477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233746"/>
                </a:solidFill>
                <a:latin typeface="Arial"/>
                <a:ea typeface="Arial"/>
                <a:cs typeface="Arial"/>
              </a:defRPr>
            </a:pPr>
            <a:r>
              <a:rPr sz="1425" b="0">
                <a:solidFill>
                  <a:srgbClr val="233746"/>
                </a:solidFill>
                <a:latin typeface="Arial"/>
                <a:ea typeface="Arial"/>
                <a:cs typeface="Arial"/>
              </a:rPr>
              <a:t>Referencia: Timothy J. Ross · 3.ª edición</a:t>
            </a:r>
          </a:p>
        </p:txBody>
      </p:sp>
    </p:spTree>
    <p:extLst>
      <p:ext uri="{BB962C8B-B14F-4D97-AF65-F5344CB8AC3E}">
        <p14:creationId xmlns:p14="http://schemas.microsoft.com/office/powerpoint/2010/main" val="1721896526"/>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Guion: conceptos, diseño y práctica de control</a:t>
            </a:r>
          </a:p>
        </p:txBody>
      </p:sp>
      <p:sp>
        <p:nvSpPr>
          <p:cNvPr id="9" name="">
            <a:extLst xmlns:a="http://schemas.openxmlformats.org/drawingml/2006/main">
              <a:ext uri="{FF2B5EF4-FFF2-40B4-BE49-F238E27FC236}">
                <a16:creationId xmlns:a16="http://schemas.microsoft.com/office/drawing/2014/main" id="{6A786C79-F86C-42AD-9BC6-CD2C9A2CEF8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5CE619B9-7156-482C-9358-634003ED1FD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
        <p:nvSpPr>
          <p:cNvPr id="11" name="">
            <a:extLst xmlns:a="http://schemas.openxmlformats.org/drawingml/2006/main">
              <a:ext uri="{FF2B5EF4-FFF2-40B4-BE49-F238E27FC236}">
                <a16:creationId xmlns:a16="http://schemas.microsoft.com/office/drawing/2014/main" id="{5BA68DB5-25F3-444F-9F4D-181BBE5FA628}"/>
              </a:ext>
            </a:extLst>
          </p:cNvPr>
          <p:cNvSpPr>
            <a:spLocks xmlns:a="http://schemas.openxmlformats.org/drawingml/2006/main" noGrp="1"/>
          </p:cNvSpPr>
          <p:nvPr/>
        </p:nvSpPr>
        <p:spPr>
          <a:xfrm xmlns:a="http://schemas.openxmlformats.org/drawingml/2006/main">
            <a:off x="762000" y="1676400"/>
            <a:ext cx="66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75" b="1">
                <a:solidFill>
                  <a:srgbClr val="BD5810"/>
                </a:solidFill>
                <a:latin typeface="Arial"/>
                <a:ea typeface="Arial"/>
                <a:cs typeface="Arial"/>
              </a:defRPr>
            </a:pPr>
            <a:r>
              <a:rPr sz="2475" b="1">
                <a:solidFill>
                  <a:srgbClr val="BD5810"/>
                </a:solidFill>
                <a:latin typeface="Arial"/>
                <a:ea typeface="Arial"/>
                <a:cs typeface="Arial"/>
              </a:rPr>
              <a:t>01</a:t>
            </a:r>
          </a:p>
        </p:txBody>
      </p:sp>
      <p:sp>
        <p:nvSpPr>
          <p:cNvPr id="12" name="">
            <a:extLst xmlns:a="http://schemas.openxmlformats.org/drawingml/2006/main">
              <a:ext uri="{FF2B5EF4-FFF2-40B4-BE49-F238E27FC236}">
                <a16:creationId xmlns:a16="http://schemas.microsoft.com/office/drawing/2014/main" id="{72D6D1A0-AA52-43AB-AC28-7C68D197A912}"/>
              </a:ext>
            </a:extLst>
          </p:cNvPr>
          <p:cNvSpPr>
            <a:spLocks xmlns:a="http://schemas.openxmlformats.org/drawingml/2006/main" noGrp="1"/>
          </p:cNvSpPr>
          <p:nvPr/>
        </p:nvSpPr>
        <p:spPr>
          <a:xfrm xmlns:a="http://schemas.openxmlformats.org/drawingml/2006/main">
            <a:off x="1619250" y="16764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BD5810"/>
                </a:solidFill>
                <a:latin typeface="Arial"/>
                <a:ea typeface="Arial"/>
                <a:cs typeface="Arial"/>
              </a:defRPr>
            </a:pPr>
            <a:r>
              <a:rPr sz="2250" b="1">
                <a:solidFill>
                  <a:srgbClr val="BD5810"/>
                </a:solidFill>
                <a:latin typeface="Arial"/>
                <a:ea typeface="Arial"/>
                <a:cs typeface="Arial"/>
              </a:rPr>
              <a:t>Contexto fuzzy</a:t>
            </a:r>
          </a:p>
        </p:txBody>
      </p:sp>
      <p:sp>
        <p:nvSpPr>
          <p:cNvPr id="13" name="">
            <a:extLst xmlns:a="http://schemas.openxmlformats.org/drawingml/2006/main">
              <a:ext uri="{FF2B5EF4-FFF2-40B4-BE49-F238E27FC236}">
                <a16:creationId xmlns:a16="http://schemas.microsoft.com/office/drawing/2014/main" id="{9540B75F-23B6-42C1-AAE1-204025DF4E67}"/>
              </a:ext>
            </a:extLst>
          </p:cNvPr>
          <p:cNvSpPr>
            <a:spLocks xmlns:a="http://schemas.openxmlformats.org/drawingml/2006/main" noGrp="1"/>
          </p:cNvSpPr>
          <p:nvPr/>
        </p:nvSpPr>
        <p:spPr>
          <a:xfrm xmlns:a="http://schemas.openxmlformats.org/drawingml/2006/main">
            <a:off x="5095875" y="1676400"/>
            <a:ext cx="638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Qué significan los grados y las reglas</a:t>
            </a:r>
          </a:p>
        </p:txBody>
      </p:sp>
      <p:sp>
        <p:nvSpPr>
          <p:cNvPr id="14" name="">
            <a:extLst xmlns:a="http://schemas.openxmlformats.org/drawingml/2006/main">
              <a:ext uri="{FF2B5EF4-FFF2-40B4-BE49-F238E27FC236}">
                <a16:creationId xmlns:a16="http://schemas.microsoft.com/office/drawing/2014/main" id="{263CE96A-A1E5-4587-92A0-817876F69C06}"/>
              </a:ext>
            </a:extLst>
          </p:cNvPr>
          <p:cNvSpPr>
            <a:spLocks xmlns:a="http://schemas.openxmlformats.org/drawingml/2006/main" noGrp="1"/>
          </p:cNvSpPr>
          <p:nvPr/>
        </p:nvSpPr>
        <p:spPr>
          <a:xfrm xmlns:a="http://schemas.openxmlformats.org/drawingml/2006/main">
            <a:off x="762000" y="2381250"/>
            <a:ext cx="66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75" b="1">
                <a:solidFill>
                  <a:srgbClr val="2162A0"/>
                </a:solidFill>
                <a:latin typeface="Arial"/>
                <a:ea typeface="Arial"/>
                <a:cs typeface="Arial"/>
              </a:defRPr>
            </a:pPr>
            <a:r>
              <a:rPr sz="2475" b="1">
                <a:solidFill>
                  <a:srgbClr val="2162A0"/>
                </a:solidFill>
                <a:latin typeface="Arial"/>
                <a:ea typeface="Arial"/>
                <a:cs typeface="Arial"/>
              </a:rPr>
              <a:t>02</a:t>
            </a:r>
          </a:p>
        </p:txBody>
      </p:sp>
      <p:sp>
        <p:nvSpPr>
          <p:cNvPr id="15" name="">
            <a:extLst xmlns:a="http://schemas.openxmlformats.org/drawingml/2006/main">
              <a:ext uri="{FF2B5EF4-FFF2-40B4-BE49-F238E27FC236}">
                <a16:creationId xmlns:a16="http://schemas.microsoft.com/office/drawing/2014/main" id="{FD234EB9-FEE3-4B1F-90EF-FB71874D001E}"/>
              </a:ext>
            </a:extLst>
          </p:cNvPr>
          <p:cNvSpPr>
            <a:spLocks xmlns:a="http://schemas.openxmlformats.org/drawingml/2006/main" noGrp="1"/>
          </p:cNvSpPr>
          <p:nvPr/>
        </p:nvSpPr>
        <p:spPr>
          <a:xfrm xmlns:a="http://schemas.openxmlformats.org/drawingml/2006/main">
            <a:off x="1619250" y="23812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2162A0"/>
                </a:solidFill>
                <a:latin typeface="Arial"/>
                <a:ea typeface="Arial"/>
                <a:cs typeface="Arial"/>
              </a:defRPr>
            </a:pPr>
            <a:r>
              <a:rPr sz="2250" b="1">
                <a:solidFill>
                  <a:srgbClr val="2162A0"/>
                </a:solidFill>
                <a:latin typeface="Arial"/>
                <a:ea typeface="Arial"/>
                <a:cs typeface="Arial"/>
              </a:rPr>
              <a:t>Entradas</a:t>
            </a:r>
          </a:p>
        </p:txBody>
      </p:sp>
      <p:sp>
        <p:nvSpPr>
          <p:cNvPr id="16" name="">
            <a:extLst xmlns:a="http://schemas.openxmlformats.org/drawingml/2006/main">
              <a:ext uri="{FF2B5EF4-FFF2-40B4-BE49-F238E27FC236}">
                <a16:creationId xmlns:a16="http://schemas.microsoft.com/office/drawing/2014/main" id="{6B3FC41E-DE3F-43FD-AB24-EE7633281A9A}"/>
              </a:ext>
            </a:extLst>
          </p:cNvPr>
          <p:cNvSpPr>
            <a:spLocks xmlns:a="http://schemas.openxmlformats.org/drawingml/2006/main" noGrp="1"/>
          </p:cNvSpPr>
          <p:nvPr/>
        </p:nvSpPr>
        <p:spPr>
          <a:xfrm xmlns:a="http://schemas.openxmlformats.org/drawingml/2006/main">
            <a:off x="5095875" y="2381250"/>
            <a:ext cx="638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Medidas, error, tendencia y pertenencias</a:t>
            </a:r>
          </a:p>
        </p:txBody>
      </p:sp>
      <p:sp>
        <p:nvSpPr>
          <p:cNvPr id="17" name="">
            <a:extLst xmlns:a="http://schemas.openxmlformats.org/drawingml/2006/main">
              <a:ext uri="{FF2B5EF4-FFF2-40B4-BE49-F238E27FC236}">
                <a16:creationId xmlns:a16="http://schemas.microsoft.com/office/drawing/2014/main" id="{76F966DC-77FF-48AB-AD07-21715B7FA110}"/>
              </a:ext>
            </a:extLst>
          </p:cNvPr>
          <p:cNvSpPr>
            <a:spLocks xmlns:a="http://schemas.openxmlformats.org/drawingml/2006/main" noGrp="1"/>
          </p:cNvSpPr>
          <p:nvPr/>
        </p:nvSpPr>
        <p:spPr>
          <a:xfrm xmlns:a="http://schemas.openxmlformats.org/drawingml/2006/main">
            <a:off x="762000" y="3086100"/>
            <a:ext cx="66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75" b="1">
                <a:solidFill>
                  <a:srgbClr val="7950A0"/>
                </a:solidFill>
                <a:latin typeface="Arial"/>
                <a:ea typeface="Arial"/>
                <a:cs typeface="Arial"/>
              </a:defRPr>
            </a:pPr>
            <a:r>
              <a:rPr sz="2475" b="1">
                <a:solidFill>
                  <a:srgbClr val="7950A0"/>
                </a:solidFill>
                <a:latin typeface="Arial"/>
                <a:ea typeface="Arial"/>
                <a:cs typeface="Arial"/>
              </a:rPr>
              <a:t>03</a:t>
            </a:r>
          </a:p>
        </p:txBody>
      </p:sp>
      <p:sp>
        <p:nvSpPr>
          <p:cNvPr id="18" name="">
            <a:extLst xmlns:a="http://schemas.openxmlformats.org/drawingml/2006/main">
              <a:ext uri="{FF2B5EF4-FFF2-40B4-BE49-F238E27FC236}">
                <a16:creationId xmlns:a16="http://schemas.microsoft.com/office/drawing/2014/main" id="{6093705E-8ADC-4248-AE03-A176E4479A5F}"/>
              </a:ext>
            </a:extLst>
          </p:cNvPr>
          <p:cNvSpPr>
            <a:spLocks xmlns:a="http://schemas.openxmlformats.org/drawingml/2006/main" noGrp="1"/>
          </p:cNvSpPr>
          <p:nvPr/>
        </p:nvSpPr>
        <p:spPr>
          <a:xfrm xmlns:a="http://schemas.openxmlformats.org/drawingml/2006/main">
            <a:off x="1619250" y="30861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7950A0"/>
                </a:solidFill>
                <a:latin typeface="Arial"/>
                <a:ea typeface="Arial"/>
                <a:cs typeface="Arial"/>
              </a:defRPr>
            </a:pPr>
            <a:r>
              <a:rPr sz="2250" b="1">
                <a:solidFill>
                  <a:srgbClr val="7950A0"/>
                </a:solidFill>
                <a:latin typeface="Arial"/>
                <a:ea typeface="Arial"/>
                <a:cs typeface="Arial"/>
              </a:rPr>
              <a:t>Reglas</a:t>
            </a:r>
          </a:p>
        </p:txBody>
      </p:sp>
      <p:sp>
        <p:nvSpPr>
          <p:cNvPr id="19" name="">
            <a:extLst xmlns:a="http://schemas.openxmlformats.org/drawingml/2006/main">
              <a:ext uri="{FF2B5EF4-FFF2-40B4-BE49-F238E27FC236}">
                <a16:creationId xmlns:a16="http://schemas.microsoft.com/office/drawing/2014/main" id="{293A5AD7-6D7C-4187-8F7B-907EEA57D7E9}"/>
              </a:ext>
            </a:extLst>
          </p:cNvPr>
          <p:cNvSpPr>
            <a:spLocks xmlns:a="http://schemas.openxmlformats.org/drawingml/2006/main" noGrp="1"/>
          </p:cNvSpPr>
          <p:nvPr/>
        </p:nvSpPr>
        <p:spPr>
          <a:xfrm xmlns:a="http://schemas.openxmlformats.org/drawingml/2006/main">
            <a:off x="5095875" y="3086100"/>
            <a:ext cx="638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Operadores e inferencia Mamdani</a:t>
            </a:r>
          </a:p>
        </p:txBody>
      </p:sp>
      <p:sp>
        <p:nvSpPr>
          <p:cNvPr id="20" name="">
            <a:extLst xmlns:a="http://schemas.openxmlformats.org/drawingml/2006/main">
              <a:ext uri="{FF2B5EF4-FFF2-40B4-BE49-F238E27FC236}">
                <a16:creationId xmlns:a16="http://schemas.microsoft.com/office/drawing/2014/main" id="{72A2C3D0-DB7D-4CE1-ACA4-94AC625424CD}"/>
              </a:ext>
            </a:extLst>
          </p:cNvPr>
          <p:cNvSpPr>
            <a:spLocks xmlns:a="http://schemas.openxmlformats.org/drawingml/2006/main" noGrp="1"/>
          </p:cNvSpPr>
          <p:nvPr/>
        </p:nvSpPr>
        <p:spPr>
          <a:xfrm xmlns:a="http://schemas.openxmlformats.org/drawingml/2006/main">
            <a:off x="762000" y="3790950"/>
            <a:ext cx="66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75" b="1">
                <a:solidFill>
                  <a:srgbClr val="087F79"/>
                </a:solidFill>
                <a:latin typeface="Arial"/>
                <a:ea typeface="Arial"/>
                <a:cs typeface="Arial"/>
              </a:defRPr>
            </a:pPr>
            <a:r>
              <a:rPr sz="2475" b="1">
                <a:solidFill>
                  <a:srgbClr val="087F79"/>
                </a:solidFill>
                <a:latin typeface="Arial"/>
                <a:ea typeface="Arial"/>
                <a:cs typeface="Arial"/>
              </a:rPr>
              <a:t>04</a:t>
            </a:r>
          </a:p>
        </p:txBody>
      </p:sp>
      <p:sp>
        <p:nvSpPr>
          <p:cNvPr id="21" name="">
            <a:extLst xmlns:a="http://schemas.openxmlformats.org/drawingml/2006/main">
              <a:ext uri="{FF2B5EF4-FFF2-40B4-BE49-F238E27FC236}">
                <a16:creationId xmlns:a16="http://schemas.microsoft.com/office/drawing/2014/main" id="{F10B87C9-A5C7-4BC7-A8B8-F62D150FF932}"/>
              </a:ext>
            </a:extLst>
          </p:cNvPr>
          <p:cNvSpPr>
            <a:spLocks xmlns:a="http://schemas.openxmlformats.org/drawingml/2006/main" noGrp="1"/>
          </p:cNvSpPr>
          <p:nvPr/>
        </p:nvSpPr>
        <p:spPr>
          <a:xfrm xmlns:a="http://schemas.openxmlformats.org/drawingml/2006/main">
            <a:off x="1619250" y="37909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087F79"/>
                </a:solidFill>
                <a:latin typeface="Arial"/>
                <a:ea typeface="Arial"/>
                <a:cs typeface="Arial"/>
              </a:defRPr>
            </a:pPr>
            <a:r>
              <a:rPr sz="2250" b="1">
                <a:solidFill>
                  <a:srgbClr val="087F79"/>
                </a:solidFill>
                <a:latin typeface="Arial"/>
                <a:ea typeface="Arial"/>
                <a:cs typeface="Arial"/>
              </a:rPr>
              <a:t>Salida numérica</a:t>
            </a:r>
          </a:p>
        </p:txBody>
      </p:sp>
      <p:sp>
        <p:nvSpPr>
          <p:cNvPr id="22" name="">
            <a:extLst xmlns:a="http://schemas.openxmlformats.org/drawingml/2006/main">
              <a:ext uri="{FF2B5EF4-FFF2-40B4-BE49-F238E27FC236}">
                <a16:creationId xmlns:a16="http://schemas.microsoft.com/office/drawing/2014/main" id="{1198A72F-F616-4F62-929B-52D234C978D5}"/>
              </a:ext>
            </a:extLst>
          </p:cNvPr>
          <p:cNvSpPr>
            <a:spLocks xmlns:a="http://schemas.openxmlformats.org/drawingml/2006/main" noGrp="1"/>
          </p:cNvSpPr>
          <p:nvPr/>
        </p:nvSpPr>
        <p:spPr>
          <a:xfrm xmlns:a="http://schemas.openxmlformats.org/drawingml/2006/main">
            <a:off x="5095875" y="3790950"/>
            <a:ext cx="638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Desdifusificación y salida Sugeno</a:t>
            </a:r>
          </a:p>
        </p:txBody>
      </p:sp>
      <p:sp>
        <p:nvSpPr>
          <p:cNvPr id="23" name="">
            <a:extLst xmlns:a="http://schemas.openxmlformats.org/drawingml/2006/main">
              <a:ext uri="{FF2B5EF4-FFF2-40B4-BE49-F238E27FC236}">
                <a16:creationId xmlns:a16="http://schemas.microsoft.com/office/drawing/2014/main" id="{F90072CC-9575-49F2-8EB1-C4FD5E587615}"/>
              </a:ext>
            </a:extLst>
          </p:cNvPr>
          <p:cNvSpPr>
            <a:spLocks xmlns:a="http://schemas.openxmlformats.org/drawingml/2006/main" noGrp="1"/>
          </p:cNvSpPr>
          <p:nvPr/>
        </p:nvSpPr>
        <p:spPr>
          <a:xfrm xmlns:a="http://schemas.openxmlformats.org/drawingml/2006/main">
            <a:off x="762000" y="4495800"/>
            <a:ext cx="66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75" b="1">
                <a:solidFill>
                  <a:srgbClr val="AD414C"/>
                </a:solidFill>
                <a:latin typeface="Arial"/>
                <a:ea typeface="Arial"/>
                <a:cs typeface="Arial"/>
              </a:defRPr>
            </a:pPr>
            <a:r>
              <a:rPr sz="2475" b="1">
                <a:solidFill>
                  <a:srgbClr val="AD414C"/>
                </a:solidFill>
                <a:latin typeface="Arial"/>
                <a:ea typeface="Arial"/>
                <a:cs typeface="Arial"/>
              </a:rPr>
              <a:t>05</a:t>
            </a:r>
          </a:p>
        </p:txBody>
      </p:sp>
      <p:sp>
        <p:nvSpPr>
          <p:cNvPr id="24" name="">
            <a:extLst xmlns:a="http://schemas.openxmlformats.org/drawingml/2006/main">
              <a:ext uri="{FF2B5EF4-FFF2-40B4-BE49-F238E27FC236}">
                <a16:creationId xmlns:a16="http://schemas.microsoft.com/office/drawing/2014/main" id="{1D888296-B0A0-4452-8D2E-2E44EC5BD3BC}"/>
              </a:ext>
            </a:extLst>
          </p:cNvPr>
          <p:cNvSpPr>
            <a:spLocks xmlns:a="http://schemas.openxmlformats.org/drawingml/2006/main" noGrp="1"/>
          </p:cNvSpPr>
          <p:nvPr/>
        </p:nvSpPr>
        <p:spPr>
          <a:xfrm xmlns:a="http://schemas.openxmlformats.org/drawingml/2006/main">
            <a:off x="1619250" y="449580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AD414C"/>
                </a:solidFill>
                <a:latin typeface="Arial"/>
                <a:ea typeface="Arial"/>
                <a:cs typeface="Arial"/>
              </a:defRPr>
            </a:pPr>
            <a:r>
              <a:rPr sz="2250" b="1">
                <a:solidFill>
                  <a:srgbClr val="AD414C"/>
                </a:solidFill>
                <a:latin typeface="Arial"/>
                <a:ea typeface="Arial"/>
                <a:cs typeface="Arial"/>
              </a:rPr>
              <a:t>Diseño del sistema</a:t>
            </a:r>
          </a:p>
        </p:txBody>
      </p:sp>
      <p:sp>
        <p:nvSpPr>
          <p:cNvPr id="25" name="">
            <a:extLst xmlns:a="http://schemas.openxmlformats.org/drawingml/2006/main">
              <a:ext uri="{FF2B5EF4-FFF2-40B4-BE49-F238E27FC236}">
                <a16:creationId xmlns:a16="http://schemas.microsoft.com/office/drawing/2014/main" id="{7A805888-3726-46F4-ADB8-D1C6AFD87E95}"/>
              </a:ext>
            </a:extLst>
          </p:cNvPr>
          <p:cNvSpPr>
            <a:spLocks xmlns:a="http://schemas.openxmlformats.org/drawingml/2006/main" noGrp="1"/>
          </p:cNvSpPr>
          <p:nvPr/>
        </p:nvSpPr>
        <p:spPr>
          <a:xfrm xmlns:a="http://schemas.openxmlformats.org/drawingml/2006/main">
            <a:off x="5095875" y="4495800"/>
            <a:ext cx="638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Estructura y decisiones del capítulo 13</a:t>
            </a:r>
          </a:p>
        </p:txBody>
      </p:sp>
      <p:sp>
        <p:nvSpPr>
          <p:cNvPr id="26" name="">
            <a:extLst xmlns:a="http://schemas.openxmlformats.org/drawingml/2006/main">
              <a:ext uri="{FF2B5EF4-FFF2-40B4-BE49-F238E27FC236}">
                <a16:creationId xmlns:a16="http://schemas.microsoft.com/office/drawing/2014/main" id="{68AE3864-79F3-4CD0-A75E-CA1369A9B4CC}"/>
              </a:ext>
            </a:extLst>
          </p:cNvPr>
          <p:cNvSpPr>
            <a:spLocks xmlns:a="http://schemas.openxmlformats.org/drawingml/2006/main" noGrp="1"/>
          </p:cNvSpPr>
          <p:nvPr/>
        </p:nvSpPr>
        <p:spPr>
          <a:xfrm xmlns:a="http://schemas.openxmlformats.org/drawingml/2006/main">
            <a:off x="762000" y="5200650"/>
            <a:ext cx="666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475" b="1">
                <a:solidFill>
                  <a:srgbClr val="4C6375"/>
                </a:solidFill>
                <a:latin typeface="Arial"/>
                <a:ea typeface="Arial"/>
                <a:cs typeface="Arial"/>
              </a:defRPr>
            </a:pPr>
            <a:r>
              <a:rPr sz="2475" b="1">
                <a:solidFill>
                  <a:srgbClr val="4C6375"/>
                </a:solidFill>
                <a:latin typeface="Arial"/>
                <a:ea typeface="Arial"/>
                <a:cs typeface="Arial"/>
              </a:rPr>
              <a:t>06</a:t>
            </a:r>
          </a:p>
        </p:txBody>
      </p:sp>
      <p:sp>
        <p:nvSpPr>
          <p:cNvPr id="27" name="">
            <a:extLst xmlns:a="http://schemas.openxmlformats.org/drawingml/2006/main">
              <a:ext uri="{FF2B5EF4-FFF2-40B4-BE49-F238E27FC236}">
                <a16:creationId xmlns:a16="http://schemas.microsoft.com/office/drawing/2014/main" id="{C94B5D9E-CEAA-42F6-BF0C-471C602B8906}"/>
              </a:ext>
            </a:extLst>
          </p:cNvPr>
          <p:cNvSpPr>
            <a:spLocks xmlns:a="http://schemas.openxmlformats.org/drawingml/2006/main" noGrp="1"/>
          </p:cNvSpPr>
          <p:nvPr/>
        </p:nvSpPr>
        <p:spPr>
          <a:xfrm xmlns:a="http://schemas.openxmlformats.org/drawingml/2006/main">
            <a:off x="1619250" y="5200650"/>
            <a:ext cx="33337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4C6375"/>
                </a:solidFill>
                <a:latin typeface="Arial"/>
                <a:ea typeface="Arial"/>
                <a:cs typeface="Arial"/>
              </a:defRPr>
            </a:pPr>
            <a:r>
              <a:rPr sz="2250" b="1">
                <a:solidFill>
                  <a:srgbClr val="4C6375"/>
                </a:solidFill>
                <a:latin typeface="Arial"/>
                <a:ea typeface="Arial"/>
                <a:cs typeface="Arial"/>
              </a:rPr>
              <a:t>Práctica guiada</a:t>
            </a:r>
          </a:p>
        </p:txBody>
      </p:sp>
      <p:sp>
        <p:nvSpPr>
          <p:cNvPr id="28" name="">
            <a:extLst xmlns:a="http://schemas.openxmlformats.org/drawingml/2006/main">
              <a:ext uri="{FF2B5EF4-FFF2-40B4-BE49-F238E27FC236}">
                <a16:creationId xmlns:a16="http://schemas.microsoft.com/office/drawing/2014/main" id="{1ADE6BDC-B3C4-4293-8BDF-16BADF1A2CF1}"/>
              </a:ext>
            </a:extLst>
          </p:cNvPr>
          <p:cNvSpPr>
            <a:spLocks xmlns:a="http://schemas.openxmlformats.org/drawingml/2006/main" noGrp="1"/>
          </p:cNvSpPr>
          <p:nvPr/>
        </p:nvSpPr>
        <p:spPr>
          <a:xfrm xmlns:a="http://schemas.openxmlformats.org/drawingml/2006/main">
            <a:off x="5095875" y="5200650"/>
            <a:ext cx="6381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Un controlador térmico completo y sus pruebas</a:t>
            </a:r>
          </a:p>
        </p:txBody>
      </p:sp>
    </p:spTree>
    <p:extLst>
      <p:ext uri="{BB962C8B-B14F-4D97-AF65-F5344CB8AC3E}">
        <p14:creationId xmlns:p14="http://schemas.microsoft.com/office/powerpoint/2010/main" val="1721896526"/>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El reto: una habitación que pierde y recibe calor</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145ac4ba8ee14546"/>
          <a:stretch xmlns:a="http://schemas.openxmlformats.org/drawingml/2006/main"/>
        </p:blipFill>
        <p:spPr>
          <a:xfrm xmlns:a="http://schemas.openxmlformats.org/drawingml/2006/main">
            <a:off x="5153025" y="1504950"/>
            <a:ext cx="6172200" cy="41148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593F59F3-27DF-4AFC-84CC-6EE90C8296CC}"/>
              </a:ext>
            </a:extLst>
          </p:cNvPr>
          <p:cNvSpPr>
            <a:spLocks xmlns:a="http://schemas.openxmlformats.org/drawingml/2006/main" noGrp="1"/>
          </p:cNvSpPr>
          <p:nvPr/>
        </p:nvSpPr>
        <p:spPr>
          <a:xfrm xmlns:a="http://schemas.openxmlformats.org/drawingml/2006/main">
            <a:off x="762000" y="1781175"/>
            <a:ext cx="4095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700" b="1">
                <a:solidFill>
                  <a:srgbClr val="D96B18"/>
                </a:solidFill>
                <a:latin typeface="Arial"/>
                <a:ea typeface="Arial"/>
                <a:cs typeface="Arial"/>
              </a:defRPr>
            </a:pPr>
            <a:r>
              <a:rPr sz="2700" b="1">
                <a:solidFill>
                  <a:srgbClr val="D96B18"/>
                </a:solidFill>
                <a:latin typeface="Arial"/>
                <a:ea typeface="Arial"/>
                <a:cs typeface="Arial"/>
              </a:rPr>
              <a:t>Queremos 22 °C.</a:t>
            </a:r>
          </a:p>
        </p:txBody>
      </p:sp>
      <p:sp>
        <p:nvSpPr>
          <p:cNvPr id="11" name="">
            <a:extLst xmlns:a="http://schemas.openxmlformats.org/drawingml/2006/main">
              <a:ext uri="{FF2B5EF4-FFF2-40B4-BE49-F238E27FC236}">
                <a16:creationId xmlns:a16="http://schemas.microsoft.com/office/drawing/2014/main" id="{C65BA6CE-F0D2-4D67-9B3C-F1235128224F}"/>
              </a:ext>
            </a:extLst>
          </p:cNvPr>
          <p:cNvSpPr>
            <a:spLocks xmlns:a="http://schemas.openxmlformats.org/drawingml/2006/main" noGrp="1"/>
          </p:cNvSpPr>
          <p:nvPr/>
        </p:nvSpPr>
        <p:spPr>
          <a:xfrm xmlns:a="http://schemas.openxmlformats.org/drawingml/2006/main">
            <a:off x="762000" y="2676525"/>
            <a:ext cx="40005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El sensor mide 18 °C.</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El exterior enfría la habitación.</a:t>
            </a:r>
          </a:p>
        </p:txBody>
      </p:sp>
      <p:sp>
        <p:nvSpPr>
          <p:cNvPr id="12" name="">
            <a:extLst xmlns:a="http://schemas.openxmlformats.org/drawingml/2006/main">
              <a:ext uri="{FF2B5EF4-FFF2-40B4-BE49-F238E27FC236}">
                <a16:creationId xmlns:a16="http://schemas.microsoft.com/office/drawing/2014/main" id="{E2577DC4-4B8E-49AC-90E1-24217E20B182}"/>
              </a:ext>
            </a:extLst>
          </p:cNvPr>
          <p:cNvSpPr>
            <a:spLocks xmlns:a="http://schemas.openxmlformats.org/drawingml/2006/main" noGrp="1"/>
          </p:cNvSpPr>
          <p:nvPr/>
        </p:nvSpPr>
        <p:spPr>
          <a:xfrm xmlns:a="http://schemas.openxmlformats.org/drawingml/2006/main">
            <a:off x="762000" y="4076700"/>
            <a:ext cx="447675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1">
                <a:solidFill>
                  <a:srgbClr val="233746"/>
                </a:solidFill>
                <a:latin typeface="Arial"/>
                <a:ea typeface="Arial"/>
                <a:cs typeface="Arial"/>
              </a:defRPr>
            </a:pPr>
            <a:r>
              <a:rPr sz="2400" b="1">
                <a:solidFill>
                  <a:srgbClr val="233746"/>
                </a:solidFill>
                <a:latin typeface="Arial"/>
                <a:ea typeface="Arial"/>
                <a:cs typeface="Arial"/>
              </a:rPr>
              <a:t>Nuestra decisión:</a:t>
            </a:r>
          </a:p>
          <a:p xmlns:a="http://schemas.openxmlformats.org/drawingml/2006/main">
            <a:pPr>
              <a:buNone/>
              <a:defRPr sz="2400" b="1">
                <a:solidFill>
                  <a:srgbClr val="233746"/>
                </a:solidFill>
                <a:latin typeface="Arial"/>
                <a:ea typeface="Arial"/>
                <a:cs typeface="Arial"/>
              </a:defRPr>
            </a:pPr>
            <a:r>
              <a:rPr sz="2400" b="1">
                <a:solidFill>
                  <a:srgbClr val="233746"/>
                </a:solidFill>
                <a:latin typeface="Arial"/>
                <a:ea typeface="Arial"/>
                <a:cs typeface="Arial"/>
              </a:rPr>
              <a:t>¿qué potencia aplicar</a:t>
            </a:r>
          </a:p>
          <a:p xmlns:a="http://schemas.openxmlformats.org/drawingml/2006/main">
            <a:pPr>
              <a:buNone/>
              <a:defRPr sz="2400" b="1">
                <a:solidFill>
                  <a:srgbClr val="233746"/>
                </a:solidFill>
                <a:latin typeface="Arial"/>
                <a:ea typeface="Arial"/>
                <a:cs typeface="Arial"/>
              </a:defRPr>
            </a:pPr>
            <a:r>
              <a:rPr sz="2400" b="1">
                <a:solidFill>
                  <a:srgbClr val="233746"/>
                </a:solidFill>
                <a:latin typeface="Arial"/>
                <a:ea typeface="Arial"/>
                <a:cs typeface="Arial"/>
              </a:rPr>
              <a:t>en el siguiente instante?</a:t>
            </a:r>
          </a:p>
        </p:txBody>
      </p:sp>
      <p:sp>
        <p:nvSpPr>
          <p:cNvPr id="13" name="">
            <a:extLst xmlns:a="http://schemas.openxmlformats.org/drawingml/2006/main">
              <a:ext uri="{FF2B5EF4-FFF2-40B4-BE49-F238E27FC236}">
                <a16:creationId xmlns:a16="http://schemas.microsoft.com/office/drawing/2014/main" id="{5185A7BA-C8B8-470B-B6C3-8AE6D8E01E2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potencia cambia la temperatura. Volvemos a medir y decidimos otra vez.</a:t>
            </a:r>
          </a:p>
        </p:txBody>
      </p:sp>
      <p:sp>
        <p:nvSpPr>
          <p:cNvPr id="14" name="">
            <a:extLst xmlns:a="http://schemas.openxmlformats.org/drawingml/2006/main">
              <a:ext uri="{FF2B5EF4-FFF2-40B4-BE49-F238E27FC236}">
                <a16:creationId xmlns:a16="http://schemas.microsoft.com/office/drawing/2014/main" id="{C504BEBB-27A0-4AF1-B87E-6D2E0786B12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FBB6DC6-A0A0-477C-8720-38537309BB0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El sistema de control de Ross: figura 13.2</a:t>
            </a:r>
          </a:p>
        </p:txBody>
      </p:sp>
      <p:sp>
        <p:nvSpPr>
          <p:cNvPr id="9" name="">
            <a:extLst xmlns:a="http://schemas.openxmlformats.org/drawingml/2006/main">
              <a:ext uri="{FF2B5EF4-FFF2-40B4-BE49-F238E27FC236}">
                <a16:creationId xmlns:a16="http://schemas.microsoft.com/office/drawing/2014/main" id="{F7443095-C158-4547-9CD5-D7D696B7AF7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082B1781-5327-4D07-9606-EEBCBA4B751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
        <p:nvSpPr>
          <p:cNvPr id="11" name="">
            <a:extLst xmlns:a="http://schemas.openxmlformats.org/drawingml/2006/main">
              <a:ext uri="{FF2B5EF4-FFF2-40B4-BE49-F238E27FC236}">
                <a16:creationId xmlns:a16="http://schemas.microsoft.com/office/drawing/2014/main" id="{F37BEF03-6F59-4CBF-A4C9-7AB2BBB1E77E}"/>
              </a:ext>
            </a:extLst>
          </p:cNvPr>
          <p:cNvSpPr>
            <a:spLocks xmlns:a="http://schemas.openxmlformats.org/drawingml/2006/main" noGrp="1"/>
          </p:cNvSpPr>
          <p:nvPr/>
        </p:nvSpPr>
        <p:spPr>
          <a:xfrm xmlns:a="http://schemas.openxmlformats.org/drawingml/2006/main">
            <a:off x="762000" y="1562100"/>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100" b="0">
                <a:solidFill>
                  <a:srgbClr val="233746"/>
                </a:solidFill>
                <a:latin typeface="Arial"/>
                <a:ea typeface="Arial"/>
                <a:cs typeface="Arial"/>
              </a:defRPr>
            </a:pPr>
            <a:r>
              <a:rPr sz="2100" b="0">
                <a:solidFill>
                  <a:srgbClr val="233746"/>
                </a:solidFill>
                <a:latin typeface="Arial"/>
                <a:ea typeface="Arial"/>
                <a:cs typeface="Arial"/>
              </a:rPr>
              <a:t>El controlador calcula una acción. La planta responde y los sensores miden.</a:t>
            </a:r>
          </a:p>
        </p:txBody>
      </p:sp>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ed745c37f6a342ed"/>
          <a:stretch xmlns:a="http://schemas.openxmlformats.org/drawingml/2006/main"/>
        </p:blipFill>
        <p:spPr>
          <a:xfrm xmlns:a="http://schemas.openxmlformats.org/drawingml/2006/main">
            <a:off x="1856421" y="2047875"/>
            <a:ext cx="8479157" cy="33528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ACE81260-DA46-4317-9EAD-7386DC89631B}"/>
              </a:ext>
            </a:extLst>
          </p:cNvPr>
          <p:cNvSpPr>
            <a:spLocks xmlns:a="http://schemas.openxmlformats.org/drawingml/2006/main" noGrp="1"/>
          </p:cNvSpPr>
          <p:nvPr/>
        </p:nvSpPr>
        <p:spPr>
          <a:xfrm xmlns:a="http://schemas.openxmlformats.org/drawingml/2006/main">
            <a:off x="762000" y="55149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0">
                <a:solidFill>
                  <a:srgbClr val="233746"/>
                </a:solidFill>
                <a:latin typeface="Arial"/>
                <a:ea typeface="Arial"/>
                <a:cs typeface="Arial"/>
              </a:defRPr>
            </a:pPr>
            <a:r>
              <a:rPr sz="1875" b="0">
                <a:solidFill>
                  <a:srgbClr val="233746"/>
                </a:solidFill>
                <a:latin typeface="Arial"/>
                <a:ea typeface="Arial"/>
                <a:cs typeface="Arial"/>
              </a:rPr>
              <a:t>Knowledge base: etiquetas y pertenencias. Rule base: reglas SI… ENTONCES.</a:t>
            </a:r>
          </a:p>
        </p:txBody>
      </p:sp>
      <p:sp>
        <p:nvSpPr>
          <p:cNvPr id="14" name="">
            <a:extLst xmlns:a="http://schemas.openxmlformats.org/drawingml/2006/main">
              <a:ext uri="{FF2B5EF4-FFF2-40B4-BE49-F238E27FC236}">
                <a16:creationId xmlns:a16="http://schemas.microsoft.com/office/drawing/2014/main" id="{ECEF9741-8F34-4D1F-8931-C5852135B89E}"/>
              </a:ext>
            </a:extLst>
          </p:cNvPr>
          <p:cNvSpPr>
            <a:spLocks xmlns:a="http://schemas.openxmlformats.org/drawingml/2006/main" noGrp="1"/>
          </p:cNvSpPr>
          <p:nvPr/>
        </p:nvSpPr>
        <p:spPr>
          <a:xfrm xmlns:a="http://schemas.openxmlformats.org/drawingml/2006/main">
            <a:off x="762000" y="5962650"/>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1">
                <a:solidFill>
                  <a:srgbClr val="D96B18"/>
                </a:solidFill>
                <a:latin typeface="Arial"/>
                <a:ea typeface="Arial"/>
                <a:cs typeface="Arial"/>
              </a:defRPr>
            </a:pPr>
            <a:r>
              <a:rPr sz="1875" b="1">
                <a:solidFill>
                  <a:srgbClr val="D96B18"/>
                </a:solidFill>
                <a:latin typeface="Arial"/>
                <a:ea typeface="Arial"/>
                <a:cs typeface="Arial"/>
              </a:rPr>
              <a:t>Plant: proceso físico. Sensors: nuevas medidas para volver a decidir.</a:t>
            </a:r>
          </a:p>
        </p:txBody>
      </p:sp>
    </p:spTree>
    <p:extLst>
      <p:ext uri="{BB962C8B-B14F-4D97-AF65-F5344CB8AC3E}">
        <p14:creationId xmlns:p14="http://schemas.microsoft.com/office/powerpoint/2010/main" val="1721896526"/>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Caso térmico: especificación antes de diseñar</a:t>
            </a:r>
          </a:p>
        </p:txBody>
      </p:sp>
      <p:graphicFrame>
        <p:nvGraphicFramePr>
          <p:cNvPr id="21" name=""/>
          <p:cNvGraphicFramePr/>
          <p:nvPr/>
        </p:nvGraphicFramePr>
        <p:xfrm>
          <a:off xmlns:a="http://schemas.openxmlformats.org/drawingml/2006/main" x="762000" y="1790700"/>
          <a:ext xmlns:a="http://schemas.openxmlformats.org/drawingml/2006/main" cx="10668000" cy="3438525"/>
        </p:xfrm>
        <a:graphic xmlns:a="http://schemas.openxmlformats.org/drawingml/2006/main">
          <a:graphicData uri="http://schemas.openxmlformats.org/drawingml/2006/table">
            <a:tbl>
              <a:tblPr/>
              <a:tblGrid>
                <a:gridCol w="2714625"/>
                <a:gridCol w="7953375"/>
              </a:tblGrid>
              <a:tr h="573088">
                <a:tc>
                  <a:txBody>
                    <a:bodyPr lIns="85725" tIns="76200" rIns="85725" bIns="76200"/>
                    <a:lstStyle/>
                    <a:p>
                      <a:pPr algn="ctr">
                        <a:buNone/>
                      </a:pPr>
                      <a:r>
                        <a:rPr sz="1950" b="1">
                          <a:solidFill>
                            <a:srgbClr val="2162A0"/>
                          </a:solidFill>
                          <a:latin typeface="Arial"/>
                          <a:ea typeface="Arial"/>
                          <a:cs typeface="Arial"/>
                        </a:rPr>
                        <a:t>Elemento</a:t>
                      </a:r>
                    </a:p>
                  </a:txBody>
                  <a:tcPr marL="91440" marR="91440" marT="45720" marB="45720" anchor="ctr">
                    <a:solidFill>
                      <a:srgbClr val="E7EFF5"/>
                    </a:solidFill>
                  </a:tcPr>
                </a:tc>
                <a:tc>
                  <a:txBody>
                    <a:bodyPr lIns="85725" tIns="76200" rIns="85725" bIns="76200"/>
                    <a:lstStyle/>
                    <a:p>
                      <a:pPr algn="ctr">
                        <a:buNone/>
                      </a:pPr>
                      <a:r>
                        <a:rPr sz="1950" b="1">
                          <a:solidFill>
                            <a:srgbClr val="2162A0"/>
                          </a:solidFill>
                          <a:latin typeface="Arial"/>
                          <a:ea typeface="Arial"/>
                          <a:cs typeface="Arial"/>
                        </a:rPr>
                        <a:t>Definición del ejemplo</a:t>
                      </a:r>
                    </a:p>
                  </a:txBody>
                  <a:tcPr marL="91440" marR="91440" marT="45720" marB="45720" anchor="ctr">
                    <a:solidFill>
                      <a:srgbClr val="E7EFF5"/>
                    </a:solidFill>
                  </a:tcPr>
                </a:tc>
              </a:tr>
              <a:tr h="573088">
                <a:tc>
                  <a:txBody>
                    <a:bodyPr lIns="85725" tIns="76200" rIns="85725" bIns="76200"/>
                    <a:lstStyle/>
                    <a:p>
                      <a:pPr algn="ctr">
                        <a:buNone/>
                      </a:pPr>
                      <a:r>
                        <a:rPr sz="1950" b="0">
                          <a:solidFill>
                            <a:srgbClr val="233746"/>
                          </a:solidFill>
                          <a:latin typeface="Arial"/>
                          <a:ea typeface="Arial"/>
                          <a:cs typeface="Arial"/>
                        </a:rPr>
                        <a:t>Objetivo</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Mantener r = 22 °C; banda de evaluación ±0,2 °C</a:t>
                      </a:r>
                    </a:p>
                  </a:txBody>
                  <a:tcPr marL="91440" marR="91440" marT="45720" marB="45720" anchor="ctr">
                    <a:solidFill>
                      <a:srgbClr val="FFFFFF"/>
                    </a:solidFill>
                  </a:tcPr>
                </a:tc>
              </a:tr>
              <a:tr h="573088">
                <a:tc>
                  <a:txBody>
                    <a:bodyPr lIns="85725" tIns="76200" rIns="85725" bIns="76200"/>
                    <a:lstStyle/>
                    <a:p>
                      <a:pPr algn="ctr">
                        <a:buNone/>
                      </a:pPr>
                      <a:r>
                        <a:rPr sz="1950" b="0">
                          <a:solidFill>
                            <a:srgbClr val="233746"/>
                          </a:solidFill>
                          <a:latin typeface="Arial"/>
                          <a:ea typeface="Arial"/>
                          <a:cs typeface="Arial"/>
                        </a:rPr>
                        <a:t>Entradas</a:t>
                      </a:r>
                    </a:p>
                  </a:txBody>
                  <a:tcPr marL="91440" marR="91440" marT="45720" marB="45720" anchor="ctr">
                    <a:solidFill>
                      <a:srgbClr val="F4F7F9"/>
                    </a:solidFill>
                  </a:tcPr>
                </a:tc>
                <a:tc>
                  <a:txBody>
                    <a:bodyPr lIns="85725" tIns="76200" rIns="85725" bIns="76200"/>
                    <a:lstStyle/>
                    <a:p>
                      <a:pPr algn="ctr">
                        <a:buNone/>
                      </a:pPr>
                      <a:r>
                        <a:rPr sz="1950" b="0">
                          <a:solidFill>
                            <a:srgbClr val="233746"/>
                          </a:solidFill>
                          <a:latin typeface="Arial"/>
                          <a:ea typeface="Arial"/>
                          <a:cs typeface="Arial"/>
                        </a:rPr>
                        <a:t>Error e (°C) y variación de/dt (°C/min)</a:t>
                      </a:r>
                    </a:p>
                  </a:txBody>
                  <a:tcPr marL="91440" marR="91440" marT="45720" marB="45720" anchor="ctr">
                    <a:solidFill>
                      <a:srgbClr val="F4F7F9"/>
                    </a:solidFill>
                  </a:tcPr>
                </a:tc>
              </a:tr>
              <a:tr h="573088">
                <a:tc>
                  <a:txBody>
                    <a:bodyPr lIns="85725" tIns="76200" rIns="85725" bIns="76200"/>
                    <a:lstStyle/>
                    <a:p>
                      <a:pPr algn="ctr">
                        <a:buNone/>
                      </a:pPr>
                      <a:r>
                        <a:rPr sz="1950" b="0">
                          <a:solidFill>
                            <a:srgbClr val="233746"/>
                          </a:solidFill>
                          <a:latin typeface="Arial"/>
                          <a:ea typeface="Arial"/>
                          <a:cs typeface="Arial"/>
                        </a:rPr>
                        <a:t>Salida</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Potencia absoluta u, entre 0 y 100 %</a:t>
                      </a:r>
                    </a:p>
                  </a:txBody>
                  <a:tcPr marL="91440" marR="91440" marT="45720" marB="45720" anchor="ctr">
                    <a:solidFill>
                      <a:srgbClr val="FFFFFF"/>
                    </a:solidFill>
                  </a:tcPr>
                </a:tc>
              </a:tr>
              <a:tr h="573088">
                <a:tc>
                  <a:txBody>
                    <a:bodyPr lIns="85725" tIns="76200" rIns="85725" bIns="76200"/>
                    <a:lstStyle/>
                    <a:p>
                      <a:pPr algn="ctr">
                        <a:buNone/>
                      </a:pPr>
                      <a:r>
                        <a:rPr sz="1950" b="0">
                          <a:solidFill>
                            <a:srgbClr val="233746"/>
                          </a:solidFill>
                          <a:latin typeface="Arial"/>
                          <a:ea typeface="Arial"/>
                          <a:cs typeface="Arial"/>
                        </a:rPr>
                        <a:t>Muestreo</a:t>
                      </a:r>
                    </a:p>
                  </a:txBody>
                  <a:tcPr marL="91440" marR="91440" marT="45720" marB="45720" anchor="ctr">
                    <a:solidFill>
                      <a:srgbClr val="F4F7F9"/>
                    </a:solidFill>
                  </a:tcPr>
                </a:tc>
                <a:tc>
                  <a:txBody>
                    <a:bodyPr lIns="85725" tIns="76200" rIns="85725" bIns="76200"/>
                    <a:lstStyle/>
                    <a:p>
                      <a:pPr algn="ctr">
                        <a:buNone/>
                      </a:pPr>
                      <a:r>
                        <a:rPr sz="1950" b="0">
                          <a:solidFill>
                            <a:srgbClr val="233746"/>
                          </a:solidFill>
                          <a:latin typeface="Arial"/>
                          <a:ea typeface="Arial"/>
                          <a:cs typeface="Arial"/>
                        </a:rPr>
                        <a:t>Cada 0,1 min = 6 s</a:t>
                      </a:r>
                    </a:p>
                  </a:txBody>
                  <a:tcPr marL="91440" marR="91440" marT="45720" marB="45720" anchor="ctr">
                    <a:solidFill>
                      <a:srgbClr val="F4F7F9"/>
                    </a:solidFill>
                  </a:tcPr>
                </a:tc>
              </a:tr>
              <a:tr h="573088">
                <a:tc>
                  <a:txBody>
                    <a:bodyPr lIns="85725" tIns="76200" rIns="85725" bIns="76200"/>
                    <a:lstStyle/>
                    <a:p>
                      <a:pPr algn="ctr">
                        <a:buNone/>
                      </a:pPr>
                      <a:r>
                        <a:rPr sz="1950" b="0">
                          <a:solidFill>
                            <a:srgbClr val="233746"/>
                          </a:solidFill>
                          <a:latin typeface="Arial"/>
                          <a:ea typeface="Arial"/>
                          <a:cs typeface="Arial"/>
                        </a:rPr>
                        <a:t>Ensayo inicial</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T(0) = 18 °C; ambiente Ta = 18 °C</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44DE7600-A929-494F-85D6-F49A1C523B73}"/>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Datos docentes para simulación: no son especificaciones de una instalación real.</a:t>
            </a:r>
          </a:p>
        </p:txBody>
      </p:sp>
      <p:sp>
        <p:nvSpPr>
          <p:cNvPr id="12" name="">
            <a:extLst xmlns:a="http://schemas.openxmlformats.org/drawingml/2006/main">
              <a:ext uri="{FF2B5EF4-FFF2-40B4-BE49-F238E27FC236}">
                <a16:creationId xmlns:a16="http://schemas.microsoft.com/office/drawing/2014/main" id="{A3DC7CB5-C163-4601-B2D3-EAA3C4B5F6C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2A936D0-58D3-4F2A-AA30-D32F0B43FB57}"/>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La lógica clásica y los límites de la precisión</a:t>
            </a:r>
          </a:p>
        </p:txBody>
      </p:sp>
      <p:sp>
        <p:nvSpPr>
          <p:cNvPr id="9" name="">
            <a:extLst xmlns:a="http://schemas.openxmlformats.org/drawingml/2006/main">
              <a:ext uri="{FF2B5EF4-FFF2-40B4-BE49-F238E27FC236}">
                <a16:creationId xmlns:a16="http://schemas.microsoft.com/office/drawing/2014/main" id="{4E578BE4-3CDD-4CA3-AEE0-9BC6E80B2CC7}"/>
              </a:ext>
            </a:extLst>
          </p:cNvPr>
          <p:cNvSpPr>
            <a:spLocks xmlns:a="http://schemas.openxmlformats.org/drawingml/2006/main" noGrp="1"/>
          </p:cNvSpPr>
          <p:nvPr/>
        </p:nvSpPr>
        <p:spPr>
          <a:xfrm xmlns:a="http://schemas.openxmlformats.org/drawingml/2006/main">
            <a:off x="762000" y="1524000"/>
            <a:ext cx="5715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Lógica clásica bivalente</a:t>
            </a:r>
          </a:p>
        </p:txBody>
      </p:sp>
      <p:sp>
        <p:nvSpPr>
          <p:cNvPr id="10" name="">
            <a:extLst xmlns:a="http://schemas.openxmlformats.org/drawingml/2006/main">
              <a:ext uri="{FF2B5EF4-FFF2-40B4-BE49-F238E27FC236}">
                <a16:creationId xmlns:a16="http://schemas.microsoft.com/office/drawing/2014/main" id="{FA168F0E-35CD-4692-BFEA-98B1218A3269}"/>
              </a:ext>
            </a:extLst>
          </p:cNvPr>
          <p:cNvSpPr>
            <a:spLocks xmlns:a="http://schemas.openxmlformats.org/drawingml/2006/main" noGrp="1"/>
          </p:cNvSpPr>
          <p:nvPr/>
        </p:nvSpPr>
        <p:spPr>
          <a:xfrm xmlns:a="http://schemas.openxmlformats.org/drawingml/2006/main">
            <a:off x="762000" y="2114550"/>
            <a:ext cx="10477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850" b="1">
                <a:solidFill>
                  <a:srgbClr val="233746"/>
                </a:solidFill>
                <a:latin typeface="Arial"/>
                <a:ea typeface="Arial"/>
                <a:cs typeface="Arial"/>
              </a:defRPr>
            </a:pPr>
            <a:r>
              <a:rPr sz="2850" b="1">
                <a:solidFill>
                  <a:srgbClr val="233746"/>
                </a:solidFill>
                <a:latin typeface="Arial"/>
                <a:ea typeface="Arial"/>
                <a:cs typeface="Arial"/>
              </a:rPr>
              <a:t>FALSO = 0                         VERDADERO = 1</a:t>
            </a:r>
          </a:p>
        </p:txBody>
      </p:sp>
      <p:sp>
        <p:nvSpPr>
          <p:cNvPr id="11" name="">
            <a:extLst xmlns:a="http://schemas.openxmlformats.org/drawingml/2006/main">
              <a:ext uri="{FF2B5EF4-FFF2-40B4-BE49-F238E27FC236}">
                <a16:creationId xmlns:a16="http://schemas.microsoft.com/office/drawing/2014/main" id="{6DFFEE11-8269-4C15-A833-82F4CA0FB3FE}"/>
              </a:ext>
            </a:extLst>
          </p:cNvPr>
          <p:cNvSpPr>
            <a:spLocks xmlns:a="http://schemas.openxmlformats.org/drawingml/2006/main" noGrp="1"/>
          </p:cNvSpPr>
          <p:nvPr/>
        </p:nvSpPr>
        <p:spPr>
          <a:xfrm xmlns:a="http://schemas.openxmlformats.org/drawingml/2006/main">
            <a:off x="762000" y="2886075"/>
            <a:ext cx="1057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No admite grados de verdad entre ambos extremos.</a:t>
            </a:r>
          </a:p>
        </p:txBody>
      </p:sp>
      <p:sp>
        <p:nvSpPr>
          <p:cNvPr id="12" name="">
            <a:extLst xmlns:a="http://schemas.openxmlformats.org/drawingml/2006/main">
              <a:ext uri="{FF2B5EF4-FFF2-40B4-BE49-F238E27FC236}">
                <a16:creationId xmlns:a16="http://schemas.microsoft.com/office/drawing/2014/main" id="{C7525F7B-5314-4018-96EB-591A6B040323}"/>
              </a:ext>
            </a:extLst>
          </p:cNvPr>
          <p:cNvSpPr>
            <a:spLocks xmlns:a="http://schemas.openxmlformats.org/drawingml/2006/main" noGrp="1"/>
          </p:cNvSpPr>
          <p:nvPr/>
        </p:nvSpPr>
        <p:spPr>
          <a:xfrm xmlns:a="http://schemas.openxmlformats.org/drawingml/2006/main">
            <a:off x="762000" y="3762375"/>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75" b="1">
                <a:solidFill>
                  <a:srgbClr val="D96B18"/>
                </a:solidFill>
                <a:latin typeface="Arial"/>
                <a:ea typeface="Arial"/>
                <a:cs typeface="Arial"/>
              </a:defRPr>
            </a:pPr>
            <a:r>
              <a:rPr sz="2475" b="1">
                <a:solidFill>
                  <a:srgbClr val="D96B18"/>
                </a:solidFill>
                <a:latin typeface="Arial"/>
                <a:ea typeface="Arial"/>
                <a:cs typeface="Arial"/>
              </a:rPr>
              <a:t>La precisión debe ajustarse a lo que la naturaleza del problema permite.</a:t>
            </a:r>
          </a:p>
        </p:txBody>
      </p:sp>
      <p:sp>
        <p:nvSpPr>
          <p:cNvPr id="13" name="">
            <a:extLst xmlns:a="http://schemas.openxmlformats.org/drawingml/2006/main">
              <a:ext uri="{FF2B5EF4-FFF2-40B4-BE49-F238E27FC236}">
                <a16:creationId xmlns:a16="http://schemas.microsoft.com/office/drawing/2014/main" id="{1F3735C2-8BDD-4CEE-AF60-2DF454ABD0B8}"/>
              </a:ext>
            </a:extLst>
          </p:cNvPr>
          <p:cNvSpPr>
            <a:spLocks xmlns:a="http://schemas.openxmlformats.org/drawingml/2006/main" noGrp="1"/>
          </p:cNvSpPr>
          <p:nvPr/>
        </p:nvSpPr>
        <p:spPr>
          <a:xfrm xmlns:a="http://schemas.openxmlformats.org/drawingml/2006/main">
            <a:off x="762000" y="4686300"/>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233746"/>
                </a:solidFill>
                <a:latin typeface="Arial"/>
                <a:ea typeface="Arial"/>
                <a:cs typeface="Arial"/>
              </a:defRPr>
            </a:pPr>
            <a:r>
              <a:rPr sz="1350" b="0">
                <a:solidFill>
                  <a:srgbClr val="233746"/>
                </a:solidFill>
                <a:latin typeface="Arial"/>
                <a:ea typeface="Arial"/>
                <a:cs typeface="Arial"/>
              </a:rPr>
              <a:t>Aristóteles, idea recogida por Ross (paráfrasis).</a:t>
            </a:r>
          </a:p>
        </p:txBody>
      </p:sp>
      <p:sp>
        <p:nvSpPr>
          <p:cNvPr id="14" name="">
            <a:extLst xmlns:a="http://schemas.openxmlformats.org/drawingml/2006/main">
              <a:ext uri="{FF2B5EF4-FFF2-40B4-BE49-F238E27FC236}">
                <a16:creationId xmlns:a16="http://schemas.microsoft.com/office/drawing/2014/main" id="{0D4C8C69-43E6-40B2-BF48-B7E105878B4B}"/>
              </a:ext>
            </a:extLst>
          </p:cNvPr>
          <p:cNvSpPr>
            <a:spLocks xmlns:a="http://schemas.openxmlformats.org/drawingml/2006/main" noGrp="1"/>
          </p:cNvSpPr>
          <p:nvPr/>
        </p:nvSpPr>
        <p:spPr>
          <a:xfrm xmlns:a="http://schemas.openxmlformats.org/drawingml/2006/main">
            <a:off x="762000" y="5286375"/>
            <a:ext cx="10572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En sistemas complejos, aceptar imprecisión permite aprovechar información que sí tenemos.</a:t>
            </a:r>
          </a:p>
        </p:txBody>
      </p:sp>
      <p:sp>
        <p:nvSpPr>
          <p:cNvPr id="15" name="">
            <a:extLst xmlns:a="http://schemas.openxmlformats.org/drawingml/2006/main">
              <a:ext uri="{FF2B5EF4-FFF2-40B4-BE49-F238E27FC236}">
                <a16:creationId xmlns:a16="http://schemas.microsoft.com/office/drawing/2014/main" id="{62ECC23E-4150-4611-8FFF-A93B48B1913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E7211C45-4025-4120-878A-BF3F2047E95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Concepto vago y concepto fuzzy</a:t>
            </a:r>
          </a:p>
        </p:txBody>
      </p:sp>
      <p:sp>
        <p:nvSpPr>
          <p:cNvPr id="9" name="">
            <a:extLst xmlns:a="http://schemas.openxmlformats.org/drawingml/2006/main">
              <a:ext uri="{FF2B5EF4-FFF2-40B4-BE49-F238E27FC236}">
                <a16:creationId xmlns:a16="http://schemas.microsoft.com/office/drawing/2014/main" id="{37BD5151-CDD7-4B1A-9671-896E1B6E4414}"/>
              </a:ext>
            </a:extLst>
          </p:cNvPr>
          <p:cNvSpPr>
            <a:spLocks xmlns:a="http://schemas.openxmlformats.org/drawingml/2006/main" noGrp="1"/>
          </p:cNvSpPr>
          <p:nvPr/>
        </p:nvSpPr>
        <p:spPr>
          <a:xfrm xmlns:a="http://schemas.openxmlformats.org/drawingml/2006/main">
            <a:off x="762000" y="1504950"/>
            <a:ext cx="4381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VAGO</a:t>
            </a:r>
          </a:p>
        </p:txBody>
      </p:sp>
      <p:sp>
        <p:nvSpPr>
          <p:cNvPr id="10" name="">
            <a:extLst xmlns:a="http://schemas.openxmlformats.org/drawingml/2006/main">
              <a:ext uri="{FF2B5EF4-FFF2-40B4-BE49-F238E27FC236}">
                <a16:creationId xmlns:a16="http://schemas.microsoft.com/office/drawing/2014/main" id="{D2B176C9-317B-47AF-8E7D-E0ACDDCE7C55}"/>
              </a:ext>
            </a:extLst>
          </p:cNvPr>
          <p:cNvSpPr>
            <a:spLocks xmlns:a="http://schemas.openxmlformats.org/drawingml/2006/main" noGrp="1"/>
          </p:cNvSpPr>
          <p:nvPr/>
        </p:nvSpPr>
        <p:spPr>
          <a:xfrm xmlns:a="http://schemas.openxmlformats.org/drawingml/2006/main">
            <a:off x="762000" y="2133600"/>
            <a:ext cx="45720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625" b="1">
                <a:solidFill>
                  <a:srgbClr val="233746"/>
                </a:solidFill>
                <a:latin typeface="Arial"/>
                <a:ea typeface="Arial"/>
                <a:cs typeface="Arial"/>
              </a:defRPr>
            </a:pPr>
            <a:r>
              <a:rPr sz="2625" b="1">
                <a:solidFill>
                  <a:srgbClr val="233746"/>
                </a:solidFill>
                <a:latin typeface="Arial"/>
                <a:ea typeface="Arial"/>
                <a:cs typeface="Arial"/>
              </a:rPr>
              <a:t>«Volveré pronto»</a:t>
            </a:r>
          </a:p>
        </p:txBody>
      </p:sp>
      <p:sp>
        <p:nvSpPr>
          <p:cNvPr id="11" name="">
            <a:extLst xmlns:a="http://schemas.openxmlformats.org/drawingml/2006/main">
              <a:ext uri="{FF2B5EF4-FFF2-40B4-BE49-F238E27FC236}">
                <a16:creationId xmlns:a16="http://schemas.microsoft.com/office/drawing/2014/main" id="{65506CC9-0D0D-47C4-ADCD-A85842CDF8A0}"/>
              </a:ext>
            </a:extLst>
          </p:cNvPr>
          <p:cNvSpPr>
            <a:spLocks xmlns:a="http://schemas.openxmlformats.org/drawingml/2006/main" noGrp="1"/>
          </p:cNvSpPr>
          <p:nvPr/>
        </p:nvSpPr>
        <p:spPr>
          <a:xfrm xmlns:a="http://schemas.openxmlformats.org/drawingml/2006/main">
            <a:off x="762000" y="3133725"/>
            <a:ext cx="4476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Falta concreción: ¿segundos, minutos u horas?</a:t>
            </a:r>
          </a:p>
        </p:txBody>
      </p:sp>
      <p:sp>
        <p:nvSpPr>
          <p:cNvPr id="12" name="">
            <a:extLst xmlns:a="http://schemas.openxmlformats.org/drawingml/2006/main">
              <a:ext uri="{FF2B5EF4-FFF2-40B4-BE49-F238E27FC236}">
                <a16:creationId xmlns:a16="http://schemas.microsoft.com/office/drawing/2014/main" id="{AA2DBBEE-A6A4-4892-82D1-2169A17920A8}"/>
              </a:ext>
            </a:extLst>
          </p:cNvPr>
          <p:cNvSpPr>
            <a:spLocks xmlns:a="http://schemas.openxmlformats.org/drawingml/2006/main" noGrp="1"/>
          </p:cNvSpPr>
          <p:nvPr/>
        </p:nvSpPr>
        <p:spPr>
          <a:xfrm xmlns:a="http://schemas.openxmlformats.org/drawingml/2006/main">
            <a:off x="6334125" y="1504950"/>
            <a:ext cx="4857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FUZZY</a:t>
            </a:r>
          </a:p>
        </p:txBody>
      </p:sp>
      <p:sp>
        <p:nvSpPr>
          <p:cNvPr id="13" name="">
            <a:extLst xmlns:a="http://schemas.openxmlformats.org/drawingml/2006/main">
              <a:ext uri="{FF2B5EF4-FFF2-40B4-BE49-F238E27FC236}">
                <a16:creationId xmlns:a16="http://schemas.microsoft.com/office/drawing/2014/main" id="{2C80D8A4-DF03-412A-99BB-5BDE647CD4AF}"/>
              </a:ext>
            </a:extLst>
          </p:cNvPr>
          <p:cNvSpPr>
            <a:spLocks xmlns:a="http://schemas.openxmlformats.org/drawingml/2006/main" noGrp="1"/>
          </p:cNvSpPr>
          <p:nvPr/>
        </p:nvSpPr>
        <p:spPr>
          <a:xfrm xmlns:a="http://schemas.openxmlformats.org/drawingml/2006/main">
            <a:off x="6334125" y="2095500"/>
            <a:ext cx="5095875"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«Volveré en aproximadamente</a:t>
            </a:r>
          </a:p>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2 minutos»</a:t>
            </a:r>
          </a:p>
        </p:txBody>
      </p:sp>
      <p:graphicFrame>
        <p:nvGraphicFramePr>
          <p:cNvPr id="31" name="Chart"/>
          <p:cNvGraphicFramePr/>
          <p:nvPr/>
        </p:nvGraphicFramePr>
        <p:xfrm>
          <a:off xmlns:a="http://schemas.openxmlformats.org/drawingml/2006/main" x="6286500" y="3286125"/>
          <a:ext xmlns:a="http://schemas.openxmlformats.org/drawingml/2006/main" cx="5143500" cy="2286000"/>
        </p:xfrm>
        <a:graphic xmlns:a="http://schemas.openxmlformats.org/drawingml/2006/main">
          <a:graphicData uri="http://schemas.openxmlformats.org/drawingml/2006/chart">
            <c:chart xmlns:r="http://schemas.openxmlformats.org/officeDocument/2006/relationships" xmlns:c="http://schemas.openxmlformats.org/drawingml/2006/chart" r:id="Re2683b88ddff47cd"/>
          </a:graphicData>
        </a:graphic>
      </p:graphicFrame>
      <p:sp>
        <p:nvSpPr>
          <p:cNvPr id="15" name="">
            <a:extLst xmlns:a="http://schemas.openxmlformats.org/drawingml/2006/main">
              <a:ext uri="{FF2B5EF4-FFF2-40B4-BE49-F238E27FC236}">
                <a16:creationId xmlns:a16="http://schemas.microsoft.com/office/drawing/2014/main" id="{BAE7CD32-F497-495D-ADB0-FE09C428B0E8}"/>
              </a:ext>
            </a:extLst>
          </p:cNvPr>
          <p:cNvSpPr>
            <a:spLocks xmlns:a="http://schemas.openxmlformats.org/drawingml/2006/main" noGrp="1"/>
          </p:cNvSpPr>
          <p:nvPr/>
        </p:nvSpPr>
        <p:spPr>
          <a:xfrm xmlns:a="http://schemas.openxmlformats.org/drawingml/2006/main">
            <a:off x="762000" y="5800725"/>
            <a:ext cx="10572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Hay una referencia concreta, con límites graduales alrededor de 2 minutos.</a:t>
            </a:r>
          </a:p>
        </p:txBody>
      </p:sp>
      <p:sp>
        <p:nvSpPr>
          <p:cNvPr id="17" name="">
            <a:extLst xmlns:a="http://schemas.openxmlformats.org/drawingml/2006/main">
              <a:ext uri="{FF2B5EF4-FFF2-40B4-BE49-F238E27FC236}">
                <a16:creationId xmlns:a16="http://schemas.microsoft.com/office/drawing/2014/main" id="{28B3362E-57B9-4E67-ADEC-1CC6723757E0}"/>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0A264E70-0966-44F4-84E6-474CF5AEEE1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Crisp y fuzzy: el concepto «estatura media»</a:t>
            </a:r>
          </a:p>
        </p:txBody>
      </p:sp>
      <p:sp>
        <p:nvSpPr>
          <p:cNvPr id="9" name="">
            <a:extLst xmlns:a="http://schemas.openxmlformats.org/drawingml/2006/main">
              <a:ext uri="{FF2B5EF4-FFF2-40B4-BE49-F238E27FC236}">
                <a16:creationId xmlns:a16="http://schemas.microsoft.com/office/drawing/2014/main" id="{F7171C38-E5E3-4E82-A44F-71ADB1BFA891}"/>
              </a:ext>
            </a:extLst>
          </p:cNvPr>
          <p:cNvSpPr>
            <a:spLocks xmlns:a="http://schemas.openxmlformats.org/drawingml/2006/main" noGrp="1"/>
          </p:cNvSpPr>
          <p:nvPr/>
        </p:nvSpPr>
        <p:spPr>
          <a:xfrm xmlns:a="http://schemas.openxmlformats.org/drawingml/2006/main">
            <a:off x="762000" y="1504950"/>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Conjunto crisp: pertenece o no</a:t>
            </a:r>
          </a:p>
        </p:txBody>
      </p:sp>
      <p:sp>
        <p:nvSpPr>
          <p:cNvPr id="10" name="">
            <a:extLst xmlns:a="http://schemas.openxmlformats.org/drawingml/2006/main">
              <a:ext uri="{FF2B5EF4-FFF2-40B4-BE49-F238E27FC236}">
                <a16:creationId xmlns:a16="http://schemas.microsoft.com/office/drawing/2014/main" id="{BB394D59-05BF-4E43-9C41-2C4A5B832EA9}"/>
              </a:ext>
            </a:extLst>
          </p:cNvPr>
          <p:cNvSpPr>
            <a:spLocks xmlns:a="http://schemas.openxmlformats.org/drawingml/2006/main" noGrp="1"/>
          </p:cNvSpPr>
          <p:nvPr/>
        </p:nvSpPr>
        <p:spPr>
          <a:xfrm xmlns:a="http://schemas.openxmlformats.org/drawingml/2006/main">
            <a:off x="6381750" y="150495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Conjunto fuzzy: pertenencia gradual</a:t>
            </a:r>
          </a:p>
        </p:txBody>
      </p:sp>
      <p:graphicFrame>
        <p:nvGraphicFramePr>
          <p:cNvPr id="31" name="Chart"/>
          <p:cNvGraphicFramePr/>
          <p:nvPr/>
        </p:nvGraphicFramePr>
        <p:xfrm>
          <a:off xmlns:a="http://schemas.openxmlformats.org/drawingml/2006/main" x="619125" y="2143125"/>
          <a:ext xmlns:a="http://schemas.openxmlformats.org/drawingml/2006/main" cx="5143500" cy="2857500"/>
        </p:xfrm>
        <a:graphic xmlns:a="http://schemas.openxmlformats.org/drawingml/2006/main">
          <a:graphicData uri="http://schemas.openxmlformats.org/drawingml/2006/chart">
            <c:chart xmlns:r="http://schemas.openxmlformats.org/officeDocument/2006/relationships" xmlns:c="http://schemas.openxmlformats.org/drawingml/2006/chart" r:id="R43d80cb452684148"/>
          </a:graphicData>
        </a:graphic>
      </p:graphicFrame>
      <p:graphicFrame>
        <p:nvGraphicFramePr>
          <p:cNvPr id="32" name="Chart"/>
          <p:cNvGraphicFramePr/>
          <p:nvPr/>
        </p:nvGraphicFramePr>
        <p:xfrm>
          <a:off xmlns:a="http://schemas.openxmlformats.org/drawingml/2006/main" x="6238875" y="2143125"/>
          <a:ext xmlns:a="http://schemas.openxmlformats.org/drawingml/2006/main" cx="5143500" cy="2857500"/>
        </p:xfrm>
        <a:graphic xmlns:a="http://schemas.openxmlformats.org/drawingml/2006/main">
          <a:graphicData uri="http://schemas.openxmlformats.org/drawingml/2006/chart">
            <c:chart xmlns:r="http://schemas.openxmlformats.org/officeDocument/2006/relationships" xmlns:c="http://schemas.openxmlformats.org/drawingml/2006/chart" r:id="R5329e7e4c50f452b"/>
          </a:graphicData>
        </a:graphic>
      </p:graphicFrame>
      <p:sp>
        <p:nvSpPr>
          <p:cNvPr id="13" name="">
            <a:extLst xmlns:a="http://schemas.openxmlformats.org/drawingml/2006/main">
              <a:ext uri="{FF2B5EF4-FFF2-40B4-BE49-F238E27FC236}">
                <a16:creationId xmlns:a16="http://schemas.microsoft.com/office/drawing/2014/main" id="{59F125FF-C075-4B2B-BD0E-F82631F67967}"/>
              </a:ext>
            </a:extLst>
          </p:cNvPr>
          <p:cNvSpPr>
            <a:spLocks xmlns:a="http://schemas.openxmlformats.org/drawingml/2006/main" noGrp="1"/>
          </p:cNvSpPr>
          <p:nvPr/>
        </p:nvSpPr>
        <p:spPr>
          <a:xfrm xmlns:a="http://schemas.openxmlformats.org/drawingml/2006/main">
            <a:off x="762000" y="5133975"/>
            <a:ext cx="519112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2162A0"/>
                </a:solidFill>
                <a:latin typeface="Arial"/>
                <a:ea typeface="Arial"/>
                <a:cs typeface="Arial"/>
              </a:defRPr>
            </a:pPr>
            <a:r>
              <a:rPr sz="1950" b="1">
                <a:solidFill>
                  <a:srgbClr val="2162A0"/>
                </a:solidFill>
                <a:latin typeface="Arial"/>
                <a:ea typeface="Arial"/>
                <a:cs typeface="Arial"/>
              </a:rPr>
              <a:t>1 si 1,70 ≤ x ≤ 1,80 m; 0 fuera.</a:t>
            </a:r>
          </a:p>
        </p:txBody>
      </p:sp>
      <p:sp>
        <p:nvSpPr>
          <p:cNvPr id="14" name="">
            <a:extLst xmlns:a="http://schemas.openxmlformats.org/drawingml/2006/main">
              <a:ext uri="{FF2B5EF4-FFF2-40B4-BE49-F238E27FC236}">
                <a16:creationId xmlns:a16="http://schemas.microsoft.com/office/drawing/2014/main" id="{DF8D8160-2C61-4346-AD9A-285C5BD263B1}"/>
              </a:ext>
            </a:extLst>
          </p:cNvPr>
          <p:cNvSpPr>
            <a:spLocks xmlns:a="http://schemas.openxmlformats.org/drawingml/2006/main" noGrp="1"/>
          </p:cNvSpPr>
          <p:nvPr/>
        </p:nvSpPr>
        <p:spPr>
          <a:xfrm xmlns:a="http://schemas.openxmlformats.org/drawingml/2006/main">
            <a:off x="6381750" y="5133975"/>
            <a:ext cx="5048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Máximo en 1,75 m; disminuye</a:t>
            </a:r>
          </a:p>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hasta 0 en 1,60 y 1,90 m.</a:t>
            </a:r>
          </a:p>
        </p:txBody>
      </p:sp>
      <p:sp>
        <p:nvSpPr>
          <p:cNvPr id="15" name="">
            <a:extLst xmlns:a="http://schemas.openxmlformats.org/drawingml/2006/main">
              <a:ext uri="{FF2B5EF4-FFF2-40B4-BE49-F238E27FC236}">
                <a16:creationId xmlns:a16="http://schemas.microsoft.com/office/drawing/2014/main" id="{9E426139-31A1-49B0-A8B9-A968174F4E6D}"/>
              </a:ext>
            </a:extLst>
          </p:cNvPr>
          <p:cNvSpPr>
            <a:spLocks xmlns:a="http://schemas.openxmlformats.org/drawingml/2006/main" noGrp="1"/>
          </p:cNvSpPr>
          <p:nvPr/>
        </p:nvSpPr>
        <p:spPr>
          <a:xfrm xmlns:a="http://schemas.openxmlformats.org/drawingml/2006/main">
            <a:off x="762000" y="59436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233746"/>
                </a:solidFill>
                <a:latin typeface="Arial"/>
                <a:ea typeface="Arial"/>
                <a:cs typeface="Arial"/>
              </a:defRPr>
            </a:pPr>
            <a:r>
              <a:rPr sz="2025" b="1">
                <a:solidFill>
                  <a:srgbClr val="233746"/>
                </a:solidFill>
                <a:latin typeface="Arial"/>
                <a:ea typeface="Arial"/>
                <a:cs typeface="Arial"/>
              </a:rPr>
              <a:t>Crisp: solo 0 o 1. Fuzzy: infinitos grados posibles entre 0 y 1.</a:t>
            </a:r>
          </a:p>
        </p:txBody>
      </p:sp>
      <p:sp>
        <p:nvSpPr>
          <p:cNvPr id="16" name="">
            <a:extLst xmlns:a="http://schemas.openxmlformats.org/drawingml/2006/main">
              <a:ext uri="{FF2B5EF4-FFF2-40B4-BE49-F238E27FC236}">
                <a16:creationId xmlns:a16="http://schemas.microsoft.com/office/drawing/2014/main" id="{0F52D795-0B7C-4DE9-8A7A-F438EB3AB8C2}"/>
              </a:ext>
            </a:extLst>
          </p:cNvPr>
          <p:cNvSpPr>
            <a:spLocks xmlns:a="http://schemas.openxmlformats.org/drawingml/2006/main" noGrp="1"/>
          </p:cNvSpPr>
          <p:nvPr/>
        </p:nvSpPr>
        <p:spPr>
          <a:xfrm xmlns:a="http://schemas.openxmlformats.org/drawingml/2006/main">
            <a:off x="762000" y="6334125"/>
            <a:ext cx="106680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200" b="0">
                <a:solidFill>
                  <a:srgbClr val="233746"/>
                </a:solidFill>
                <a:latin typeface="Arial"/>
                <a:ea typeface="Arial"/>
                <a:cs typeface="Arial"/>
              </a:defRPr>
            </a:pPr>
            <a:r>
              <a:rPr sz="1200" b="0">
                <a:solidFill>
                  <a:srgbClr val="233746"/>
                </a:solidFill>
                <a:latin typeface="Arial"/>
                <a:ea typeface="Arial"/>
                <a:cs typeface="Arial"/>
              </a:rPr>
              <a:t>Cada conjunto tiene una función de pertenencia. Límites de altura ilustrativos.</a:t>
            </a:r>
          </a:p>
        </p:txBody>
      </p:sp>
      <p:sp>
        <p:nvSpPr>
          <p:cNvPr id="19" name="">
            <a:extLst xmlns:a="http://schemas.openxmlformats.org/drawingml/2006/main">
              <a:ext uri="{FF2B5EF4-FFF2-40B4-BE49-F238E27FC236}">
                <a16:creationId xmlns:a16="http://schemas.microsoft.com/office/drawing/2014/main" id="{CE896BD7-0449-4E0A-9746-D03019E64C0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D9B77957-1F75-4FA2-A2FC-5C59A86D3D7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Conjuntos difusos: grados de pertenencia</a:t>
            </a:r>
          </a:p>
        </p:txBody>
      </p:sp>
      <p:sp>
        <p:nvSpPr>
          <p:cNvPr id="9" name="">
            <a:extLst xmlns:a="http://schemas.openxmlformats.org/drawingml/2006/main">
              <a:ext uri="{FF2B5EF4-FFF2-40B4-BE49-F238E27FC236}">
                <a16:creationId xmlns:a16="http://schemas.microsoft.com/office/drawing/2014/main" id="{BA4806F5-03D4-4C0B-BAFF-C1662266D97E}"/>
              </a:ext>
            </a:extLst>
          </p:cNvPr>
          <p:cNvSpPr>
            <a:spLocks xmlns:a="http://schemas.openxmlformats.org/drawingml/2006/main" noGrp="1"/>
          </p:cNvSpPr>
          <p:nvPr/>
        </p:nvSpPr>
        <p:spPr>
          <a:xfrm xmlns:a="http://schemas.openxmlformats.org/drawingml/2006/main">
            <a:off x="762000" y="15240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Pertenencia clásica: χA(x) ∈ {0, 1}     Pertenencia difusa: μA(x) ∈ [0, 1]</a:t>
            </a:r>
          </a:p>
        </p:txBody>
      </p:sp>
      <p:graphicFrame>
        <p:nvGraphicFramePr>
          <p:cNvPr id="26" name="Chart"/>
          <p:cNvGraphicFramePr/>
          <p:nvPr/>
        </p:nvGraphicFramePr>
        <p:xfrm>
          <a:off xmlns:a="http://schemas.openxmlformats.org/drawingml/2006/main" x="619125" y="2238375"/>
          <a:ext xmlns:a="http://schemas.openxmlformats.org/drawingml/2006/main" cx="6667500" cy="3429000"/>
        </p:xfrm>
        <a:graphic xmlns:a="http://schemas.openxmlformats.org/drawingml/2006/main">
          <a:graphicData uri="http://schemas.openxmlformats.org/drawingml/2006/chart">
            <c:chart xmlns:r="http://schemas.openxmlformats.org/officeDocument/2006/relationships" xmlns:c="http://schemas.openxmlformats.org/drawingml/2006/chart" r:id="Rc12b048c55614358"/>
          </a:graphicData>
        </a:graphic>
      </p:graphicFrame>
      <p:sp>
        <p:nvSpPr>
          <p:cNvPr id="11" name="">
            <a:extLst xmlns:a="http://schemas.openxmlformats.org/drawingml/2006/main">
              <a:ext uri="{FF2B5EF4-FFF2-40B4-BE49-F238E27FC236}">
                <a16:creationId xmlns:a16="http://schemas.microsoft.com/office/drawing/2014/main" id="{C4F4B82A-065C-446D-94BC-106FBB1C0D95}"/>
              </a:ext>
            </a:extLst>
          </p:cNvPr>
          <p:cNvSpPr>
            <a:spLocks xmlns:a="http://schemas.openxmlformats.org/drawingml/2006/main" noGrp="1"/>
          </p:cNvSpPr>
          <p:nvPr/>
        </p:nvSpPr>
        <p:spPr>
          <a:xfrm xmlns:a="http://schemas.openxmlformats.org/drawingml/2006/main">
            <a:off x="7715250" y="2419350"/>
            <a:ext cx="342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A 25 °C</a:t>
            </a:r>
          </a:p>
        </p:txBody>
      </p:sp>
      <p:sp>
        <p:nvSpPr>
          <p:cNvPr id="12" name="">
            <a:extLst xmlns:a="http://schemas.openxmlformats.org/drawingml/2006/main">
              <a:ext uri="{FF2B5EF4-FFF2-40B4-BE49-F238E27FC236}">
                <a16:creationId xmlns:a16="http://schemas.microsoft.com/office/drawing/2014/main" id="{5E211193-2FB4-4F50-B17A-86D488B5AAF2}"/>
              </a:ext>
            </a:extLst>
          </p:cNvPr>
          <p:cNvSpPr>
            <a:spLocks xmlns:a="http://schemas.openxmlformats.org/drawingml/2006/main" noGrp="1"/>
          </p:cNvSpPr>
          <p:nvPr/>
        </p:nvSpPr>
        <p:spPr>
          <a:xfrm xmlns:a="http://schemas.openxmlformats.org/drawingml/2006/main">
            <a:off x="7715250" y="3076575"/>
            <a:ext cx="352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Templada: 0,5</a:t>
            </a:r>
          </a:p>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Caliente: 0,5</a:t>
            </a:r>
          </a:p>
        </p:txBody>
      </p:sp>
      <p:sp>
        <p:nvSpPr>
          <p:cNvPr id="13" name="">
            <a:extLst xmlns:a="http://schemas.openxmlformats.org/drawingml/2006/main">
              <a:ext uri="{FF2B5EF4-FFF2-40B4-BE49-F238E27FC236}">
                <a16:creationId xmlns:a16="http://schemas.microsoft.com/office/drawing/2014/main" id="{D79194AE-33CC-4DF1-A361-42C94611528F}"/>
              </a:ext>
            </a:extLst>
          </p:cNvPr>
          <p:cNvSpPr>
            <a:spLocks xmlns:a="http://schemas.openxmlformats.org/drawingml/2006/main" noGrp="1"/>
          </p:cNvSpPr>
          <p:nvPr/>
        </p:nvSpPr>
        <p:spPr>
          <a:xfrm xmlns:a="http://schemas.openxmlformats.org/drawingml/2006/main">
            <a:off x="7715250" y="4276725"/>
            <a:ext cx="3476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El valor expresa cuánto encaja la temperatura en cada concepto.</a:t>
            </a:r>
          </a:p>
        </p:txBody>
      </p:sp>
      <p:sp>
        <p:nvSpPr>
          <p:cNvPr id="14" name="">
            <a:extLst xmlns:a="http://schemas.openxmlformats.org/drawingml/2006/main">
              <a:ext uri="{FF2B5EF4-FFF2-40B4-BE49-F238E27FC236}">
                <a16:creationId xmlns:a16="http://schemas.microsoft.com/office/drawing/2014/main" id="{374EE721-C819-4960-9141-394FAF73E508}"/>
              </a:ext>
            </a:extLst>
          </p:cNvPr>
          <p:cNvSpPr>
            <a:spLocks xmlns:a="http://schemas.openxmlformats.org/drawingml/2006/main" noGrp="1"/>
          </p:cNvSpPr>
          <p:nvPr/>
        </p:nvSpPr>
        <p:spPr>
          <a:xfrm xmlns:a="http://schemas.openxmlformats.org/drawingml/2006/main">
            <a:off x="762000" y="58769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Una pertenencia de 0,5 no significa una probabilidad del 50 %.</a:t>
            </a:r>
          </a:p>
        </p:txBody>
      </p:sp>
      <p:sp>
        <p:nvSpPr>
          <p:cNvPr id="16" name="">
            <a:extLst xmlns:a="http://schemas.openxmlformats.org/drawingml/2006/main">
              <a:ext uri="{FF2B5EF4-FFF2-40B4-BE49-F238E27FC236}">
                <a16:creationId xmlns:a16="http://schemas.microsoft.com/office/drawing/2014/main" id="{60251C2C-6E48-4DEF-AE3F-37EDB208E00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2C9468A4-2E55-43F9-890E-C8C3A35FECC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El cubo: tres conceptos, tres grados</a:t>
            </a:r>
          </a:p>
        </p:txBody>
      </p:sp>
      <p:sp>
        <p:nvSpPr>
          <p:cNvPr id="9" name="">
            <a:extLst xmlns:a="http://schemas.openxmlformats.org/drawingml/2006/main">
              <a:ext uri="{FF2B5EF4-FFF2-40B4-BE49-F238E27FC236}">
                <a16:creationId xmlns:a16="http://schemas.microsoft.com/office/drawing/2014/main" id="{D291EB66-9C44-4369-B774-A038DE7656CA}"/>
              </a:ext>
            </a:extLst>
          </p:cNvPr>
          <p:cNvSpPr>
            <a:spLocks xmlns:a="http://schemas.openxmlformats.org/drawingml/2006/main" noGrp="1"/>
          </p:cNvSpPr>
          <p:nvPr/>
        </p:nvSpPr>
        <p:spPr>
          <a:xfrm xmlns:a="http://schemas.openxmlformats.org/drawingml/2006/main">
            <a:off x="762000" y="1466850"/>
            <a:ext cx="10715625"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Evaluamos a Ana en tres conjuntos: «altos», «guapos» y «jóvenes».</a:t>
            </a:r>
          </a:p>
        </p:txBody>
      </p:sp>
      <p:graphicFrame>
        <p:nvGraphicFramePr>
          <p:cNvPr id="34" name="Chart"/>
          <p:cNvGraphicFramePr/>
          <p:nvPr/>
        </p:nvGraphicFramePr>
        <p:xfrm>
          <a:off xmlns:a="http://schemas.openxmlformats.org/drawingml/2006/main" x="1019175" y="2266950"/>
          <a:ext xmlns:a="http://schemas.openxmlformats.org/drawingml/2006/main" cx="4476750" cy="3133725"/>
        </p:xfrm>
        <a:graphic xmlns:a="http://schemas.openxmlformats.org/drawingml/2006/main">
          <a:graphicData uri="http://schemas.openxmlformats.org/drawingml/2006/chart">
            <c:chart xmlns:r="http://schemas.openxmlformats.org/officeDocument/2006/relationships" xmlns:c="http://schemas.openxmlformats.org/drawingml/2006/chart" r:id="R65bfdf39d8d1408f"/>
          </a:graphicData>
        </a:graphic>
      </p:graphicFrame>
      <p:sp>
        <p:nvSpPr>
          <p:cNvPr id="11" name="">
            <a:extLst xmlns:a="http://schemas.openxmlformats.org/drawingml/2006/main">
              <a:ext uri="{FF2B5EF4-FFF2-40B4-BE49-F238E27FC236}">
                <a16:creationId xmlns:a16="http://schemas.microsoft.com/office/drawing/2014/main" id="{4E812066-8039-4B76-9213-0031E29416F2}"/>
              </a:ext>
            </a:extLst>
          </p:cNvPr>
          <p:cNvSpPr>
            <a:spLocks xmlns:a="http://schemas.openxmlformats.org/drawingml/2006/main" noGrp="1"/>
          </p:cNvSpPr>
          <p:nvPr/>
        </p:nvSpPr>
        <p:spPr>
          <a:xfrm xmlns:a="http://schemas.openxmlformats.org/drawingml/2006/main">
            <a:off x="3238500" y="5429250"/>
            <a:ext cx="1714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162A0"/>
                </a:solidFill>
                <a:latin typeface="Arial"/>
                <a:ea typeface="Arial"/>
                <a:cs typeface="Arial"/>
              </a:defRPr>
            </a:pPr>
            <a:r>
              <a:rPr sz="1725" b="1">
                <a:solidFill>
                  <a:srgbClr val="2162A0"/>
                </a:solidFill>
                <a:latin typeface="Arial"/>
                <a:ea typeface="Arial"/>
                <a:cs typeface="Arial"/>
              </a:rPr>
              <a:t>μAlto</a:t>
            </a:r>
          </a:p>
        </p:txBody>
      </p:sp>
      <p:sp>
        <p:nvSpPr>
          <p:cNvPr id="12" name="">
            <a:extLst xmlns:a="http://schemas.openxmlformats.org/drawingml/2006/main">
              <a:ext uri="{FF2B5EF4-FFF2-40B4-BE49-F238E27FC236}">
                <a16:creationId xmlns:a16="http://schemas.microsoft.com/office/drawing/2014/main" id="{9967D7B8-DEC5-4290-9822-9FBE51AC5C3A}"/>
              </a:ext>
            </a:extLst>
          </p:cNvPr>
          <p:cNvSpPr>
            <a:spLocks xmlns:a="http://schemas.openxmlformats.org/drawingml/2006/main" noGrp="1"/>
          </p:cNvSpPr>
          <p:nvPr/>
        </p:nvSpPr>
        <p:spPr>
          <a:xfrm xmlns:a="http://schemas.openxmlformats.org/drawingml/2006/main">
            <a:off x="4124325" y="4762500"/>
            <a:ext cx="1905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162A0"/>
                </a:solidFill>
                <a:latin typeface="Arial"/>
                <a:ea typeface="Arial"/>
                <a:cs typeface="Arial"/>
              </a:defRPr>
            </a:pPr>
            <a:r>
              <a:rPr sz="1725" b="1">
                <a:solidFill>
                  <a:srgbClr val="2162A0"/>
                </a:solidFill>
                <a:latin typeface="Arial"/>
                <a:ea typeface="Arial"/>
                <a:cs typeface="Arial"/>
              </a:rPr>
              <a:t>μGuapo</a:t>
            </a:r>
          </a:p>
        </p:txBody>
      </p:sp>
      <p:sp>
        <p:nvSpPr>
          <p:cNvPr id="13" name="">
            <a:extLst xmlns:a="http://schemas.openxmlformats.org/drawingml/2006/main">
              <a:ext uri="{FF2B5EF4-FFF2-40B4-BE49-F238E27FC236}">
                <a16:creationId xmlns:a16="http://schemas.microsoft.com/office/drawing/2014/main" id="{8FA439FE-7F76-4E19-8317-FD0B452B9AC8}"/>
              </a:ext>
            </a:extLst>
          </p:cNvPr>
          <p:cNvSpPr>
            <a:spLocks xmlns:a="http://schemas.openxmlformats.org/drawingml/2006/main" noGrp="1"/>
          </p:cNvSpPr>
          <p:nvPr/>
        </p:nvSpPr>
        <p:spPr>
          <a:xfrm xmlns:a="http://schemas.openxmlformats.org/drawingml/2006/main">
            <a:off x="762000" y="2209800"/>
            <a:ext cx="209550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162A0"/>
                </a:solidFill>
                <a:latin typeface="Arial"/>
                <a:ea typeface="Arial"/>
                <a:cs typeface="Arial"/>
              </a:defRPr>
            </a:pPr>
            <a:r>
              <a:rPr sz="1725" b="1">
                <a:solidFill>
                  <a:srgbClr val="2162A0"/>
                </a:solidFill>
                <a:latin typeface="Arial"/>
                <a:ea typeface="Arial"/>
                <a:cs typeface="Arial"/>
              </a:rPr>
              <a:t>μJoven</a:t>
            </a:r>
          </a:p>
        </p:txBody>
      </p:sp>
      <p:sp>
        <p:nvSpPr>
          <p:cNvPr id="14" name="">
            <a:extLst xmlns:a="http://schemas.openxmlformats.org/drawingml/2006/main">
              <a:ext uri="{FF2B5EF4-FFF2-40B4-BE49-F238E27FC236}">
                <a16:creationId xmlns:a16="http://schemas.microsoft.com/office/drawing/2014/main" id="{A7CD3E60-71DA-4DFB-BF6C-57ECAC9B10D4}"/>
              </a:ext>
            </a:extLst>
          </p:cNvPr>
          <p:cNvSpPr>
            <a:spLocks xmlns:a="http://schemas.openxmlformats.org/drawingml/2006/main" noGrp="1"/>
          </p:cNvSpPr>
          <p:nvPr/>
        </p:nvSpPr>
        <p:spPr>
          <a:xfrm xmlns:a="http://schemas.openxmlformats.org/drawingml/2006/main">
            <a:off x="904875" y="5286375"/>
            <a:ext cx="17145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0">
                <a:solidFill>
                  <a:srgbClr val="233746"/>
                </a:solidFill>
                <a:latin typeface="Arial"/>
                <a:ea typeface="Arial"/>
                <a:cs typeface="Arial"/>
              </a:defRPr>
            </a:pPr>
            <a:r>
              <a:rPr sz="1575" b="0">
                <a:solidFill>
                  <a:srgbClr val="233746"/>
                </a:solidFill>
                <a:latin typeface="Arial"/>
                <a:ea typeface="Arial"/>
                <a:cs typeface="Arial"/>
              </a:rPr>
              <a:t>(0, 0, 0)</a:t>
            </a:r>
          </a:p>
        </p:txBody>
      </p:sp>
      <p:sp>
        <p:nvSpPr>
          <p:cNvPr id="15" name="">
            <a:extLst xmlns:a="http://schemas.openxmlformats.org/drawingml/2006/main">
              <a:ext uri="{FF2B5EF4-FFF2-40B4-BE49-F238E27FC236}">
                <a16:creationId xmlns:a16="http://schemas.microsoft.com/office/drawing/2014/main" id="{067B3750-48A5-40A6-BD04-EA32082F3404}"/>
              </a:ext>
            </a:extLst>
          </p:cNvPr>
          <p:cNvSpPr>
            <a:spLocks xmlns:a="http://schemas.openxmlformats.org/drawingml/2006/main" noGrp="1"/>
          </p:cNvSpPr>
          <p:nvPr/>
        </p:nvSpPr>
        <p:spPr>
          <a:xfrm xmlns:a="http://schemas.openxmlformats.org/drawingml/2006/main">
            <a:off x="6477000" y="2266950"/>
            <a:ext cx="4953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Un punto = el perfil de Ana</a:t>
            </a:r>
          </a:p>
        </p:txBody>
      </p:sp>
      <p:sp>
        <p:nvSpPr>
          <p:cNvPr id="16" name="">
            <a:extLst xmlns:a="http://schemas.openxmlformats.org/drawingml/2006/main">
              <a:ext uri="{FF2B5EF4-FFF2-40B4-BE49-F238E27FC236}">
                <a16:creationId xmlns:a16="http://schemas.microsoft.com/office/drawing/2014/main" id="{546C8436-F11D-4905-8230-6696C72A2C8A}"/>
              </a:ext>
            </a:extLst>
          </p:cNvPr>
          <p:cNvSpPr>
            <a:spLocks xmlns:a="http://schemas.openxmlformats.org/drawingml/2006/main" noGrp="1"/>
          </p:cNvSpPr>
          <p:nvPr/>
        </p:nvSpPr>
        <p:spPr>
          <a:xfrm xmlns:a="http://schemas.openxmlformats.org/drawingml/2006/main">
            <a:off x="6477000" y="2781300"/>
            <a:ext cx="4953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(μAlto(Ana), μGuapo(Ana),</a:t>
            </a:r>
          </a:p>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μJoven(Ana))</a:t>
            </a:r>
          </a:p>
        </p:txBody>
      </p:sp>
      <p:sp>
        <p:nvSpPr>
          <p:cNvPr id="17" name="">
            <a:extLst xmlns:a="http://schemas.openxmlformats.org/drawingml/2006/main">
              <a:ext uri="{FF2B5EF4-FFF2-40B4-BE49-F238E27FC236}">
                <a16:creationId xmlns:a16="http://schemas.microsoft.com/office/drawing/2014/main" id="{72AE05CB-C659-4805-9A2E-3D3DEA85F741}"/>
              </a:ext>
            </a:extLst>
          </p:cNvPr>
          <p:cNvSpPr>
            <a:spLocks xmlns:a="http://schemas.openxmlformats.org/drawingml/2006/main" noGrp="1"/>
          </p:cNvSpPr>
          <p:nvPr/>
        </p:nvSpPr>
        <p:spPr>
          <a:xfrm xmlns:a="http://schemas.openxmlformats.org/drawingml/2006/main">
            <a:off x="6477000" y="375285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Crisp: 0 o 1 en cada concepto</a:t>
            </a:r>
          </a:p>
        </p:txBody>
      </p:sp>
      <p:sp>
        <p:nvSpPr>
          <p:cNvPr id="18" name="">
            <a:extLst xmlns:a="http://schemas.openxmlformats.org/drawingml/2006/main">
              <a:ext uri="{FF2B5EF4-FFF2-40B4-BE49-F238E27FC236}">
                <a16:creationId xmlns:a16="http://schemas.microsoft.com/office/drawing/2014/main" id="{EB7AB1E9-2F3E-4BE4-92C4-6A5E5C0B1351}"/>
              </a:ext>
            </a:extLst>
          </p:cNvPr>
          <p:cNvSpPr>
            <a:spLocks xmlns:a="http://schemas.openxmlformats.org/drawingml/2006/main" noGrp="1"/>
          </p:cNvSpPr>
          <p:nvPr/>
        </p:nvSpPr>
        <p:spPr>
          <a:xfrm xmlns:a="http://schemas.openxmlformats.org/drawingml/2006/main">
            <a:off x="6477000" y="4219575"/>
            <a:ext cx="4953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Los 8 vértices son perfiles de sí/no.</a:t>
            </a:r>
          </a:p>
        </p:txBody>
      </p:sp>
      <p:sp>
        <p:nvSpPr>
          <p:cNvPr id="19" name="">
            <a:extLst xmlns:a="http://schemas.openxmlformats.org/drawingml/2006/main">
              <a:ext uri="{FF2B5EF4-FFF2-40B4-BE49-F238E27FC236}">
                <a16:creationId xmlns:a16="http://schemas.microsoft.com/office/drawing/2014/main" id="{A49AC018-579B-4891-95BA-D3A02C1E0BA6}"/>
              </a:ext>
            </a:extLst>
          </p:cNvPr>
          <p:cNvSpPr>
            <a:spLocks xmlns:a="http://schemas.openxmlformats.org/drawingml/2006/main" noGrp="1"/>
          </p:cNvSpPr>
          <p:nvPr/>
        </p:nvSpPr>
        <p:spPr>
          <a:xfrm xmlns:a="http://schemas.openxmlformats.org/drawingml/2006/main">
            <a:off x="6477000" y="4838700"/>
            <a:ext cx="500062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Fuzzy: también grados intermedios</a:t>
            </a:r>
          </a:p>
        </p:txBody>
      </p:sp>
      <p:sp>
        <p:nvSpPr>
          <p:cNvPr id="20" name="">
            <a:extLst xmlns:a="http://schemas.openxmlformats.org/drawingml/2006/main">
              <a:ext uri="{FF2B5EF4-FFF2-40B4-BE49-F238E27FC236}">
                <a16:creationId xmlns:a16="http://schemas.microsoft.com/office/drawing/2014/main" id="{160C9702-0FF0-40B0-B894-4D5CEC63C28F}"/>
              </a:ext>
            </a:extLst>
          </p:cNvPr>
          <p:cNvSpPr>
            <a:spLocks xmlns:a="http://schemas.openxmlformats.org/drawingml/2006/main" noGrp="1"/>
          </p:cNvSpPr>
          <p:nvPr/>
        </p:nvSpPr>
        <p:spPr>
          <a:xfrm xmlns:a="http://schemas.openxmlformats.org/drawingml/2006/main">
            <a:off x="6477000" y="5305425"/>
            <a:ext cx="49530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Ejemplo de perfil: (0,8; 0,3; 0,6).</a:t>
            </a:r>
          </a:p>
        </p:txBody>
      </p:sp>
      <p:sp>
        <p:nvSpPr>
          <p:cNvPr id="21" name="">
            <a:extLst xmlns:a="http://schemas.openxmlformats.org/drawingml/2006/main">
              <a:ext uri="{FF2B5EF4-FFF2-40B4-BE49-F238E27FC236}">
                <a16:creationId xmlns:a16="http://schemas.microsoft.com/office/drawing/2014/main" id="{7779A50E-9F3B-419A-8145-0F648C81608D}"/>
              </a:ext>
            </a:extLst>
          </p:cNvPr>
          <p:cNvSpPr>
            <a:spLocks xmlns:a="http://schemas.openxmlformats.org/drawingml/2006/main" noGrp="1"/>
          </p:cNvSpPr>
          <p:nvPr/>
        </p:nvSpPr>
        <p:spPr>
          <a:xfrm xmlns:a="http://schemas.openxmlformats.org/drawingml/2006/main">
            <a:off x="762000" y="5943600"/>
            <a:ext cx="1071562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Centro (0,5; 0,5; 0,5): máxima difusidad en los tres conceptos.</a:t>
            </a:r>
          </a:p>
        </p:txBody>
      </p:sp>
      <p:sp>
        <p:nvSpPr>
          <p:cNvPr id="22" name="">
            <a:extLst xmlns:a="http://schemas.openxmlformats.org/drawingml/2006/main">
              <a:ext uri="{FF2B5EF4-FFF2-40B4-BE49-F238E27FC236}">
                <a16:creationId xmlns:a16="http://schemas.microsoft.com/office/drawing/2014/main" id="{E4A9B223-F4E0-47AF-9A25-789FA160AE6E}"/>
              </a:ext>
            </a:extLst>
          </p:cNvPr>
          <p:cNvSpPr>
            <a:spLocks xmlns:a="http://schemas.openxmlformats.org/drawingml/2006/main" noGrp="1"/>
          </p:cNvSpPr>
          <p:nvPr/>
        </p:nvSpPr>
        <p:spPr>
          <a:xfrm xmlns:a="http://schemas.openxmlformats.org/drawingml/2006/main">
            <a:off x="762000" y="6372225"/>
            <a:ext cx="10668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0">
                <a:solidFill>
                  <a:srgbClr val="233746"/>
                </a:solidFill>
                <a:latin typeface="Arial"/>
                <a:ea typeface="Arial"/>
                <a:cs typeface="Arial"/>
              </a:defRPr>
            </a:pPr>
            <a:r>
              <a:rPr sz="1575" b="0">
                <a:solidFill>
                  <a:srgbClr val="233746"/>
                </a:solidFill>
                <a:latin typeface="Arial"/>
                <a:ea typeface="Arial"/>
                <a:cs typeface="Arial"/>
              </a:rPr>
              <a:t>Son grados de pertenencia: no tienen que sumar 1.</a:t>
            </a:r>
          </a:p>
        </p:txBody>
      </p:sp>
      <p:sp>
        <p:nvSpPr>
          <p:cNvPr id="24" name="">
            <a:extLst xmlns:a="http://schemas.openxmlformats.org/drawingml/2006/main">
              <a:ext uri="{FF2B5EF4-FFF2-40B4-BE49-F238E27FC236}">
                <a16:creationId xmlns:a16="http://schemas.microsoft.com/office/drawing/2014/main" id="{A7E58D56-1EB0-478A-8497-B5DDF8101AD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5" name="">
            <a:extLst xmlns:a="http://schemas.openxmlformats.org/drawingml/2006/main">
              <a:ext uri="{FF2B5EF4-FFF2-40B4-BE49-F238E27FC236}">
                <a16:creationId xmlns:a16="http://schemas.microsoft.com/office/drawing/2014/main" id="{3F9E6995-51D1-4A74-B5E2-841559C122B7}"/>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Dos vasos: probabilidad y pertenencia fuzzy</a:t>
            </a:r>
          </a:p>
        </p:txBody>
      </p:sp>
      <p:sp>
        <p:nvSpPr>
          <p:cNvPr id="9" name="">
            <a:extLst xmlns:a="http://schemas.openxmlformats.org/drawingml/2006/main">
              <a:ext uri="{FF2B5EF4-FFF2-40B4-BE49-F238E27FC236}">
                <a16:creationId xmlns:a16="http://schemas.microsoft.com/office/drawing/2014/main" id="{FA1F9CC6-D118-45CD-82C3-BCE88A141E8E}"/>
              </a:ext>
            </a:extLst>
          </p:cNvPr>
          <p:cNvSpPr>
            <a:spLocks xmlns:a="http://schemas.openxmlformats.org/drawingml/2006/main" noGrp="1"/>
          </p:cNvSpPr>
          <p:nvPr/>
        </p:nvSpPr>
        <p:spPr>
          <a:xfrm xmlns:a="http://schemas.openxmlformats.org/drawingml/2006/main">
            <a:off x="762000" y="1476375"/>
            <a:ext cx="5048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2162A0"/>
                </a:solidFill>
                <a:latin typeface="Arial"/>
                <a:ea typeface="Arial"/>
                <a:cs typeface="Arial"/>
              </a:defRPr>
            </a:pPr>
            <a:r>
              <a:rPr sz="2250" b="1">
                <a:solidFill>
                  <a:srgbClr val="2162A0"/>
                </a:solidFill>
                <a:latin typeface="Arial"/>
                <a:ea typeface="Arial"/>
                <a:cs typeface="Arial"/>
              </a:rPr>
              <a:t>Vaso A: probabilidad</a:t>
            </a:r>
          </a:p>
        </p:txBody>
      </p:sp>
      <p:sp>
        <p:nvSpPr>
          <p:cNvPr id="10" name="">
            <a:extLst xmlns:a="http://schemas.openxmlformats.org/drawingml/2006/main">
              <a:ext uri="{FF2B5EF4-FFF2-40B4-BE49-F238E27FC236}">
                <a16:creationId xmlns:a16="http://schemas.microsoft.com/office/drawing/2014/main" id="{60B7937A-B70F-49C7-9127-3715E8AE8093}"/>
              </a:ext>
            </a:extLst>
          </p:cNvPr>
          <p:cNvSpPr>
            <a:spLocks xmlns:a="http://schemas.openxmlformats.org/drawingml/2006/main" noGrp="1"/>
          </p:cNvSpPr>
          <p:nvPr/>
        </p:nvSpPr>
        <p:spPr>
          <a:xfrm xmlns:a="http://schemas.openxmlformats.org/drawingml/2006/main">
            <a:off x="6381750" y="1476375"/>
            <a:ext cx="5143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Vaso B: pertenencia fuzzy</a:t>
            </a:r>
          </a:p>
        </p:txBody>
      </p:sp>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c7a787100f7843b0"/>
          <a:srcRect xmlns:a="http://schemas.openxmlformats.org/drawingml/2006/main" l="0" t="12289" r="0" b="12289"/>
          <a:stretch xmlns:a="http://schemas.openxmlformats.org/drawingml/2006/main">
            <a:fillRect l="0" t="0" r="0" b="0"/>
          </a:stretch>
        </p:blipFill>
        <p:spPr>
          <a:xfrm xmlns:a="http://schemas.openxmlformats.org/drawingml/2006/main">
            <a:off x="1333500" y="1828800"/>
            <a:ext cx="9525000" cy="2476500"/>
          </a:xfrm>
          <a:prstGeom xmlns:a="http://schemas.openxmlformats.org/drawingml/2006/main" prst="rect">
            <a:avLst/>
          </a:prstGeom>
        </p:spPr>
      </p:pic>
      <p:sp>
        <p:nvSpPr>
          <p:cNvPr id="12" name="">
            <a:extLst xmlns:a="http://schemas.openxmlformats.org/drawingml/2006/main">
              <a:ext uri="{FF2B5EF4-FFF2-40B4-BE49-F238E27FC236}">
                <a16:creationId xmlns:a16="http://schemas.microsoft.com/office/drawing/2014/main" id="{7781B77C-8C0B-47FD-9F48-408B9075221E}"/>
              </a:ext>
            </a:extLst>
          </p:cNvPr>
          <p:cNvSpPr>
            <a:spLocks xmlns:a="http://schemas.openxmlformats.org/drawingml/2006/main" noGrp="1"/>
          </p:cNvSpPr>
          <p:nvPr/>
        </p:nvSpPr>
        <p:spPr>
          <a:xfrm xmlns:a="http://schemas.openxmlformats.org/drawingml/2006/main">
            <a:off x="762000" y="4333875"/>
            <a:ext cx="51435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95 % de probabilidad de estar sano</a:t>
            </a:r>
          </a:p>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5 % de estar envenenado</a:t>
            </a:r>
          </a:p>
        </p:txBody>
      </p:sp>
      <p:sp>
        <p:nvSpPr>
          <p:cNvPr id="13" name="">
            <a:extLst xmlns:a="http://schemas.openxmlformats.org/drawingml/2006/main">
              <a:ext uri="{FF2B5EF4-FFF2-40B4-BE49-F238E27FC236}">
                <a16:creationId xmlns:a16="http://schemas.microsoft.com/office/drawing/2014/main" id="{1FC15B68-C7DB-4B35-A97E-5C93B443D6BE}"/>
              </a:ext>
            </a:extLst>
          </p:cNvPr>
          <p:cNvSpPr>
            <a:spLocks xmlns:a="http://schemas.openxmlformats.org/drawingml/2006/main" noGrp="1"/>
          </p:cNvSpPr>
          <p:nvPr/>
        </p:nvSpPr>
        <p:spPr>
          <a:xfrm xmlns:a="http://schemas.openxmlformats.org/drawingml/2006/main">
            <a:off x="6381750" y="4333875"/>
            <a:ext cx="5143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Pertenencia a «bueno»: 0,95</a:t>
            </a:r>
          </a:p>
        </p:txBody>
      </p:sp>
      <p:sp>
        <p:nvSpPr>
          <p:cNvPr id="14" name="">
            <a:extLst xmlns:a="http://schemas.openxmlformats.org/drawingml/2006/main">
              <a:ext uri="{FF2B5EF4-FFF2-40B4-BE49-F238E27FC236}">
                <a16:creationId xmlns:a16="http://schemas.microsoft.com/office/drawing/2014/main" id="{991B3A71-5AAD-4F9D-B420-CFE39B7681BA}"/>
              </a:ext>
            </a:extLst>
          </p:cNvPr>
          <p:cNvSpPr>
            <a:spLocks xmlns:a="http://schemas.openxmlformats.org/drawingml/2006/main" noGrp="1"/>
          </p:cNvSpPr>
          <p:nvPr/>
        </p:nvSpPr>
        <p:spPr>
          <a:xfrm xmlns:a="http://schemas.openxmlformats.org/drawingml/2006/main">
            <a:off x="762000" y="5114925"/>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No sabemos si está sano o envenenado.</a:t>
            </a:r>
          </a:p>
        </p:txBody>
      </p:sp>
      <p:sp>
        <p:nvSpPr>
          <p:cNvPr id="15" name="">
            <a:extLst xmlns:a="http://schemas.openxmlformats.org/drawingml/2006/main">
              <a:ext uri="{FF2B5EF4-FFF2-40B4-BE49-F238E27FC236}">
                <a16:creationId xmlns:a16="http://schemas.microsoft.com/office/drawing/2014/main" id="{94250CDD-6629-40C8-AD1B-3C9300B022FB}"/>
              </a:ext>
            </a:extLst>
          </p:cNvPr>
          <p:cNvSpPr>
            <a:spLocks xmlns:a="http://schemas.openxmlformats.org/drawingml/2006/main" noGrp="1"/>
          </p:cNvSpPr>
          <p:nvPr/>
        </p:nvSpPr>
        <p:spPr>
          <a:xfrm xmlns:a="http://schemas.openxmlformats.org/drawingml/2006/main">
            <a:off x="6381750" y="5114925"/>
            <a:ext cx="51435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Grado de «bueno», no probabilidad.</a:t>
            </a:r>
          </a:p>
        </p:txBody>
      </p:sp>
      <p:sp>
        <p:nvSpPr>
          <p:cNvPr id="16" name="">
            <a:extLst xmlns:a="http://schemas.openxmlformats.org/drawingml/2006/main">
              <a:ext uri="{FF2B5EF4-FFF2-40B4-BE49-F238E27FC236}">
                <a16:creationId xmlns:a16="http://schemas.microsoft.com/office/drawing/2014/main" id="{685EBD34-4928-4C9B-B00C-99A1BAE2A9AD}"/>
              </a:ext>
            </a:extLst>
          </p:cNvPr>
          <p:cNvSpPr>
            <a:spLocks xmlns:a="http://schemas.openxmlformats.org/drawingml/2006/main" noGrp="1"/>
          </p:cNvSpPr>
          <p:nvPr/>
        </p:nvSpPr>
        <p:spPr>
          <a:xfrm xmlns:a="http://schemas.openxmlformats.org/drawingml/2006/main">
            <a:off x="762000" y="55054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33746"/>
                </a:solidFill>
                <a:latin typeface="Arial"/>
                <a:ea typeface="Arial"/>
                <a:cs typeface="Arial"/>
              </a:defRPr>
            </a:pPr>
            <a:r>
              <a:rPr sz="1725" b="1">
                <a:solidFill>
                  <a:srgbClr val="233746"/>
                </a:solidFill>
                <a:latin typeface="Arial"/>
                <a:ea typeface="Arial"/>
                <a:cs typeface="Arial"/>
              </a:rPr>
              <a:t>Al analizarlo, resolvemos la duda:</a:t>
            </a:r>
          </a:p>
          <a:p xmlns:a="http://schemas.openxmlformats.org/drawingml/2006/main">
            <a:pPr>
              <a:buNone/>
              <a:defRPr sz="1725" b="1">
                <a:solidFill>
                  <a:srgbClr val="233746"/>
                </a:solidFill>
                <a:latin typeface="Arial"/>
                <a:ea typeface="Arial"/>
                <a:cs typeface="Arial"/>
              </a:defRPr>
            </a:pPr>
            <a:r>
              <a:rPr sz="1725" b="1">
                <a:solidFill>
                  <a:srgbClr val="233746"/>
                </a:solidFill>
                <a:latin typeface="Arial"/>
                <a:ea typeface="Arial"/>
                <a:cs typeface="Arial"/>
              </a:rPr>
              <a:t>está sano o está envenenado.</a:t>
            </a:r>
          </a:p>
        </p:txBody>
      </p:sp>
      <p:sp>
        <p:nvSpPr>
          <p:cNvPr id="17" name="">
            <a:extLst xmlns:a="http://schemas.openxmlformats.org/drawingml/2006/main">
              <a:ext uri="{FF2B5EF4-FFF2-40B4-BE49-F238E27FC236}">
                <a16:creationId xmlns:a16="http://schemas.microsoft.com/office/drawing/2014/main" id="{42040B7B-DDE5-472A-B999-DE8157BE7226}"/>
              </a:ext>
            </a:extLst>
          </p:cNvPr>
          <p:cNvSpPr>
            <a:spLocks xmlns:a="http://schemas.openxmlformats.org/drawingml/2006/main" noGrp="1"/>
          </p:cNvSpPr>
          <p:nvPr/>
        </p:nvSpPr>
        <p:spPr>
          <a:xfrm xmlns:a="http://schemas.openxmlformats.org/drawingml/2006/main">
            <a:off x="6381750" y="5505450"/>
            <a:ext cx="5143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233746"/>
                </a:solidFill>
                <a:latin typeface="Arial"/>
                <a:ea typeface="Arial"/>
                <a:cs typeface="Arial"/>
              </a:defRPr>
            </a:pPr>
            <a:r>
              <a:rPr sz="1725" b="1">
                <a:solidFill>
                  <a:srgbClr val="233746"/>
                </a:solidFill>
                <a:latin typeface="Arial"/>
                <a:ea typeface="Arial"/>
                <a:cs typeface="Arial"/>
              </a:rPr>
              <a:t>Al conocerlo, la pertenencia puede</a:t>
            </a:r>
          </a:p>
          <a:p xmlns:a="http://schemas.openxmlformats.org/drawingml/2006/main">
            <a:pPr>
              <a:buNone/>
              <a:defRPr sz="1725" b="1">
                <a:solidFill>
                  <a:srgbClr val="233746"/>
                </a:solidFill>
                <a:latin typeface="Arial"/>
                <a:ea typeface="Arial"/>
                <a:cs typeface="Arial"/>
              </a:defRPr>
            </a:pPr>
            <a:r>
              <a:rPr sz="1725" b="1">
                <a:solidFill>
                  <a:srgbClr val="233746"/>
                </a:solidFill>
                <a:latin typeface="Arial"/>
                <a:ea typeface="Arial"/>
                <a:cs typeface="Arial"/>
              </a:rPr>
              <a:t>seguir siendo 0,95: el criterio es gradual.</a:t>
            </a:r>
          </a:p>
        </p:txBody>
      </p:sp>
      <p:sp>
        <p:nvSpPr>
          <p:cNvPr id="18" name="">
            <a:extLst xmlns:a="http://schemas.openxmlformats.org/drawingml/2006/main">
              <a:ext uri="{FF2B5EF4-FFF2-40B4-BE49-F238E27FC236}">
                <a16:creationId xmlns:a16="http://schemas.microsoft.com/office/drawing/2014/main" id="{D4ABE310-DD53-4304-93AA-D52FFEA1E45C}"/>
              </a:ext>
            </a:extLst>
          </p:cNvPr>
          <p:cNvSpPr>
            <a:spLocks xmlns:a="http://schemas.openxmlformats.org/drawingml/2006/main" noGrp="1"/>
          </p:cNvSpPr>
          <p:nvPr/>
        </p:nvSpPr>
        <p:spPr>
          <a:xfrm xmlns:a="http://schemas.openxmlformats.org/drawingml/2006/main">
            <a:off x="762000" y="6257925"/>
            <a:ext cx="10763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233746"/>
                </a:solidFill>
                <a:latin typeface="Arial"/>
                <a:ea typeface="Arial"/>
                <a:cs typeface="Arial"/>
              </a:defRPr>
            </a:pPr>
            <a:r>
              <a:rPr sz="1425" b="0">
                <a:solidFill>
                  <a:srgbClr val="233746"/>
                </a:solidFill>
                <a:latin typeface="Arial"/>
                <a:ea typeface="Arial"/>
                <a:cs typeface="Arial"/>
              </a:rPr>
              <a:t>0,95 fuzzy no significa «95 % agua y 5 % veneno» ni garantiza que sea seguro beberlo.</a:t>
            </a:r>
          </a:p>
        </p:txBody>
      </p:sp>
      <p:sp>
        <p:nvSpPr>
          <p:cNvPr id="20" name="">
            <a:extLst xmlns:a="http://schemas.openxmlformats.org/drawingml/2006/main">
              <a:ext uri="{FF2B5EF4-FFF2-40B4-BE49-F238E27FC236}">
                <a16:creationId xmlns:a16="http://schemas.microsoft.com/office/drawing/2014/main" id="{22CCD9AE-3E8C-40CA-BB55-5E0AEA052D8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1" name="">
            <a:extLst xmlns:a="http://schemas.openxmlformats.org/drawingml/2006/main">
              <a:ext uri="{FF2B5EF4-FFF2-40B4-BE49-F238E27FC236}">
                <a16:creationId xmlns:a16="http://schemas.microsoft.com/office/drawing/2014/main" id="{34B800A7-1A7D-49AD-BB6D-1BD77F76ADC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¿Qué fuentes de incertidumbre aborda fuzzy?</a:t>
            </a:r>
          </a:p>
        </p:txBody>
      </p:sp>
      <p:graphicFrame>
        <p:nvGraphicFramePr>
          <p:cNvPr id="21" name=""/>
          <p:cNvGraphicFramePr/>
          <p:nvPr/>
        </p:nvGraphicFramePr>
        <p:xfrm>
          <a:off xmlns:a="http://schemas.openxmlformats.org/drawingml/2006/main" x="762000" y="1638300"/>
          <a:ext xmlns:a="http://schemas.openxmlformats.org/drawingml/2006/main" cx="10668000" cy="3943350"/>
        </p:xfrm>
        <a:graphic xmlns:a="http://schemas.openxmlformats.org/drawingml/2006/main">
          <a:graphicData uri="http://schemas.openxmlformats.org/drawingml/2006/table">
            <a:tbl>
              <a:tblPr/>
              <a:tblGrid>
                <a:gridCol w="3476625"/>
                <a:gridCol w="7191375"/>
              </a:tblGrid>
              <a:tr h="552450">
                <a:tc>
                  <a:txBody>
                    <a:bodyPr lIns="133350" tIns="95250" rIns="133350" bIns="95250"/>
                    <a:lstStyle/>
                    <a:p>
                      <a:r>
                        <a:rPr sz="2025" b="1">
                          <a:solidFill>
                            <a:srgbClr val="FFFFFF"/>
                          </a:solidFill>
                          <a:latin typeface="Arial"/>
                          <a:ea typeface="Arial"/>
                          <a:cs typeface="Arial"/>
                        </a:rPr>
                        <a:t>Fuente de incertidumbre</a:t>
                      </a:r>
                    </a:p>
                  </a:txBody>
                  <a:tcPr marL="91440" marR="91440" marT="45720" marB="45720" anchor="ctr">
                    <a:solidFill>
                      <a:srgbClr val="D96B18"/>
                    </a:solidFill>
                  </a:tcPr>
                </a:tc>
                <a:tc>
                  <a:txBody>
                    <a:bodyPr lIns="133350" tIns="95250" rIns="133350" bIns="95250"/>
                    <a:lstStyle/>
                    <a:p>
                      <a:r>
                        <a:rPr sz="2025" b="1">
                          <a:solidFill>
                            <a:srgbClr val="FFFFFF"/>
                          </a:solidFill>
                          <a:latin typeface="Arial"/>
                          <a:ea typeface="Arial"/>
                          <a:cs typeface="Arial"/>
                        </a:rPr>
                        <a:t>¿Qué aporta fuzzy?</a:t>
                      </a:r>
                    </a:p>
                  </a:txBody>
                  <a:tcPr marL="91440" marR="91440" marT="45720" marB="45720" anchor="ctr">
                    <a:solidFill>
                      <a:srgbClr val="D96B18"/>
                    </a:solidFill>
                  </a:tcPr>
                </a:tc>
              </a:tr>
              <a:tr h="847725">
                <a:tc>
                  <a:txBody>
                    <a:bodyPr lIns="133350" tIns="95250" rIns="133350" bIns="95250"/>
                    <a:lstStyle/>
                    <a:p>
                      <a:r>
                        <a:rPr sz="1875" b="1">
                          <a:solidFill>
                            <a:srgbClr val="233746"/>
                          </a:solidFill>
                          <a:latin typeface="Arial"/>
                          <a:ea typeface="Arial"/>
                          <a:cs typeface="Arial"/>
                        </a:rPr>
                        <a:t>Vaguedad del lenguaje</a:t>
                      </a:r>
                    </a:p>
                    <a:p>
                      <a:r>
                        <a:rPr sz="1875" b="1">
                          <a:solidFill>
                            <a:srgbClr val="233746"/>
                          </a:solidFill>
                          <a:latin typeface="Arial"/>
                          <a:ea typeface="Arial"/>
                          <a:cs typeface="Arial"/>
                        </a:rPr>
                        <a:t>(no aleatoria)</a:t>
                      </a:r>
                    </a:p>
                  </a:txBody>
                  <a:tcPr marL="91440" marR="91440" marT="45720" marB="45720" anchor="ctr">
                    <a:solidFill>
                      <a:srgbClr val="FFF3E8"/>
                    </a:solidFill>
                  </a:tcPr>
                </a:tc>
                <a:tc>
                  <a:txBody>
                    <a:bodyPr lIns="133350" tIns="95250" rIns="133350" bIns="95250"/>
                    <a:lstStyle/>
                    <a:p>
                      <a:r>
                        <a:rPr sz="1875" b="0">
                          <a:solidFill>
                            <a:srgbClr val="233746"/>
                          </a:solidFill>
                          <a:latin typeface="Arial"/>
                          <a:ea typeface="Arial"/>
                          <a:cs typeface="Arial"/>
                        </a:rPr>
                        <a:t>«Temperatura agradable»: representamos</a:t>
                      </a:r>
                    </a:p>
                    <a:p>
                      <a:r>
                        <a:rPr sz="1875" b="0">
                          <a:solidFill>
                            <a:srgbClr val="233746"/>
                          </a:solidFill>
                          <a:latin typeface="Arial"/>
                          <a:ea typeface="Arial"/>
                          <a:cs typeface="Arial"/>
                        </a:rPr>
                        <a:t>su vaguedad con grados de pertenencia.</a:t>
                      </a:r>
                    </a:p>
                  </a:txBody>
                  <a:tcPr marL="91440" marR="91440" marT="45720" marB="45720" anchor="ctr">
                    <a:solidFill>
                      <a:srgbClr val="FFF3E8"/>
                    </a:solidFill>
                  </a:tcPr>
                </a:tc>
              </a:tr>
              <a:tr h="847725">
                <a:tc>
                  <a:txBody>
                    <a:bodyPr lIns="133350" tIns="95250" rIns="133350" bIns="95250"/>
                    <a:lstStyle/>
                    <a:p>
                      <a:r>
                        <a:rPr sz="1875" b="1">
                          <a:solidFill>
                            <a:srgbClr val="233746"/>
                          </a:solidFill>
                          <a:latin typeface="Arial"/>
                          <a:ea typeface="Arial"/>
                          <a:cs typeface="Arial"/>
                        </a:rPr>
                        <a:t>Aleatoriedad</a:t>
                      </a:r>
                    </a:p>
                    <a:p>
                      <a:r>
                        <a:rPr sz="1875" b="1">
                          <a:solidFill>
                            <a:srgbClr val="233746"/>
                          </a:solidFill>
                          <a:latin typeface="Arial"/>
                          <a:ea typeface="Arial"/>
                          <a:cs typeface="Arial"/>
                        </a:rPr>
                        <a:t>Ruido en un sensor</a:t>
                      </a:r>
                    </a:p>
                  </a:txBody>
                  <a:tcPr marL="91440" marR="91440" marT="45720" marB="45720" anchor="ctr">
                    <a:solidFill>
                      <a:srgbClr val="FFFFFF"/>
                    </a:solidFill>
                  </a:tcPr>
                </a:tc>
                <a:tc>
                  <a:txBody>
                    <a:bodyPr lIns="133350" tIns="95250" rIns="133350" bIns="95250"/>
                    <a:lstStyle/>
                    <a:p>
                      <a:r>
                        <a:rPr sz="1875" b="0">
                          <a:solidFill>
                            <a:srgbClr val="233746"/>
                          </a:solidFill>
                          <a:latin typeface="Arial"/>
                          <a:ea typeface="Arial"/>
                          <a:cs typeface="Arial"/>
                        </a:rPr>
                        <a:t>La probabilidad modela el ruido aleatorio.</a:t>
                      </a:r>
                    </a:p>
                    <a:p>
                      <a:r>
                        <a:rPr sz="1875" b="0">
                          <a:solidFill>
                            <a:srgbClr val="233746"/>
                          </a:solidFill>
                          <a:latin typeface="Arial"/>
                          <a:ea typeface="Arial"/>
                          <a:cs typeface="Arial"/>
                        </a:rPr>
                        <a:t>Puede combinarse con un sistema fuzzy.</a:t>
                      </a:r>
                    </a:p>
                  </a:txBody>
                  <a:tcPr marL="91440" marR="91440" marT="45720" marB="45720" anchor="ctr">
                    <a:solidFill>
                      <a:srgbClr val="FFFFFF"/>
                    </a:solidFill>
                  </a:tcPr>
                </a:tc>
              </a:tr>
              <a:tr h="847725">
                <a:tc>
                  <a:txBody>
                    <a:bodyPr lIns="133350" tIns="95250" rIns="133350" bIns="95250"/>
                    <a:lstStyle/>
                    <a:p>
                      <a:r>
                        <a:rPr sz="1875" b="1">
                          <a:solidFill>
                            <a:srgbClr val="233746"/>
                          </a:solidFill>
                          <a:latin typeface="Arial"/>
                          <a:ea typeface="Arial"/>
                          <a:cs typeface="Arial"/>
                        </a:rPr>
                        <a:t>Complejidad</a:t>
                      </a:r>
                    </a:p>
                    <a:p>
                      <a:r>
                        <a:rPr sz="1875" b="1">
                          <a:solidFill>
                            <a:srgbClr val="233746"/>
                          </a:solidFill>
                          <a:latin typeface="Arial"/>
                          <a:ea typeface="Arial"/>
                          <a:cs typeface="Arial"/>
                        </a:rPr>
                        <a:t>Sin una ecuación manejable</a:t>
                      </a:r>
                    </a:p>
                  </a:txBody>
                  <a:tcPr marL="91440" marR="91440" marT="45720" marB="45720" anchor="ctr">
                    <a:solidFill>
                      <a:srgbClr val="FFF3E8"/>
                    </a:solidFill>
                  </a:tcPr>
                </a:tc>
                <a:tc>
                  <a:txBody>
                    <a:bodyPr lIns="133350" tIns="95250" rIns="133350" bIns="95250"/>
                    <a:lstStyle/>
                    <a:p>
                      <a:r>
                        <a:rPr sz="1875" b="0">
                          <a:solidFill>
                            <a:srgbClr val="233746"/>
                          </a:solidFill>
                          <a:latin typeface="Arial"/>
                          <a:ea typeface="Arial"/>
                          <a:cs typeface="Arial"/>
                        </a:rPr>
                        <a:t>Aproxima el comportamiento usando</a:t>
                      </a:r>
                    </a:p>
                    <a:p>
                      <a:r>
                        <a:rPr sz="1875" b="0">
                          <a:solidFill>
                            <a:srgbClr val="233746"/>
                          </a:solidFill>
                          <a:latin typeface="Arial"/>
                          <a:ea typeface="Arial"/>
                          <a:cs typeface="Arial"/>
                        </a:rPr>
                        <a:t>reglas de expertos o datos disponibles.</a:t>
                      </a:r>
                    </a:p>
                  </a:txBody>
                  <a:tcPr marL="91440" marR="91440" marT="45720" marB="45720" anchor="ctr">
                    <a:solidFill>
                      <a:srgbClr val="FFF3E8"/>
                    </a:solidFill>
                  </a:tcPr>
                </a:tc>
              </a:tr>
              <a:tr h="847725">
                <a:tc>
                  <a:txBody>
                    <a:bodyPr lIns="133350" tIns="95250" rIns="133350" bIns="95250"/>
                    <a:lstStyle/>
                    <a:p>
                      <a:r>
                        <a:rPr sz="1875" b="1">
                          <a:solidFill>
                            <a:srgbClr val="233746"/>
                          </a:solidFill>
                          <a:latin typeface="Arial"/>
                          <a:ea typeface="Arial"/>
                          <a:cs typeface="Arial"/>
                        </a:rPr>
                        <a:t>Ignorancia o falta de conocimiento</a:t>
                      </a:r>
                    </a:p>
                  </a:txBody>
                  <a:tcPr marL="91440" marR="91440" marT="45720" marB="45720" anchor="ctr">
                    <a:solidFill>
                      <a:srgbClr val="FFFFFF"/>
                    </a:solidFill>
                  </a:tcPr>
                </a:tc>
                <a:tc>
                  <a:txBody>
                    <a:bodyPr lIns="133350" tIns="95250" rIns="133350" bIns="95250"/>
                    <a:lstStyle/>
                    <a:p>
                      <a:r>
                        <a:rPr sz="1875" b="0">
                          <a:solidFill>
                            <a:srgbClr val="233746"/>
                          </a:solidFill>
                          <a:latin typeface="Arial"/>
                          <a:ea typeface="Arial"/>
                          <a:cs typeface="Arial"/>
                        </a:rPr>
                        <a:t>Aprovecha lo que sí sabemos, pero necesita</a:t>
                      </a:r>
                    </a:p>
                    <a:p>
                      <a:r>
                        <a:rPr sz="1875" b="0">
                          <a:solidFill>
                            <a:srgbClr val="233746"/>
                          </a:solidFill>
                          <a:latin typeface="Arial"/>
                          <a:ea typeface="Arial"/>
                          <a:cs typeface="Arial"/>
                        </a:rPr>
                        <a:t>información para construir las reglas.</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9CA84916-0712-4F03-8F31-B414E13FF8C8}"/>
              </a:ext>
            </a:extLst>
          </p:cNvPr>
          <p:cNvSpPr>
            <a:spLocks xmlns:a="http://schemas.openxmlformats.org/drawingml/2006/main" noGrp="1"/>
          </p:cNvSpPr>
          <p:nvPr/>
        </p:nvSpPr>
        <p:spPr>
          <a:xfrm xmlns:a="http://schemas.openxmlformats.org/drawingml/2006/main">
            <a:off x="762000" y="5800725"/>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Bellman y Zadeh (1970): los grados de pertenencia permiten</a:t>
            </a:r>
          </a:p>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valorar objetivos y restricciones para tomar decisiones.</a:t>
            </a:r>
          </a:p>
        </p:txBody>
      </p:sp>
      <p:sp>
        <p:nvSpPr>
          <p:cNvPr id="12" name="">
            <a:extLst xmlns:a="http://schemas.openxmlformats.org/drawingml/2006/main">
              <a:ext uri="{FF2B5EF4-FFF2-40B4-BE49-F238E27FC236}">
                <a16:creationId xmlns:a16="http://schemas.microsoft.com/office/drawing/2014/main" id="{A1B7FA12-D7DA-44DD-A914-9C591DE61B80}"/>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F8A72D9-60F1-4160-A897-EC64901F7B0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Conjuntos fuzzy, reglas y aproximación</a:t>
            </a:r>
          </a:p>
        </p:txBody>
      </p:sp>
      <p:sp>
        <p:nvSpPr>
          <p:cNvPr id="9" name="">
            <a:extLst xmlns:a="http://schemas.openxmlformats.org/drawingml/2006/main">
              <a:ext uri="{FF2B5EF4-FFF2-40B4-BE49-F238E27FC236}">
                <a16:creationId xmlns:a16="http://schemas.microsoft.com/office/drawing/2014/main" id="{C952A55D-6437-4C7B-842F-62F62C9C3F12}"/>
              </a:ext>
            </a:extLst>
          </p:cNvPr>
          <p:cNvSpPr>
            <a:spLocks xmlns:a="http://schemas.openxmlformats.org/drawingml/2006/main" noGrp="1"/>
          </p:cNvSpPr>
          <p:nvPr/>
        </p:nvSpPr>
        <p:spPr>
          <a:xfrm xmlns:a="http://schemas.openxmlformats.org/drawingml/2006/main">
            <a:off x="762000" y="1409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D96B18"/>
                </a:solidFill>
                <a:latin typeface="Arial"/>
                <a:ea typeface="Arial"/>
                <a:cs typeface="Arial"/>
              </a:defRPr>
            </a:pPr>
            <a:r>
              <a:rPr sz="1875" b="1">
                <a:solidFill>
                  <a:srgbClr val="D96B18"/>
                </a:solidFill>
                <a:latin typeface="Arial"/>
                <a:ea typeface="Arial"/>
                <a:cs typeface="Arial"/>
              </a:rPr>
              <a:t>Conjuntos de entrada</a:t>
            </a:r>
          </a:p>
        </p:txBody>
      </p:sp>
      <p:sp>
        <p:nvSpPr>
          <p:cNvPr id="10" name="">
            <a:extLst xmlns:a="http://schemas.openxmlformats.org/drawingml/2006/main">
              <a:ext uri="{FF2B5EF4-FFF2-40B4-BE49-F238E27FC236}">
                <a16:creationId xmlns:a16="http://schemas.microsoft.com/office/drawing/2014/main" id="{0FC056BD-D020-452E-A397-1FB9BFE18930}"/>
              </a:ext>
            </a:extLst>
          </p:cNvPr>
          <p:cNvSpPr>
            <a:spLocks xmlns:a="http://schemas.openxmlformats.org/drawingml/2006/main" noGrp="1"/>
          </p:cNvSpPr>
          <p:nvPr/>
        </p:nvSpPr>
        <p:spPr>
          <a:xfrm xmlns:a="http://schemas.openxmlformats.org/drawingml/2006/main">
            <a:off x="6572250" y="1409700"/>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D96B18"/>
                </a:solidFill>
                <a:latin typeface="Arial"/>
                <a:ea typeface="Arial"/>
                <a:cs typeface="Arial"/>
              </a:defRPr>
            </a:pPr>
            <a:r>
              <a:rPr sz="1875" b="1">
                <a:solidFill>
                  <a:srgbClr val="D96B18"/>
                </a:solidFill>
                <a:latin typeface="Arial"/>
                <a:ea typeface="Arial"/>
                <a:cs typeface="Arial"/>
              </a:rPr>
              <a:t>Función y aproximación</a:t>
            </a:r>
          </a:p>
        </p:txBody>
      </p:sp>
      <p:graphicFrame>
        <p:nvGraphicFramePr>
          <p:cNvPr id="31" name="Chart"/>
          <p:cNvGraphicFramePr/>
          <p:nvPr/>
        </p:nvGraphicFramePr>
        <p:xfrm>
          <a:off xmlns:a="http://schemas.openxmlformats.org/drawingml/2006/main" x="619125" y="1857375"/>
          <a:ext xmlns:a="http://schemas.openxmlformats.org/drawingml/2006/main" cx="5143500" cy="2476500"/>
        </p:xfrm>
        <a:graphic xmlns:a="http://schemas.openxmlformats.org/drawingml/2006/main">
          <a:graphicData uri="http://schemas.openxmlformats.org/drawingml/2006/chart">
            <c:chart xmlns:r="http://schemas.openxmlformats.org/officeDocument/2006/relationships" xmlns:c="http://schemas.openxmlformats.org/drawingml/2006/chart" r:id="R08c4a5c9ccd243e8"/>
          </a:graphicData>
        </a:graphic>
      </p:graphicFrame>
      <p:graphicFrame>
        <p:nvGraphicFramePr>
          <p:cNvPr id="32" name="Chart"/>
          <p:cNvGraphicFramePr/>
          <p:nvPr/>
        </p:nvGraphicFramePr>
        <p:xfrm>
          <a:off xmlns:a="http://schemas.openxmlformats.org/drawingml/2006/main" x="6429375" y="1857375"/>
          <a:ext xmlns:a="http://schemas.openxmlformats.org/drawingml/2006/main" cx="5048250" cy="2476500"/>
        </p:xfrm>
        <a:graphic xmlns:a="http://schemas.openxmlformats.org/drawingml/2006/main">
          <a:graphicData uri="http://schemas.openxmlformats.org/drawingml/2006/chart">
            <c:chart xmlns:r="http://schemas.openxmlformats.org/officeDocument/2006/relationships" xmlns:c="http://schemas.openxmlformats.org/drawingml/2006/chart" r:id="Rde8d5908bff54165"/>
          </a:graphicData>
        </a:graphic>
      </p:graphicFrame>
      <p:sp>
        <p:nvSpPr>
          <p:cNvPr id="13" name="">
            <a:extLst xmlns:a="http://schemas.openxmlformats.org/drawingml/2006/main">
              <a:ext uri="{FF2B5EF4-FFF2-40B4-BE49-F238E27FC236}">
                <a16:creationId xmlns:a16="http://schemas.microsoft.com/office/drawing/2014/main" id="{E9B68262-9B77-4065-96E7-6032CB8AB27D}"/>
              </a:ext>
            </a:extLst>
          </p:cNvPr>
          <p:cNvSpPr>
            <a:spLocks xmlns:a="http://schemas.openxmlformats.org/drawingml/2006/main" noGrp="1"/>
          </p:cNvSpPr>
          <p:nvPr/>
        </p:nvSpPr>
        <p:spPr>
          <a:xfrm xmlns:a="http://schemas.openxmlformats.org/drawingml/2006/main">
            <a:off x="762000" y="4667250"/>
            <a:ext cx="5381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233746"/>
                </a:solidFill>
                <a:latin typeface="Arial"/>
                <a:ea typeface="Arial"/>
                <a:cs typeface="Arial"/>
              </a:defRPr>
            </a:pPr>
            <a:r>
              <a:rPr sz="1950" b="1">
                <a:solidFill>
                  <a:srgbClr val="233746"/>
                </a:solidFill>
                <a:latin typeface="Arial"/>
                <a:ea typeface="Arial"/>
                <a:cs typeface="Arial"/>
              </a:rPr>
              <a:t>SI x es Bajo, ENTONCES y = 0</a:t>
            </a:r>
          </a:p>
          <a:p xmlns:a="http://schemas.openxmlformats.org/drawingml/2006/main">
            <a:pPr>
              <a:buNone/>
              <a:defRPr sz="1950" b="1">
                <a:solidFill>
                  <a:srgbClr val="233746"/>
                </a:solidFill>
                <a:latin typeface="Arial"/>
                <a:ea typeface="Arial"/>
                <a:cs typeface="Arial"/>
              </a:defRPr>
            </a:pPr>
            <a:r>
              <a:rPr sz="1950" b="1">
                <a:solidFill>
                  <a:srgbClr val="233746"/>
                </a:solidFill>
                <a:latin typeface="Arial"/>
                <a:ea typeface="Arial"/>
                <a:cs typeface="Arial"/>
              </a:rPr>
              <a:t>SI x es Medio, ENTONCES y = 0,25</a:t>
            </a:r>
          </a:p>
          <a:p xmlns:a="http://schemas.openxmlformats.org/drawingml/2006/main">
            <a:pPr>
              <a:buNone/>
              <a:defRPr sz="1950" b="1">
                <a:solidFill>
                  <a:srgbClr val="233746"/>
                </a:solidFill>
                <a:latin typeface="Arial"/>
                <a:ea typeface="Arial"/>
                <a:cs typeface="Arial"/>
              </a:defRPr>
            </a:pPr>
            <a:r>
              <a:rPr sz="1950" b="1">
                <a:solidFill>
                  <a:srgbClr val="233746"/>
                </a:solidFill>
                <a:latin typeface="Arial"/>
                <a:ea typeface="Arial"/>
                <a:cs typeface="Arial"/>
              </a:rPr>
              <a:t>SI x es Alto, ENTONCES y = 1</a:t>
            </a:r>
          </a:p>
        </p:txBody>
      </p:sp>
      <p:sp>
        <p:nvSpPr>
          <p:cNvPr id="14" name="">
            <a:extLst xmlns:a="http://schemas.openxmlformats.org/drawingml/2006/main">
              <a:ext uri="{FF2B5EF4-FFF2-40B4-BE49-F238E27FC236}">
                <a16:creationId xmlns:a16="http://schemas.microsoft.com/office/drawing/2014/main" id="{828F2563-994A-4BA3-9F40-31B314799AFD}"/>
              </a:ext>
            </a:extLst>
          </p:cNvPr>
          <p:cNvSpPr>
            <a:spLocks xmlns:a="http://schemas.openxmlformats.org/drawingml/2006/main" noGrp="1"/>
          </p:cNvSpPr>
          <p:nvPr/>
        </p:nvSpPr>
        <p:spPr>
          <a:xfrm xmlns:a="http://schemas.openxmlformats.org/drawingml/2006/main">
            <a:off x="6572250" y="4667250"/>
            <a:ext cx="4857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233746"/>
                </a:solidFill>
                <a:latin typeface="Arial"/>
                <a:ea typeface="Arial"/>
                <a:cs typeface="Arial"/>
              </a:defRPr>
            </a:pPr>
            <a:r>
              <a:rPr sz="1950" b="1">
                <a:solidFill>
                  <a:srgbClr val="233746"/>
                </a:solidFill>
                <a:latin typeface="Arial"/>
                <a:ea typeface="Arial"/>
                <a:cs typeface="Arial"/>
              </a:rPr>
              <a:t>Para x = 0,25: μB = μM = 0,5</a:t>
            </a:r>
          </a:p>
        </p:txBody>
      </p:sp>
      <p:sp>
        <p:nvSpPr>
          <p:cNvPr id="15" name="">
            <a:extLst xmlns:a="http://schemas.openxmlformats.org/drawingml/2006/main">
              <a:ext uri="{FF2B5EF4-FFF2-40B4-BE49-F238E27FC236}">
                <a16:creationId xmlns:a16="http://schemas.microsoft.com/office/drawing/2014/main" id="{F4852279-458A-4815-A188-36E8D9042BA4}"/>
              </a:ext>
            </a:extLst>
          </p:cNvPr>
          <p:cNvSpPr>
            <a:spLocks xmlns:a="http://schemas.openxmlformats.org/drawingml/2006/main" noGrp="1"/>
          </p:cNvSpPr>
          <p:nvPr/>
        </p:nvSpPr>
        <p:spPr>
          <a:xfrm xmlns:a="http://schemas.openxmlformats.org/drawingml/2006/main">
            <a:off x="6572250" y="5267325"/>
            <a:ext cx="490537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ŷ = (0,5 · 0 + 0,5 · 0,25) / 1 = 0,125</a:t>
            </a:r>
          </a:p>
        </p:txBody>
      </p:sp>
      <p:sp>
        <p:nvSpPr>
          <p:cNvPr id="16" name="">
            <a:extLst xmlns:a="http://schemas.openxmlformats.org/drawingml/2006/main">
              <a:ext uri="{FF2B5EF4-FFF2-40B4-BE49-F238E27FC236}">
                <a16:creationId xmlns:a16="http://schemas.microsoft.com/office/drawing/2014/main" id="{CEA13A04-751D-4543-BBEC-CC8FF600FB28}"/>
              </a:ext>
            </a:extLst>
          </p:cNvPr>
          <p:cNvSpPr>
            <a:spLocks xmlns:a="http://schemas.openxmlformats.org/drawingml/2006/main" noGrp="1"/>
          </p:cNvSpPr>
          <p:nvPr/>
        </p:nvSpPr>
        <p:spPr>
          <a:xfrm xmlns:a="http://schemas.openxmlformats.org/drawingml/2006/main">
            <a:off x="762000" y="6038850"/>
            <a:ext cx="10572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1">
                <a:solidFill>
                  <a:srgbClr val="D96B18"/>
                </a:solidFill>
                <a:latin typeface="Arial"/>
                <a:ea typeface="Arial"/>
                <a:cs typeface="Arial"/>
              </a:defRPr>
            </a:pPr>
            <a:r>
              <a:rPr sz="1950" b="1">
                <a:solidFill>
                  <a:srgbClr val="D96B18"/>
                </a:solidFill>
                <a:latin typeface="Arial"/>
                <a:ea typeface="Arial"/>
                <a:cs typeface="Arial"/>
              </a:rPr>
              <a:t>Las reglas se combinan según su grado de activación.</a:t>
            </a:r>
          </a:p>
        </p:txBody>
      </p:sp>
      <p:sp>
        <p:nvSpPr>
          <p:cNvPr id="19" name="">
            <a:extLst xmlns:a="http://schemas.openxmlformats.org/drawingml/2006/main">
              <a:ext uri="{FF2B5EF4-FFF2-40B4-BE49-F238E27FC236}">
                <a16:creationId xmlns:a16="http://schemas.microsoft.com/office/drawing/2014/main" id="{0066C224-CA06-4785-BE7C-3B52DFB7691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B4F0ABBE-8316-463A-8D17-84294BEE66E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BD5810"/>
                </a:solidFill>
                <a:latin typeface="Arial"/>
                <a:ea typeface="Arial"/>
                <a:cs typeface="Arial"/>
              </a:defRPr>
            </a:pPr>
            <a:r>
              <a:rPr sz="3000" b="0">
                <a:solidFill>
                  <a:srgbClr val="BD5810"/>
                </a:solidFill>
                <a:latin typeface="Arial"/>
                <a:ea typeface="Arial"/>
                <a:cs typeface="Arial"/>
              </a:rPr>
              <a:t>Aproximar una función desconocida con reglas</a:t>
            </a:r>
          </a:p>
        </p:txBody>
      </p:sp>
      <p:sp>
        <p:nvSpPr>
          <p:cNvPr id="9" name="">
            <a:extLst xmlns:a="http://schemas.openxmlformats.org/drawingml/2006/main">
              <a:ext uri="{FF2B5EF4-FFF2-40B4-BE49-F238E27FC236}">
                <a16:creationId xmlns:a16="http://schemas.microsoft.com/office/drawing/2014/main" id="{721847DF-D7E8-4FBF-A96D-C3B73109306F}"/>
              </a:ext>
            </a:extLst>
          </p:cNvPr>
          <p:cNvSpPr>
            <a:spLocks xmlns:a="http://schemas.openxmlformats.org/drawingml/2006/main" noGrp="1"/>
          </p:cNvSpPr>
          <p:nvPr/>
        </p:nvSpPr>
        <p:spPr>
          <a:xfrm xmlns:a="http://schemas.openxmlformats.org/drawingml/2006/main">
            <a:off x="762000" y="147637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233746"/>
                </a:solidFill>
                <a:latin typeface="Arial"/>
                <a:ea typeface="Arial"/>
                <a:cs typeface="Arial"/>
              </a:defRPr>
            </a:pPr>
            <a:r>
              <a:rPr sz="2550" b="1">
                <a:solidFill>
                  <a:srgbClr val="233746"/>
                </a:solidFill>
                <a:latin typeface="Arial"/>
                <a:ea typeface="Arial"/>
                <a:cs typeface="Arial"/>
              </a:rPr>
              <a:t>u = f(parámetro₁, …, parámetroₙ) desconocida</a:t>
            </a:r>
          </a:p>
        </p:txBody>
      </p:sp>
      <p:sp>
        <p:nvSpPr>
          <p:cNvPr id="10" name="">
            <a:extLst xmlns:a="http://schemas.openxmlformats.org/drawingml/2006/main">
              <a:ext uri="{FF2B5EF4-FFF2-40B4-BE49-F238E27FC236}">
                <a16:creationId xmlns:a16="http://schemas.microsoft.com/office/drawing/2014/main" id="{E1709501-F085-4180-A7CC-9172183074F8}"/>
              </a:ext>
            </a:extLst>
          </p:cNvPr>
          <p:cNvSpPr>
            <a:spLocks xmlns:a="http://schemas.openxmlformats.org/drawingml/2006/main" noGrp="1"/>
          </p:cNvSpPr>
          <p:nvPr/>
        </p:nvSpPr>
        <p:spPr>
          <a:xfrm xmlns:a="http://schemas.openxmlformats.org/drawingml/2006/main">
            <a:off x="762000" y="21145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D96B18"/>
                </a:solidFill>
                <a:latin typeface="Arial"/>
                <a:ea typeface="Arial"/>
                <a:cs typeface="Arial"/>
              </a:defRPr>
            </a:pPr>
            <a:r>
              <a:rPr sz="2025" b="1">
                <a:solidFill>
                  <a:srgbClr val="D96B18"/>
                </a:solidFill>
                <a:latin typeface="Arial"/>
                <a:ea typeface="Arial"/>
                <a:cs typeface="Arial"/>
              </a:rPr>
              <a:t>Ejemplo: potencia de calefacción u ≈ f̂(error, ritmo de calentamiento)</a:t>
            </a:r>
          </a:p>
        </p:txBody>
      </p:sp>
      <p:sp>
        <p:nvSpPr>
          <p:cNvPr id="11" name="">
            <a:extLst xmlns:a="http://schemas.openxmlformats.org/drawingml/2006/main">
              <a:ext uri="{FF2B5EF4-FFF2-40B4-BE49-F238E27FC236}">
                <a16:creationId xmlns:a16="http://schemas.microsoft.com/office/drawing/2014/main" id="{6118BA9D-1445-435A-A371-BE3F231DE0B4}"/>
              </a:ext>
            </a:extLst>
          </p:cNvPr>
          <p:cNvSpPr>
            <a:spLocks xmlns:a="http://schemas.openxmlformats.org/drawingml/2006/main" noGrp="1"/>
          </p:cNvSpPr>
          <p:nvPr/>
        </p:nvSpPr>
        <p:spPr>
          <a:xfrm xmlns:a="http://schemas.openxmlformats.org/drawingml/2006/main">
            <a:off x="762000" y="2857500"/>
            <a:ext cx="523875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Entradas y conjuntos fuzzy</a:t>
            </a:r>
          </a:p>
        </p:txBody>
      </p:sp>
      <p:sp>
        <p:nvSpPr>
          <p:cNvPr id="12" name="">
            <a:extLst xmlns:a="http://schemas.openxmlformats.org/drawingml/2006/main">
              <a:ext uri="{FF2B5EF4-FFF2-40B4-BE49-F238E27FC236}">
                <a16:creationId xmlns:a16="http://schemas.microsoft.com/office/drawing/2014/main" id="{C3022831-D50F-4190-9686-26B5EB67BA66}"/>
              </a:ext>
            </a:extLst>
          </p:cNvPr>
          <p:cNvSpPr>
            <a:spLocks xmlns:a="http://schemas.openxmlformats.org/drawingml/2006/main" noGrp="1"/>
          </p:cNvSpPr>
          <p:nvPr/>
        </p:nvSpPr>
        <p:spPr>
          <a:xfrm xmlns:a="http://schemas.openxmlformats.org/drawingml/2006/main">
            <a:off x="762000" y="3457575"/>
            <a:ext cx="4953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233746"/>
                </a:solidFill>
                <a:latin typeface="Arial"/>
                <a:ea typeface="Arial"/>
                <a:cs typeface="Arial"/>
              </a:defRPr>
            </a:pPr>
            <a:r>
              <a:rPr sz="2025" b="1">
                <a:solidFill>
                  <a:srgbClr val="233746"/>
                </a:solidFill>
                <a:latin typeface="Arial"/>
                <a:ea typeface="Arial"/>
                <a:cs typeface="Arial"/>
              </a:rPr>
              <a:t>Error = 3 °C</a:t>
            </a:r>
          </a:p>
        </p:txBody>
      </p:sp>
      <p:sp>
        <p:nvSpPr>
          <p:cNvPr id="13" name="">
            <a:extLst xmlns:a="http://schemas.openxmlformats.org/drawingml/2006/main">
              <a:ext uri="{FF2B5EF4-FFF2-40B4-BE49-F238E27FC236}">
                <a16:creationId xmlns:a16="http://schemas.microsoft.com/office/drawing/2014/main" id="{B003855E-D999-4950-879F-04E09B479EBD}"/>
              </a:ext>
            </a:extLst>
          </p:cNvPr>
          <p:cNvSpPr>
            <a:spLocks xmlns:a="http://schemas.openxmlformats.org/drawingml/2006/main" noGrp="1"/>
          </p:cNvSpPr>
          <p:nvPr/>
        </p:nvSpPr>
        <p:spPr>
          <a:xfrm xmlns:a="http://schemas.openxmlformats.org/drawingml/2006/main">
            <a:off x="762000" y="38766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μMedio = 0,5     μGrande = 0,5</a:t>
            </a:r>
          </a:p>
        </p:txBody>
      </p:sp>
      <p:sp>
        <p:nvSpPr>
          <p:cNvPr id="14" name="">
            <a:extLst xmlns:a="http://schemas.openxmlformats.org/drawingml/2006/main">
              <a:ext uri="{FF2B5EF4-FFF2-40B4-BE49-F238E27FC236}">
                <a16:creationId xmlns:a16="http://schemas.microsoft.com/office/drawing/2014/main" id="{521CA2DF-FD9E-49CC-BB77-0944096CD966}"/>
              </a:ext>
            </a:extLst>
          </p:cNvPr>
          <p:cNvSpPr>
            <a:spLocks xmlns:a="http://schemas.openxmlformats.org/drawingml/2006/main" noGrp="1"/>
          </p:cNvSpPr>
          <p:nvPr/>
        </p:nvSpPr>
        <p:spPr>
          <a:xfrm xmlns:a="http://schemas.openxmlformats.org/drawingml/2006/main">
            <a:off x="762000" y="4543425"/>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233746"/>
                </a:solidFill>
                <a:latin typeface="Arial"/>
                <a:ea typeface="Arial"/>
                <a:cs typeface="Arial"/>
              </a:defRPr>
            </a:pPr>
            <a:r>
              <a:rPr sz="2025" b="1">
                <a:solidFill>
                  <a:srgbClr val="233746"/>
                </a:solidFill>
                <a:latin typeface="Arial"/>
                <a:ea typeface="Arial"/>
                <a:cs typeface="Arial"/>
              </a:rPr>
              <a:t>Calentamiento = 0,2 °C/min</a:t>
            </a:r>
          </a:p>
        </p:txBody>
      </p:sp>
      <p:sp>
        <p:nvSpPr>
          <p:cNvPr id="15" name="">
            <a:extLst xmlns:a="http://schemas.openxmlformats.org/drawingml/2006/main">
              <a:ext uri="{FF2B5EF4-FFF2-40B4-BE49-F238E27FC236}">
                <a16:creationId xmlns:a16="http://schemas.microsoft.com/office/drawing/2014/main" id="{CCC242A2-242B-4384-A3D0-B7C3FBD77752}"/>
              </a:ext>
            </a:extLst>
          </p:cNvPr>
          <p:cNvSpPr>
            <a:spLocks xmlns:a="http://schemas.openxmlformats.org/drawingml/2006/main" noGrp="1"/>
          </p:cNvSpPr>
          <p:nvPr/>
        </p:nvSpPr>
        <p:spPr>
          <a:xfrm xmlns:a="http://schemas.openxmlformats.org/drawingml/2006/main">
            <a:off x="762000" y="4972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μLento = 0,8</a:t>
            </a:r>
          </a:p>
        </p:txBody>
      </p:sp>
      <p:sp>
        <p:nvSpPr>
          <p:cNvPr id="16" name="">
            <a:extLst xmlns:a="http://schemas.openxmlformats.org/drawingml/2006/main">
              <a:ext uri="{FF2B5EF4-FFF2-40B4-BE49-F238E27FC236}">
                <a16:creationId xmlns:a16="http://schemas.microsoft.com/office/drawing/2014/main" id="{4106C7FD-045F-4762-AC62-E83DFD317F47}"/>
              </a:ext>
            </a:extLst>
          </p:cNvPr>
          <p:cNvSpPr>
            <a:spLocks xmlns:a="http://schemas.openxmlformats.org/drawingml/2006/main" noGrp="1"/>
          </p:cNvSpPr>
          <p:nvPr/>
        </p:nvSpPr>
        <p:spPr>
          <a:xfrm xmlns:a="http://schemas.openxmlformats.org/drawingml/2006/main">
            <a:off x="6477000" y="2857500"/>
            <a:ext cx="4953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Reglas del experto</a:t>
            </a:r>
          </a:p>
        </p:txBody>
      </p:sp>
      <p:sp>
        <p:nvSpPr>
          <p:cNvPr id="17" name="">
            <a:extLst xmlns:a="http://schemas.openxmlformats.org/drawingml/2006/main">
              <a:ext uri="{FF2B5EF4-FFF2-40B4-BE49-F238E27FC236}">
                <a16:creationId xmlns:a16="http://schemas.microsoft.com/office/drawing/2014/main" id="{1114B955-FB9B-4116-B5CB-FFB30538C77F}"/>
              </a:ext>
            </a:extLst>
          </p:cNvPr>
          <p:cNvSpPr>
            <a:spLocks xmlns:a="http://schemas.openxmlformats.org/drawingml/2006/main" noGrp="1"/>
          </p:cNvSpPr>
          <p:nvPr/>
        </p:nvSpPr>
        <p:spPr>
          <a:xfrm xmlns:a="http://schemas.openxmlformats.org/drawingml/2006/main">
            <a:off x="6477000" y="3457575"/>
            <a:ext cx="5048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SI error Medio Y calentamiento Lento,</a:t>
            </a:r>
          </a:p>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ENTONCES potencia = 40 %.</a:t>
            </a:r>
          </a:p>
        </p:txBody>
      </p:sp>
      <p:sp>
        <p:nvSpPr>
          <p:cNvPr id="18" name="">
            <a:extLst xmlns:a="http://schemas.openxmlformats.org/drawingml/2006/main">
              <a:ext uri="{FF2B5EF4-FFF2-40B4-BE49-F238E27FC236}">
                <a16:creationId xmlns:a16="http://schemas.microsoft.com/office/drawing/2014/main" id="{1429112A-D3E9-43AE-ADD1-A400C9D753EA}"/>
              </a:ext>
            </a:extLst>
          </p:cNvPr>
          <p:cNvSpPr>
            <a:spLocks xmlns:a="http://schemas.openxmlformats.org/drawingml/2006/main" noGrp="1"/>
          </p:cNvSpPr>
          <p:nvPr/>
        </p:nvSpPr>
        <p:spPr>
          <a:xfrm xmlns:a="http://schemas.openxmlformats.org/drawingml/2006/main">
            <a:off x="6477000" y="4457700"/>
            <a:ext cx="504825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SI error Grande Y calentamiento Lento,</a:t>
            </a:r>
          </a:p>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ENTONCES potencia = 90 %.</a:t>
            </a:r>
          </a:p>
        </p:txBody>
      </p:sp>
      <p:sp>
        <p:nvSpPr>
          <p:cNvPr id="19" name="">
            <a:extLst xmlns:a="http://schemas.openxmlformats.org/drawingml/2006/main">
              <a:ext uri="{FF2B5EF4-FFF2-40B4-BE49-F238E27FC236}">
                <a16:creationId xmlns:a16="http://schemas.microsoft.com/office/drawing/2014/main" id="{34FF1E01-183E-4DAA-8A6D-E40D5BA2CF84}"/>
              </a:ext>
            </a:extLst>
          </p:cNvPr>
          <p:cNvSpPr>
            <a:spLocks xmlns:a="http://schemas.openxmlformats.org/drawingml/2006/main" noGrp="1"/>
          </p:cNvSpPr>
          <p:nvPr/>
        </p:nvSpPr>
        <p:spPr>
          <a:xfrm xmlns:a="http://schemas.openxmlformats.org/drawingml/2006/main">
            <a:off x="762000" y="558165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Arial"/>
                <a:ea typeface="Arial"/>
                <a:cs typeface="Arial"/>
              </a:defRPr>
            </a:pPr>
            <a:r>
              <a:rPr sz="1800" b="0">
                <a:solidFill>
                  <a:srgbClr val="233746"/>
                </a:solidFill>
                <a:latin typeface="Arial"/>
                <a:ea typeface="Arial"/>
                <a:cs typeface="Arial"/>
              </a:rPr>
              <a:t>Activación con Y = mínimo: ambas reglas valen 0,5.</a:t>
            </a:r>
          </a:p>
        </p:txBody>
      </p:sp>
      <p:sp>
        <p:nvSpPr>
          <p:cNvPr id="20" name="">
            <a:extLst xmlns:a="http://schemas.openxmlformats.org/drawingml/2006/main">
              <a:ext uri="{FF2B5EF4-FFF2-40B4-BE49-F238E27FC236}">
                <a16:creationId xmlns:a16="http://schemas.microsoft.com/office/drawing/2014/main" id="{52331AF5-2E9A-45D1-9A6F-EF794EE717DF}"/>
              </a:ext>
            </a:extLst>
          </p:cNvPr>
          <p:cNvSpPr>
            <a:spLocks xmlns:a="http://schemas.openxmlformats.org/drawingml/2006/main" noGrp="1"/>
          </p:cNvSpPr>
          <p:nvPr/>
        </p:nvSpPr>
        <p:spPr>
          <a:xfrm xmlns:a="http://schemas.openxmlformats.org/drawingml/2006/main">
            <a:off x="762000" y="6038850"/>
            <a:ext cx="10763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Potencia = (0,5 · 40 + 0,5 · 90) / (0,5 + 0,5) = 65 %</a:t>
            </a:r>
          </a:p>
        </p:txBody>
      </p:sp>
      <p:sp>
        <p:nvSpPr>
          <p:cNvPr id="21" name="">
            <a:extLst xmlns:a="http://schemas.openxmlformats.org/drawingml/2006/main">
              <a:ext uri="{FF2B5EF4-FFF2-40B4-BE49-F238E27FC236}">
                <a16:creationId xmlns:a16="http://schemas.microsoft.com/office/drawing/2014/main" id="{86904C8E-EAB0-4248-B08F-CF6078E4F62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BD5810"/>
          </a:solidFill>
          <a:ln xmlns:a="http://schemas.openxmlformats.org/drawingml/2006/main" w="0">
            <a:noFill/>
          </a:ln>
        </p:spPr>
      </p:sp>
      <p:sp>
        <p:nvSpPr>
          <p:cNvPr id="22" name="">
            <a:extLst xmlns:a="http://schemas.openxmlformats.org/drawingml/2006/main">
              <a:ext uri="{FF2B5EF4-FFF2-40B4-BE49-F238E27FC236}">
                <a16:creationId xmlns:a16="http://schemas.microsoft.com/office/drawing/2014/main" id="{D019AA53-EC06-4FAF-B68A-8BD66529B9C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BD5810"/>
                </a:solidFill>
                <a:latin typeface="Arial"/>
                <a:ea typeface="Arial"/>
                <a:cs typeface="Arial"/>
              </a:defRPr>
            </a:pPr>
            <a:r>
              <a:rPr sz="1350" b="1">
                <a:solidFill>
                  <a:srgbClr val="BD5810"/>
                </a:solidFill>
                <a:latin typeface="Arial"/>
                <a:ea typeface="Arial"/>
                <a:cs typeface="Arial"/>
              </a:rPr>
              <a:t>01  CONTEXTO FUZZY    /    Objetivo físico y significado de los grados</a:t>
            </a:r>
          </a:p>
        </p:txBody>
      </p:sp>
    </p:spTree>
    <p:extLst>
      <p:ext uri="{BB962C8B-B14F-4D97-AF65-F5344CB8AC3E}">
        <p14:creationId xmlns:p14="http://schemas.microsoft.com/office/powerpoint/2010/main" val="172189652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Error y variación: el signo importa</a:t>
            </a:r>
          </a:p>
        </p:txBody>
      </p:sp>
      <p:sp>
        <p:nvSpPr>
          <p:cNvPr id="9" name="">
            <a:extLst xmlns:a="http://schemas.openxmlformats.org/drawingml/2006/main">
              <a:ext uri="{FF2B5EF4-FFF2-40B4-BE49-F238E27FC236}">
                <a16:creationId xmlns:a16="http://schemas.microsoft.com/office/drawing/2014/main" id="{32E26744-1C8C-4D94-B713-B21A143A6750}"/>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Error e = r − T</a:t>
            </a:r>
          </a:p>
        </p:txBody>
      </p:sp>
      <p:sp>
        <p:nvSpPr>
          <p:cNvPr id="10" name="">
            <a:extLst xmlns:a="http://schemas.openxmlformats.org/drawingml/2006/main">
              <a:ext uri="{FF2B5EF4-FFF2-40B4-BE49-F238E27FC236}">
                <a16:creationId xmlns:a16="http://schemas.microsoft.com/office/drawing/2014/main" id="{5D50226B-414A-48E9-8482-14AD753AEF20}"/>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Positivo: falta temperatura. Negativo: estamos por encima de la consigna.</a:t>
            </a:r>
          </a:p>
        </p:txBody>
      </p:sp>
      <p:sp>
        <p:nvSpPr>
          <p:cNvPr id="11" name="">
            <a:extLst xmlns:a="http://schemas.openxmlformats.org/drawingml/2006/main">
              <a:ext uri="{FF2B5EF4-FFF2-40B4-BE49-F238E27FC236}">
                <a16:creationId xmlns:a16="http://schemas.microsoft.com/office/drawing/2014/main" id="{29697CE0-AACF-41B5-AB3C-90C2C02AC430}"/>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de/dt ≈ (e(k) − e(k−1)) / Δt</a:t>
            </a:r>
          </a:p>
        </p:txBody>
      </p:sp>
      <p:sp>
        <p:nvSpPr>
          <p:cNvPr id="12" name="">
            <a:extLst xmlns:a="http://schemas.openxmlformats.org/drawingml/2006/main">
              <a:ext uri="{FF2B5EF4-FFF2-40B4-BE49-F238E27FC236}">
                <a16:creationId xmlns:a16="http://schemas.microsoft.com/office/drawing/2014/main" id="{4C106E12-B14E-4F7D-896F-01581F8D4321}"/>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Positivo: el error aumenta. Negativo: el error disminuye.</a:t>
            </a:r>
          </a:p>
        </p:txBody>
      </p:sp>
      <p:sp>
        <p:nvSpPr>
          <p:cNvPr id="13" name="">
            <a:extLst xmlns:a="http://schemas.openxmlformats.org/drawingml/2006/main">
              <a:ext uri="{FF2B5EF4-FFF2-40B4-BE49-F238E27FC236}">
                <a16:creationId xmlns:a16="http://schemas.microsoft.com/office/drawing/2014/main" id="{4CBBD6A7-0E58-4B6E-ACFE-E0B3AF0B6F78}"/>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Si la consigna es constante</a:t>
            </a:r>
          </a:p>
        </p:txBody>
      </p:sp>
      <p:sp>
        <p:nvSpPr>
          <p:cNvPr id="14" name="">
            <a:extLst xmlns:a="http://schemas.openxmlformats.org/drawingml/2006/main">
              <a:ext uri="{FF2B5EF4-FFF2-40B4-BE49-F238E27FC236}">
                <a16:creationId xmlns:a16="http://schemas.microsoft.com/office/drawing/2014/main" id="{0CD49B52-C457-400F-A4A1-0F9D0E2042C5}"/>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de/dt = −dT/dt. Un error que disminuye indica calentamiento.</a:t>
            </a:r>
          </a:p>
        </p:txBody>
      </p:sp>
      <p:sp>
        <p:nvSpPr>
          <p:cNvPr id="15" name="">
            <a:extLst xmlns:a="http://schemas.openxmlformats.org/drawingml/2006/main">
              <a:ext uri="{FF2B5EF4-FFF2-40B4-BE49-F238E27FC236}">
                <a16:creationId xmlns:a16="http://schemas.microsoft.com/office/drawing/2014/main" id="{C20E65DC-F0AA-4D71-95F7-D46AC80F2E7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Anotad signos y unidades antes de escribir las reglas.</a:t>
            </a:r>
          </a:p>
        </p:txBody>
      </p:sp>
      <p:sp>
        <p:nvSpPr>
          <p:cNvPr id="16" name="">
            <a:extLst xmlns:a="http://schemas.openxmlformats.org/drawingml/2006/main">
              <a:ext uri="{FF2B5EF4-FFF2-40B4-BE49-F238E27FC236}">
                <a16:creationId xmlns:a16="http://schemas.microsoft.com/office/drawing/2014/main" id="{7A053E0E-587C-4397-B0E4-8D4B06148A3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5CD3C184-3E92-4E2F-94AF-24725CEFD24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Normalización de las entradas</a:t>
            </a:r>
          </a:p>
        </p:txBody>
      </p:sp>
      <p:sp>
        <p:nvSpPr>
          <p:cNvPr id="9" name="">
            <a:extLst xmlns:a="http://schemas.openxmlformats.org/drawingml/2006/main">
              <a:ext uri="{FF2B5EF4-FFF2-40B4-BE49-F238E27FC236}">
                <a16:creationId xmlns:a16="http://schemas.microsoft.com/office/drawing/2014/main" id="{73C7868E-1601-4D04-B8B8-8DB1936F26DA}"/>
              </a:ext>
            </a:extLst>
          </p:cNvPr>
          <p:cNvSpPr>
            <a:spLocks xmlns:a="http://schemas.openxmlformats.org/drawingml/2006/main" noGrp="1"/>
          </p:cNvSpPr>
          <p:nvPr/>
        </p:nvSpPr>
        <p:spPr>
          <a:xfrm xmlns:a="http://schemas.openxmlformats.org/drawingml/2006/main">
            <a:off x="762000" y="1905000"/>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925" b="1">
                <a:solidFill>
                  <a:srgbClr val="D96B18"/>
                </a:solidFill>
                <a:latin typeface="Arial"/>
                <a:ea typeface="Arial"/>
                <a:cs typeface="Arial"/>
              </a:defRPr>
            </a:pPr>
            <a:r>
              <a:rPr sz="2925" b="1">
                <a:solidFill>
                  <a:srgbClr val="D96B18"/>
                </a:solidFill>
                <a:latin typeface="Arial"/>
                <a:ea typeface="Arial"/>
                <a:cs typeface="Arial"/>
              </a:rPr>
              <a:t>E = clip(e / 4, −1, 1)</a:t>
            </a:r>
          </a:p>
        </p:txBody>
      </p:sp>
      <p:sp>
        <p:nvSpPr>
          <p:cNvPr id="10" name="">
            <a:extLst xmlns:a="http://schemas.openxmlformats.org/drawingml/2006/main">
              <a:ext uri="{FF2B5EF4-FFF2-40B4-BE49-F238E27FC236}">
                <a16:creationId xmlns:a16="http://schemas.microsoft.com/office/drawing/2014/main" id="{D1F07ECF-0032-453A-8B0F-5B62D5D91947}"/>
              </a:ext>
            </a:extLst>
          </p:cNvPr>
          <p:cNvSpPr>
            <a:spLocks xmlns:a="http://schemas.openxmlformats.org/drawingml/2006/main" noGrp="1"/>
          </p:cNvSpPr>
          <p:nvPr/>
        </p:nvSpPr>
        <p:spPr>
          <a:xfrm xmlns:a="http://schemas.openxmlformats.org/drawingml/2006/main">
            <a:off x="762000" y="28860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925" b="1">
                <a:solidFill>
                  <a:srgbClr val="2162A0"/>
                </a:solidFill>
                <a:latin typeface="Arial"/>
                <a:ea typeface="Arial"/>
                <a:cs typeface="Arial"/>
              </a:defRPr>
            </a:pPr>
            <a:r>
              <a:rPr sz="2925" b="1">
                <a:solidFill>
                  <a:srgbClr val="2162A0"/>
                </a:solidFill>
                <a:latin typeface="Arial"/>
                <a:ea typeface="Arial"/>
                <a:cs typeface="Arial"/>
              </a:rPr>
              <a:t>D = clip((de/dt) / 1, −1, 1)</a:t>
            </a:r>
          </a:p>
        </p:txBody>
      </p:sp>
      <p:sp>
        <p:nvSpPr>
          <p:cNvPr id="11" name="">
            <a:extLst xmlns:a="http://schemas.openxmlformats.org/drawingml/2006/main">
              <a:ext uri="{FF2B5EF4-FFF2-40B4-BE49-F238E27FC236}">
                <a16:creationId xmlns:a16="http://schemas.microsoft.com/office/drawing/2014/main" id="{62792AEA-8D9E-40A3-88BC-6F2A029BD7E5}"/>
              </a:ext>
            </a:extLst>
          </p:cNvPr>
          <p:cNvSpPr>
            <a:spLocks xmlns:a="http://schemas.openxmlformats.org/drawingml/2006/main" noGrp="1"/>
          </p:cNvSpPr>
          <p:nvPr/>
        </p:nvSpPr>
        <p:spPr>
          <a:xfrm xmlns:a="http://schemas.openxmlformats.org/drawingml/2006/main">
            <a:off x="762000" y="4105275"/>
            <a:ext cx="1066800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233746"/>
                </a:solidFill>
                <a:latin typeface="Arial"/>
                <a:ea typeface="Arial"/>
                <a:cs typeface="Arial"/>
              </a:defRPr>
            </a:pPr>
            <a:r>
              <a:rPr sz="2400" b="0">
                <a:solidFill>
                  <a:srgbClr val="233746"/>
                </a:solidFill>
                <a:latin typeface="Arial"/>
                <a:ea typeface="Arial"/>
                <a:cs typeface="Arial"/>
              </a:rPr>
              <a:t>Ejemplo: e = 2 °C y de/dt = 0,2 °C/min</a:t>
            </a:r>
          </a:p>
          <a:p xmlns:a="http://schemas.openxmlformats.org/drawingml/2006/main">
            <a:pPr>
              <a:buNone/>
              <a:defRPr sz="2400" b="0">
                <a:solidFill>
                  <a:srgbClr val="233746"/>
                </a:solidFill>
                <a:latin typeface="Arial"/>
                <a:ea typeface="Arial"/>
                <a:cs typeface="Arial"/>
              </a:defRPr>
            </a:pPr>
            <a:r>
              <a:rPr sz="2400" b="0">
                <a:solidFill>
                  <a:srgbClr val="233746"/>
                </a:solidFill>
                <a:latin typeface="Arial"/>
                <a:ea typeface="Arial"/>
                <a:cs typeface="Arial"/>
              </a:rPr>
              <a:t>→ E = 0,5 y D = 0,2.</a:t>
            </a:r>
          </a:p>
        </p:txBody>
      </p:sp>
      <p:sp>
        <p:nvSpPr>
          <p:cNvPr id="12" name="">
            <a:extLst xmlns:a="http://schemas.openxmlformats.org/drawingml/2006/main">
              <a:ext uri="{FF2B5EF4-FFF2-40B4-BE49-F238E27FC236}">
                <a16:creationId xmlns:a16="http://schemas.microsoft.com/office/drawing/2014/main" id="{00E283EA-DDE2-44FF-ADCD-BBB18173A6C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saturación de entradas es explícita; fuera del rango seguimos en el hombro extremo.</a:t>
            </a:r>
          </a:p>
        </p:txBody>
      </p:sp>
      <p:sp>
        <p:nvSpPr>
          <p:cNvPr id="13" name="">
            <a:extLst xmlns:a="http://schemas.openxmlformats.org/drawingml/2006/main">
              <a:ext uri="{FF2B5EF4-FFF2-40B4-BE49-F238E27FC236}">
                <a16:creationId xmlns:a16="http://schemas.microsoft.com/office/drawing/2014/main" id="{1AD44452-CA2A-4A82-8032-01993ABD4BC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3708055-03E8-4196-B7B2-6B6294E0B62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Fuzzificar una lectura concreta</a:t>
            </a:r>
          </a:p>
        </p:txBody>
      </p:sp>
      <p:sp>
        <p:nvSpPr>
          <p:cNvPr id="9" name="">
            <a:extLst xmlns:a="http://schemas.openxmlformats.org/drawingml/2006/main">
              <a:ext uri="{FF2B5EF4-FFF2-40B4-BE49-F238E27FC236}">
                <a16:creationId xmlns:a16="http://schemas.microsoft.com/office/drawing/2014/main" id="{483BAA5E-F034-460D-BA1E-A60A07F707EB}"/>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Templada</a:t>
            </a:r>
          </a:p>
        </p:txBody>
      </p:sp>
      <p:sp>
        <p:nvSpPr>
          <p:cNvPr id="10" name="">
            <a:extLst xmlns:a="http://schemas.openxmlformats.org/drawingml/2006/main">
              <a:ext uri="{FF2B5EF4-FFF2-40B4-BE49-F238E27FC236}">
                <a16:creationId xmlns:a16="http://schemas.microsoft.com/office/drawing/2014/main" id="{5D1A57A5-4DFB-405A-ACD7-02C8AE98BA3E}"/>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Caliente</a:t>
            </a:r>
          </a:p>
        </p:txBody>
      </p:sp>
      <p:graphicFrame>
        <p:nvGraphicFramePr>
          <p:cNvPr id="28" name="Chart"/>
          <p:cNvGraphicFramePr/>
          <p:nvPr/>
        </p:nvGraphicFramePr>
        <p:xfrm>
          <a:off xmlns:a="http://schemas.openxmlformats.org/drawingml/2006/main" x="762000" y="2209800"/>
          <a:ext xmlns:a="http://schemas.openxmlformats.org/drawingml/2006/main" cx="6191250" cy="3409950"/>
        </p:xfrm>
        <a:graphic xmlns:a="http://schemas.openxmlformats.org/drawingml/2006/main">
          <a:graphicData uri="http://schemas.openxmlformats.org/drawingml/2006/chart">
            <c:chart xmlns:r="http://schemas.openxmlformats.org/officeDocument/2006/relationships" xmlns:c="http://schemas.openxmlformats.org/drawingml/2006/chart" r:id="R719456df711e411b"/>
          </a:graphicData>
        </a:graphic>
      </p:graphicFrame>
      <p:sp>
        <p:nvSpPr>
          <p:cNvPr id="12" name="">
            <a:extLst xmlns:a="http://schemas.openxmlformats.org/drawingml/2006/main">
              <a:ext uri="{FF2B5EF4-FFF2-40B4-BE49-F238E27FC236}">
                <a16:creationId xmlns:a16="http://schemas.microsoft.com/office/drawing/2014/main" id="{1083F98B-7A9E-4BED-A1CC-6602AF1D8E25}"/>
              </a:ext>
            </a:extLst>
          </p:cNvPr>
          <p:cNvSpPr>
            <a:spLocks xmlns:a="http://schemas.openxmlformats.org/drawingml/2006/main" noGrp="1"/>
          </p:cNvSpPr>
          <p:nvPr/>
        </p:nvSpPr>
        <p:spPr>
          <a:xfrm xmlns:a="http://schemas.openxmlformats.org/drawingml/2006/main">
            <a:off x="7524750" y="2371725"/>
            <a:ext cx="3905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D96B18"/>
                </a:solidFill>
                <a:latin typeface="Arial"/>
                <a:ea typeface="Arial"/>
                <a:cs typeface="Arial"/>
              </a:defRPr>
            </a:pPr>
            <a:r>
              <a:rPr sz="2325" b="1">
                <a:solidFill>
                  <a:srgbClr val="D96B18"/>
                </a:solidFill>
                <a:latin typeface="Arial"/>
                <a:ea typeface="Arial"/>
                <a:cs typeface="Arial"/>
              </a:rPr>
              <a:t>Sensor: T = 25 °C</a:t>
            </a:r>
          </a:p>
        </p:txBody>
      </p:sp>
      <p:sp>
        <p:nvSpPr>
          <p:cNvPr id="13" name="">
            <a:extLst xmlns:a="http://schemas.openxmlformats.org/drawingml/2006/main">
              <a:ext uri="{FF2B5EF4-FFF2-40B4-BE49-F238E27FC236}">
                <a16:creationId xmlns:a16="http://schemas.microsoft.com/office/drawing/2014/main" id="{DCC22814-D86A-45CE-85EE-BF26C37F52AA}"/>
              </a:ext>
            </a:extLst>
          </p:cNvPr>
          <p:cNvSpPr>
            <a:spLocks xmlns:a="http://schemas.openxmlformats.org/drawingml/2006/main" noGrp="1"/>
          </p:cNvSpPr>
          <p:nvPr/>
        </p:nvSpPr>
        <p:spPr>
          <a:xfrm xmlns:a="http://schemas.openxmlformats.org/drawingml/2006/main">
            <a:off x="7524750" y="3267075"/>
            <a:ext cx="3905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μTemplada(25) = 0,5</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μCaliente(25) = 0,5</a:t>
            </a:r>
          </a:p>
        </p:txBody>
      </p:sp>
      <p:sp>
        <p:nvSpPr>
          <p:cNvPr id="14" name="">
            <a:extLst xmlns:a="http://schemas.openxmlformats.org/drawingml/2006/main">
              <a:ext uri="{FF2B5EF4-FFF2-40B4-BE49-F238E27FC236}">
                <a16:creationId xmlns:a16="http://schemas.microsoft.com/office/drawing/2014/main" id="{F1C43331-A86D-4CC0-B16C-F21AC9AE9274}"/>
              </a:ext>
            </a:extLst>
          </p:cNvPr>
          <p:cNvSpPr>
            <a:spLocks xmlns:a="http://schemas.openxmlformats.org/drawingml/2006/main" noGrp="1"/>
          </p:cNvSpPr>
          <p:nvPr/>
        </p:nvSpPr>
        <p:spPr>
          <a:xfrm xmlns:a="http://schemas.openxmlformats.org/drawingml/2006/main">
            <a:off x="7524750" y="4667250"/>
            <a:ext cx="39052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Evaluamos las funciones</a:t>
            </a:r>
          </a:p>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en la medida recibida.</a:t>
            </a:r>
          </a:p>
        </p:txBody>
      </p:sp>
      <p:sp>
        <p:nvSpPr>
          <p:cNvPr id="15" name="">
            <a:extLst xmlns:a="http://schemas.openxmlformats.org/drawingml/2006/main">
              <a:ext uri="{FF2B5EF4-FFF2-40B4-BE49-F238E27FC236}">
                <a16:creationId xmlns:a16="http://schemas.microsoft.com/office/drawing/2014/main" id="{AC780BBB-4A5C-4A24-A790-1EC30CCE9063}"/>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Fuzzificación: medida numérica → grados que activarán las reglas.</a:t>
            </a:r>
          </a:p>
        </p:txBody>
      </p:sp>
      <p:sp>
        <p:nvSpPr>
          <p:cNvPr id="17" name="">
            <a:extLst xmlns:a="http://schemas.openxmlformats.org/drawingml/2006/main">
              <a:ext uri="{FF2B5EF4-FFF2-40B4-BE49-F238E27FC236}">
                <a16:creationId xmlns:a16="http://schemas.microsoft.com/office/drawing/2014/main" id="{D1A59E72-2948-4B3C-B920-5D2AE81BE79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D5F5014A-A0D1-454D-8F38-A7E767E82ED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Pertenencias del error</a:t>
            </a:r>
          </a:p>
        </p:txBody>
      </p:sp>
      <p:sp>
        <p:nvSpPr>
          <p:cNvPr id="9" name="">
            <a:extLst xmlns:a="http://schemas.openxmlformats.org/drawingml/2006/main">
              <a:ext uri="{FF2B5EF4-FFF2-40B4-BE49-F238E27FC236}">
                <a16:creationId xmlns:a16="http://schemas.microsoft.com/office/drawing/2014/main" id="{CC819ADC-2490-4965-B946-7D672A63C407}"/>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Negativo</a:t>
            </a:r>
          </a:p>
        </p:txBody>
      </p:sp>
      <p:sp>
        <p:nvSpPr>
          <p:cNvPr id="10" name="">
            <a:extLst xmlns:a="http://schemas.openxmlformats.org/drawingml/2006/main">
              <a:ext uri="{FF2B5EF4-FFF2-40B4-BE49-F238E27FC236}">
                <a16:creationId xmlns:a16="http://schemas.microsoft.com/office/drawing/2014/main" id="{4969CD3A-0FA1-4290-A829-D14B8FC9E977}"/>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Cero</a:t>
            </a:r>
          </a:p>
        </p:txBody>
      </p:sp>
      <p:sp>
        <p:nvSpPr>
          <p:cNvPr id="11" name="">
            <a:extLst xmlns:a="http://schemas.openxmlformats.org/drawingml/2006/main">
              <a:ext uri="{FF2B5EF4-FFF2-40B4-BE49-F238E27FC236}">
                <a16:creationId xmlns:a16="http://schemas.microsoft.com/office/drawing/2014/main" id="{B423B425-171F-4C01-9905-AF1E967628AF}"/>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Positivo</a:t>
            </a:r>
          </a:p>
        </p:txBody>
      </p:sp>
      <p:graphicFrame>
        <p:nvGraphicFramePr>
          <p:cNvPr id="27" name="Chart"/>
          <p:cNvGraphicFramePr/>
          <p:nvPr/>
        </p:nvGraphicFramePr>
        <p:xfrm>
          <a:off xmlns:a="http://schemas.openxmlformats.org/drawingml/2006/main" x="762000" y="2152650"/>
          <a:ext xmlns:a="http://schemas.openxmlformats.org/drawingml/2006/main" cx="10668000" cy="3238500"/>
        </p:xfrm>
        <a:graphic xmlns:a="http://schemas.openxmlformats.org/drawingml/2006/main">
          <a:graphicData uri="http://schemas.openxmlformats.org/drawingml/2006/chart">
            <c:chart xmlns:r="http://schemas.openxmlformats.org/officeDocument/2006/relationships" xmlns:c="http://schemas.openxmlformats.org/drawingml/2006/chart" r:id="R55f51626eee3421b"/>
          </a:graphicData>
        </a:graphic>
      </p:graphicFrame>
      <p:sp>
        <p:nvSpPr>
          <p:cNvPr id="13" name="">
            <a:extLst xmlns:a="http://schemas.openxmlformats.org/drawingml/2006/main">
              <a:ext uri="{FF2B5EF4-FFF2-40B4-BE49-F238E27FC236}">
                <a16:creationId xmlns:a16="http://schemas.microsoft.com/office/drawing/2014/main" id="{3C3ECFC4-3CEC-4CF8-AE18-B3442A466BFC}"/>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e = 2 °C: μNegativo = 0, μCero = 0,5 y μPositivo = 0,5.</a:t>
            </a:r>
          </a:p>
        </p:txBody>
      </p:sp>
      <p:sp>
        <p:nvSpPr>
          <p:cNvPr id="15" name="">
            <a:extLst xmlns:a="http://schemas.openxmlformats.org/drawingml/2006/main">
              <a:ext uri="{FF2B5EF4-FFF2-40B4-BE49-F238E27FC236}">
                <a16:creationId xmlns:a16="http://schemas.microsoft.com/office/drawing/2014/main" id="{E65B0D72-8F9F-49FE-8530-941CFCEF8688}"/>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CD324D56-A440-4D70-87E5-DBD78CCCDE8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19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Pertenencias de la variación del error</a:t>
            </a:r>
          </a:p>
        </p:txBody>
      </p:sp>
      <p:sp>
        <p:nvSpPr>
          <p:cNvPr id="9" name="">
            <a:extLst xmlns:a="http://schemas.openxmlformats.org/drawingml/2006/main">
              <a:ext uri="{FF2B5EF4-FFF2-40B4-BE49-F238E27FC236}">
                <a16:creationId xmlns:a16="http://schemas.microsoft.com/office/drawing/2014/main" id="{84AFFE21-6BCC-4C8E-9549-19F99B8ADEF5}"/>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Disminuye</a:t>
            </a:r>
          </a:p>
        </p:txBody>
      </p:sp>
      <p:sp>
        <p:nvSpPr>
          <p:cNvPr id="10" name="">
            <a:extLst xmlns:a="http://schemas.openxmlformats.org/drawingml/2006/main">
              <a:ext uri="{FF2B5EF4-FFF2-40B4-BE49-F238E27FC236}">
                <a16:creationId xmlns:a16="http://schemas.microsoft.com/office/drawing/2014/main" id="{41696539-83F1-40BE-8350-2D2796D1C160}"/>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Estable</a:t>
            </a:r>
          </a:p>
        </p:txBody>
      </p:sp>
      <p:sp>
        <p:nvSpPr>
          <p:cNvPr id="11" name="">
            <a:extLst xmlns:a="http://schemas.openxmlformats.org/drawingml/2006/main">
              <a:ext uri="{FF2B5EF4-FFF2-40B4-BE49-F238E27FC236}">
                <a16:creationId xmlns:a16="http://schemas.microsoft.com/office/drawing/2014/main" id="{36AF0660-7C28-45D3-96FE-93DF2AEC8733}"/>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Crece</a:t>
            </a:r>
          </a:p>
        </p:txBody>
      </p:sp>
      <p:graphicFrame>
        <p:nvGraphicFramePr>
          <p:cNvPr id="27" name="Chart"/>
          <p:cNvGraphicFramePr/>
          <p:nvPr/>
        </p:nvGraphicFramePr>
        <p:xfrm>
          <a:off xmlns:a="http://schemas.openxmlformats.org/drawingml/2006/main" x="762000" y="2152650"/>
          <a:ext xmlns:a="http://schemas.openxmlformats.org/drawingml/2006/main" cx="10668000" cy="3238500"/>
        </p:xfrm>
        <a:graphic xmlns:a="http://schemas.openxmlformats.org/drawingml/2006/main">
          <a:graphicData uri="http://schemas.openxmlformats.org/drawingml/2006/chart">
            <c:chart xmlns:r="http://schemas.openxmlformats.org/officeDocument/2006/relationships" xmlns:c="http://schemas.openxmlformats.org/drawingml/2006/chart" r:id="Rb54ed54306ce462f"/>
          </a:graphicData>
        </a:graphic>
      </p:graphicFrame>
      <p:sp>
        <p:nvSpPr>
          <p:cNvPr id="13" name="">
            <a:extLst xmlns:a="http://schemas.openxmlformats.org/drawingml/2006/main">
              <a:ext uri="{FF2B5EF4-FFF2-40B4-BE49-F238E27FC236}">
                <a16:creationId xmlns:a16="http://schemas.microsoft.com/office/drawing/2014/main" id="{2B4F4194-3D10-4A63-AAFE-BB494682C45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de/dt = 0,2: μDisminuye = 0, μEstable = 0,8 y μCrece = 0,2.</a:t>
            </a:r>
          </a:p>
        </p:txBody>
      </p:sp>
      <p:sp>
        <p:nvSpPr>
          <p:cNvPr id="15" name="">
            <a:extLst xmlns:a="http://schemas.openxmlformats.org/drawingml/2006/main">
              <a:ext uri="{FF2B5EF4-FFF2-40B4-BE49-F238E27FC236}">
                <a16:creationId xmlns:a16="http://schemas.microsoft.com/office/drawing/2014/main" id="{797A04D4-0C54-48ED-A056-A5D24DBA1802}"/>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5E348BD-8BD1-4EDA-AAE9-467696AAB09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Cómo elegimos las funciones de pertenencia</a:t>
            </a:r>
          </a:p>
        </p:txBody>
      </p:sp>
      <p:sp>
        <p:nvSpPr>
          <p:cNvPr id="9" name="">
            <a:extLst xmlns:a="http://schemas.openxmlformats.org/drawingml/2006/main">
              <a:ext uri="{FF2B5EF4-FFF2-40B4-BE49-F238E27FC236}">
                <a16:creationId xmlns:a16="http://schemas.microsoft.com/office/drawing/2014/main" id="{ABE09E92-6049-4F6E-A6A6-DA95C8D0B321}"/>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Contexto y conocimiento experto</a:t>
            </a:r>
          </a:p>
        </p:txBody>
      </p:sp>
      <p:sp>
        <p:nvSpPr>
          <p:cNvPr id="10" name="">
            <a:extLst xmlns:a="http://schemas.openxmlformats.org/drawingml/2006/main">
              <a:ext uri="{FF2B5EF4-FFF2-40B4-BE49-F238E27FC236}">
                <a16:creationId xmlns:a16="http://schemas.microsoft.com/office/drawing/2014/main" id="{3A671D52-BB2D-48AB-822B-637BAE95E785}"/>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«Caliente» depende del proceso: confort humano y una caldera usan rangos distintos.</a:t>
            </a:r>
          </a:p>
        </p:txBody>
      </p:sp>
      <p:sp>
        <p:nvSpPr>
          <p:cNvPr id="11" name="">
            <a:extLst xmlns:a="http://schemas.openxmlformats.org/drawingml/2006/main">
              <a:ext uri="{FF2B5EF4-FFF2-40B4-BE49-F238E27FC236}">
                <a16:creationId xmlns:a16="http://schemas.microsoft.com/office/drawing/2014/main" id="{0B1D7DB0-46EA-4E96-8B51-2CF130E4CB13}"/>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Datos y puntos de referencia</a:t>
            </a:r>
          </a:p>
        </p:txBody>
      </p:sp>
      <p:sp>
        <p:nvSpPr>
          <p:cNvPr id="12" name="">
            <a:extLst xmlns:a="http://schemas.openxmlformats.org/drawingml/2006/main">
              <a:ext uri="{FF2B5EF4-FFF2-40B4-BE49-F238E27FC236}">
                <a16:creationId xmlns:a16="http://schemas.microsoft.com/office/drawing/2014/main" id="{6038089C-1542-4227-A653-A7BA529ACB8A}"/>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Identificar valores claramente bajos, típicos y claramente altos.</a:t>
            </a:r>
          </a:p>
        </p:txBody>
      </p:sp>
      <p:sp>
        <p:nvSpPr>
          <p:cNvPr id="13" name="">
            <a:extLst xmlns:a="http://schemas.openxmlformats.org/drawingml/2006/main">
              <a:ext uri="{FF2B5EF4-FFF2-40B4-BE49-F238E27FC236}">
                <a16:creationId xmlns:a16="http://schemas.microsoft.com/office/drawing/2014/main" id="{A11734DA-DACA-4C4F-8A15-939A8C39C7D2}"/>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Una primera partición sencilla</a:t>
            </a:r>
          </a:p>
        </p:txBody>
      </p:sp>
      <p:sp>
        <p:nvSpPr>
          <p:cNvPr id="14" name="">
            <a:extLst xmlns:a="http://schemas.openxmlformats.org/drawingml/2006/main">
              <a:ext uri="{FF2B5EF4-FFF2-40B4-BE49-F238E27FC236}">
                <a16:creationId xmlns:a16="http://schemas.microsoft.com/office/drawing/2014/main" id="{0C3EB5C9-DF78-4591-824D-B728C089A6E2}"/>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Empezar con pocas etiquetas interpretables; justificar su posición y solape.</a:t>
            </a:r>
          </a:p>
        </p:txBody>
      </p:sp>
      <p:sp>
        <p:nvSpPr>
          <p:cNvPr id="15" name="">
            <a:extLst xmlns:a="http://schemas.openxmlformats.org/drawingml/2006/main">
              <a:ext uri="{FF2B5EF4-FFF2-40B4-BE49-F238E27FC236}">
                <a16:creationId xmlns:a16="http://schemas.microsoft.com/office/drawing/2014/main" id="{7CC54242-7F2D-4433-8DD5-BBF53E1FFF3C}"/>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forma importa, pero también dónde colocamos las etiquetas y qué situaciones cubren.</a:t>
            </a:r>
          </a:p>
        </p:txBody>
      </p:sp>
      <p:sp>
        <p:nvSpPr>
          <p:cNvPr id="16" name="">
            <a:extLst xmlns:a="http://schemas.openxmlformats.org/drawingml/2006/main">
              <a:ext uri="{FF2B5EF4-FFF2-40B4-BE49-F238E27FC236}">
                <a16:creationId xmlns:a16="http://schemas.microsoft.com/office/drawing/2014/main" id="{BC8B81A5-15EB-426F-AF6A-E04B0609FF4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C867FEC-FFA5-4679-85CA-20C3FA25612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Cobertura y solape de las entradas</a:t>
            </a:r>
          </a:p>
        </p:txBody>
      </p:sp>
      <p:sp>
        <p:nvSpPr>
          <p:cNvPr id="9" name="">
            <a:extLst xmlns:a="http://schemas.openxmlformats.org/drawingml/2006/main">
              <a:ext uri="{FF2B5EF4-FFF2-40B4-BE49-F238E27FC236}">
                <a16:creationId xmlns:a16="http://schemas.microsoft.com/office/drawing/2014/main" id="{4D86B77C-7C08-409B-A8DE-18B4B56F86FA}"/>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Negativo</a:t>
            </a:r>
          </a:p>
        </p:txBody>
      </p:sp>
      <p:sp>
        <p:nvSpPr>
          <p:cNvPr id="10" name="">
            <a:extLst xmlns:a="http://schemas.openxmlformats.org/drawingml/2006/main">
              <a:ext uri="{FF2B5EF4-FFF2-40B4-BE49-F238E27FC236}">
                <a16:creationId xmlns:a16="http://schemas.microsoft.com/office/drawing/2014/main" id="{42B34694-9B6F-49ED-93A3-F2A1DA1A4E35}"/>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Cero</a:t>
            </a:r>
          </a:p>
        </p:txBody>
      </p:sp>
      <p:sp>
        <p:nvSpPr>
          <p:cNvPr id="11" name="">
            <a:extLst xmlns:a="http://schemas.openxmlformats.org/drawingml/2006/main">
              <a:ext uri="{FF2B5EF4-FFF2-40B4-BE49-F238E27FC236}">
                <a16:creationId xmlns:a16="http://schemas.microsoft.com/office/drawing/2014/main" id="{65C10A9D-5419-4323-866A-985CDFC91E34}"/>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Positivo</a:t>
            </a:r>
          </a:p>
        </p:txBody>
      </p:sp>
      <p:graphicFrame>
        <p:nvGraphicFramePr>
          <p:cNvPr id="27" name="Chart"/>
          <p:cNvGraphicFramePr/>
          <p:nvPr/>
        </p:nvGraphicFramePr>
        <p:xfrm>
          <a:off xmlns:a="http://schemas.openxmlformats.org/drawingml/2006/main" x="762000" y="2247900"/>
          <a:ext xmlns:a="http://schemas.openxmlformats.org/drawingml/2006/main" cx="10668000" cy="3143250"/>
        </p:xfrm>
        <a:graphic xmlns:a="http://schemas.openxmlformats.org/drawingml/2006/main">
          <a:graphicData uri="http://schemas.openxmlformats.org/drawingml/2006/chart">
            <c:chart xmlns:r="http://schemas.openxmlformats.org/officeDocument/2006/relationships" xmlns:c="http://schemas.openxmlformats.org/drawingml/2006/chart" r:id="Rc6f308c078d1446f"/>
          </a:graphicData>
        </a:graphic>
      </p:graphicFrame>
      <p:sp>
        <p:nvSpPr>
          <p:cNvPr id="13" name="">
            <a:extLst xmlns:a="http://schemas.openxmlformats.org/drawingml/2006/main">
              <a:ext uri="{FF2B5EF4-FFF2-40B4-BE49-F238E27FC236}">
                <a16:creationId xmlns:a16="http://schemas.microsoft.com/office/drawing/2014/main" id="{10B65DB4-B2DC-44E6-BF4B-4510A866F17D}"/>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todo el rango debe activarse alguna etiqueta; el solape permite transiciones graduales.</a:t>
            </a:r>
          </a:p>
        </p:txBody>
      </p:sp>
      <p:sp>
        <p:nvSpPr>
          <p:cNvPr id="15" name="">
            <a:extLst xmlns:a="http://schemas.openxmlformats.org/drawingml/2006/main">
              <a:ext uri="{FF2B5EF4-FFF2-40B4-BE49-F238E27FC236}">
                <a16:creationId xmlns:a16="http://schemas.microsoft.com/office/drawing/2014/main" id="{B1894EE4-52FE-4F7E-9896-0C7A72118C8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AA96F89-EA05-4EC9-9093-51EDF383F8C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Núcleo, soporte y frontera de un conjunto</a:t>
            </a:r>
          </a:p>
        </p:txBody>
      </p:sp>
      <p:sp>
        <p:nvSpPr>
          <p:cNvPr id="9" name="">
            <a:extLst xmlns:a="http://schemas.openxmlformats.org/drawingml/2006/main">
              <a:ext uri="{FF2B5EF4-FFF2-40B4-BE49-F238E27FC236}">
                <a16:creationId xmlns:a16="http://schemas.microsoft.com/office/drawing/2014/main" id="{21DF4336-59F4-4A32-9498-F479C5AE88AD}"/>
              </a:ext>
            </a:extLst>
          </p:cNvPr>
          <p:cNvSpPr>
            <a:spLocks xmlns:a="http://schemas.openxmlformats.org/drawingml/2006/main" noGrp="1"/>
          </p:cNvSpPr>
          <p:nvPr/>
        </p:nvSpPr>
        <p:spPr>
          <a:xfrm xmlns:a="http://schemas.openxmlformats.org/drawingml/2006/main">
            <a:off x="762000" y="1666875"/>
            <a:ext cx="1057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Ejemplo: «temperatura confortable»</a:t>
            </a:r>
          </a:p>
        </p:txBody>
      </p:sp>
      <p:graphicFrame>
        <p:nvGraphicFramePr>
          <p:cNvPr id="29" name="Chart"/>
          <p:cNvGraphicFramePr/>
          <p:nvPr/>
        </p:nvGraphicFramePr>
        <p:xfrm>
          <a:off xmlns:a="http://schemas.openxmlformats.org/drawingml/2006/main" x="762000" y="2324100"/>
          <a:ext xmlns:a="http://schemas.openxmlformats.org/drawingml/2006/main" cx="5524500" cy="3190875"/>
        </p:xfrm>
        <a:graphic xmlns:a="http://schemas.openxmlformats.org/drawingml/2006/main">
          <a:graphicData uri="http://schemas.openxmlformats.org/drawingml/2006/chart">
            <c:chart xmlns:r="http://schemas.openxmlformats.org/officeDocument/2006/relationships" xmlns:c="http://schemas.openxmlformats.org/drawingml/2006/chart" r:id="R80b6e21696464a56"/>
          </a:graphicData>
        </a:graphic>
      </p:graphicFrame>
      <p:sp>
        <p:nvSpPr>
          <p:cNvPr id="11" name="">
            <a:extLst xmlns:a="http://schemas.openxmlformats.org/drawingml/2006/main">
              <a:ext uri="{FF2B5EF4-FFF2-40B4-BE49-F238E27FC236}">
                <a16:creationId xmlns:a16="http://schemas.microsoft.com/office/drawing/2014/main" id="{0F77128C-333D-4498-95A6-FC3963CB3C5A}"/>
              </a:ext>
            </a:extLst>
          </p:cNvPr>
          <p:cNvSpPr>
            <a:spLocks xmlns:a="http://schemas.openxmlformats.org/drawingml/2006/main" noGrp="1"/>
          </p:cNvSpPr>
          <p:nvPr/>
        </p:nvSpPr>
        <p:spPr>
          <a:xfrm xmlns:a="http://schemas.openxmlformats.org/drawingml/2006/main">
            <a:off x="6762750" y="22574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Núcleo (core): μA(x) = 1</a:t>
            </a:r>
          </a:p>
        </p:txBody>
      </p:sp>
      <p:sp>
        <p:nvSpPr>
          <p:cNvPr id="12" name="">
            <a:extLst xmlns:a="http://schemas.openxmlformats.org/drawingml/2006/main">
              <a:ext uri="{FF2B5EF4-FFF2-40B4-BE49-F238E27FC236}">
                <a16:creationId xmlns:a16="http://schemas.microsoft.com/office/drawing/2014/main" id="{B904740A-DF8B-47E8-A362-230E148DF991}"/>
              </a:ext>
            </a:extLst>
          </p:cNvPr>
          <p:cNvSpPr>
            <a:spLocks xmlns:a="http://schemas.openxmlformats.org/drawingml/2006/main" noGrp="1"/>
          </p:cNvSpPr>
          <p:nvPr/>
        </p:nvSpPr>
        <p:spPr>
          <a:xfrm xmlns:a="http://schemas.openxmlformats.org/drawingml/2006/main">
            <a:off x="6762750" y="273367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En el ejemplo: [4, 6].</a:t>
            </a:r>
          </a:p>
        </p:txBody>
      </p:sp>
      <p:sp>
        <p:nvSpPr>
          <p:cNvPr id="13" name="">
            <a:extLst xmlns:a="http://schemas.openxmlformats.org/drawingml/2006/main">
              <a:ext uri="{FF2B5EF4-FFF2-40B4-BE49-F238E27FC236}">
                <a16:creationId xmlns:a16="http://schemas.microsoft.com/office/drawing/2014/main" id="{9839E9B0-A035-4AD3-94B2-818E7B511FD6}"/>
              </a:ext>
            </a:extLst>
          </p:cNvPr>
          <p:cNvSpPr>
            <a:spLocks xmlns:a="http://schemas.openxmlformats.org/drawingml/2006/main" noGrp="1"/>
          </p:cNvSpPr>
          <p:nvPr/>
        </p:nvSpPr>
        <p:spPr>
          <a:xfrm xmlns:a="http://schemas.openxmlformats.org/drawingml/2006/main">
            <a:off x="6762750" y="345757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162A0"/>
                </a:solidFill>
                <a:latin typeface="Arial"/>
                <a:ea typeface="Arial"/>
                <a:cs typeface="Arial"/>
              </a:defRPr>
            </a:pPr>
            <a:r>
              <a:rPr sz="2175" b="1">
                <a:solidFill>
                  <a:srgbClr val="2162A0"/>
                </a:solidFill>
                <a:latin typeface="Arial"/>
                <a:ea typeface="Arial"/>
                <a:cs typeface="Arial"/>
              </a:rPr>
              <a:t>Soporte: μA(x) &gt; 0</a:t>
            </a:r>
          </a:p>
        </p:txBody>
      </p:sp>
      <p:sp>
        <p:nvSpPr>
          <p:cNvPr id="14" name="">
            <a:extLst xmlns:a="http://schemas.openxmlformats.org/drawingml/2006/main">
              <a:ext uri="{FF2B5EF4-FFF2-40B4-BE49-F238E27FC236}">
                <a16:creationId xmlns:a16="http://schemas.microsoft.com/office/drawing/2014/main" id="{6FC44E0D-D1BC-4BB6-86DD-26EA3461E2C2}"/>
              </a:ext>
            </a:extLst>
          </p:cNvPr>
          <p:cNvSpPr>
            <a:spLocks xmlns:a="http://schemas.openxmlformats.org/drawingml/2006/main" noGrp="1"/>
          </p:cNvSpPr>
          <p:nvPr/>
        </p:nvSpPr>
        <p:spPr>
          <a:xfrm xmlns:a="http://schemas.openxmlformats.org/drawingml/2006/main">
            <a:off x="6762750" y="39338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En el ejemplo: (2, 8).</a:t>
            </a:r>
          </a:p>
        </p:txBody>
      </p:sp>
      <p:sp>
        <p:nvSpPr>
          <p:cNvPr id="15" name="">
            <a:extLst xmlns:a="http://schemas.openxmlformats.org/drawingml/2006/main">
              <a:ext uri="{FF2B5EF4-FFF2-40B4-BE49-F238E27FC236}">
                <a16:creationId xmlns:a16="http://schemas.microsoft.com/office/drawing/2014/main" id="{88EF5539-8399-4781-A624-25ABAB0D232F}"/>
              </a:ext>
            </a:extLst>
          </p:cNvPr>
          <p:cNvSpPr>
            <a:spLocks xmlns:a="http://schemas.openxmlformats.org/drawingml/2006/main" noGrp="1"/>
          </p:cNvSpPr>
          <p:nvPr/>
        </p:nvSpPr>
        <p:spPr>
          <a:xfrm xmlns:a="http://schemas.openxmlformats.org/drawingml/2006/main">
            <a:off x="6762750" y="465772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60863D"/>
                </a:solidFill>
                <a:latin typeface="Arial"/>
                <a:ea typeface="Arial"/>
                <a:cs typeface="Arial"/>
              </a:defRPr>
            </a:pPr>
            <a:r>
              <a:rPr sz="2175" b="1">
                <a:solidFill>
                  <a:srgbClr val="60863D"/>
                </a:solidFill>
                <a:latin typeface="Arial"/>
                <a:ea typeface="Arial"/>
                <a:cs typeface="Arial"/>
              </a:rPr>
              <a:t>Frontera: 0 &lt; μA(x) &lt; 1</a:t>
            </a:r>
          </a:p>
        </p:txBody>
      </p:sp>
      <p:sp>
        <p:nvSpPr>
          <p:cNvPr id="16" name="">
            <a:extLst xmlns:a="http://schemas.openxmlformats.org/drawingml/2006/main">
              <a:ext uri="{FF2B5EF4-FFF2-40B4-BE49-F238E27FC236}">
                <a16:creationId xmlns:a16="http://schemas.microsoft.com/office/drawing/2014/main" id="{CB648910-391F-4F97-88A5-B77A6AC3E52D}"/>
              </a:ext>
            </a:extLst>
          </p:cNvPr>
          <p:cNvSpPr>
            <a:spLocks xmlns:a="http://schemas.openxmlformats.org/drawingml/2006/main" noGrp="1"/>
          </p:cNvSpPr>
          <p:nvPr/>
        </p:nvSpPr>
        <p:spPr>
          <a:xfrm xmlns:a="http://schemas.openxmlformats.org/drawingml/2006/main">
            <a:off x="6762750" y="5133975"/>
            <a:ext cx="4667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(2, 4) y (6, 8).</a:t>
            </a:r>
          </a:p>
        </p:txBody>
      </p:sp>
      <p:sp>
        <p:nvSpPr>
          <p:cNvPr id="17" name="">
            <a:extLst xmlns:a="http://schemas.openxmlformats.org/drawingml/2006/main">
              <a:ext uri="{FF2B5EF4-FFF2-40B4-BE49-F238E27FC236}">
                <a16:creationId xmlns:a16="http://schemas.microsoft.com/office/drawing/2014/main" id="{40B11D23-5D49-4D45-B77F-94A73C38AA91}"/>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Estas regiones están en el dominio x; μ indica cuánto pertenece cada valor.</a:t>
            </a:r>
          </a:p>
        </p:txBody>
      </p:sp>
      <p:sp>
        <p:nvSpPr>
          <p:cNvPr id="19" name="">
            <a:extLst xmlns:a="http://schemas.openxmlformats.org/drawingml/2006/main">
              <a:ext uri="{FF2B5EF4-FFF2-40B4-BE49-F238E27FC236}">
                <a16:creationId xmlns:a16="http://schemas.microsoft.com/office/drawing/2014/main" id="{BB232A0F-AB80-4805-B2AF-2D1515D20BE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C895C9C-A48C-48F1-B658-6678D875CEE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Altura, normalidad, prototipo y cruces</a:t>
            </a:r>
          </a:p>
        </p:txBody>
      </p:sp>
      <p:sp>
        <p:nvSpPr>
          <p:cNvPr id="9" name="">
            <a:extLst xmlns:a="http://schemas.openxmlformats.org/drawingml/2006/main">
              <a:ext uri="{FF2B5EF4-FFF2-40B4-BE49-F238E27FC236}">
                <a16:creationId xmlns:a16="http://schemas.microsoft.com/office/drawing/2014/main" id="{81C37E3A-CAA0-4D91-8251-5B9B70701D3B}"/>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Normal: máximo 1</a:t>
            </a:r>
          </a:p>
        </p:txBody>
      </p:sp>
      <p:sp>
        <p:nvSpPr>
          <p:cNvPr id="10" name="">
            <a:extLst xmlns:a="http://schemas.openxmlformats.org/drawingml/2006/main">
              <a:ext uri="{FF2B5EF4-FFF2-40B4-BE49-F238E27FC236}">
                <a16:creationId xmlns:a16="http://schemas.microsoft.com/office/drawing/2014/main" id="{A82ED66A-7B23-4187-B621-381E09392D6A}"/>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Subnormal: máximo 0,6</a:t>
            </a:r>
          </a:p>
        </p:txBody>
      </p:sp>
      <p:graphicFrame>
        <p:nvGraphicFramePr>
          <p:cNvPr id="30" name="Chart"/>
          <p:cNvGraphicFramePr/>
          <p:nvPr/>
        </p:nvGraphicFramePr>
        <p:xfrm>
          <a:off xmlns:a="http://schemas.openxmlformats.org/drawingml/2006/main" x="762000" y="2276475"/>
          <a:ext xmlns:a="http://schemas.openxmlformats.org/drawingml/2006/main" cx="5524500" cy="3238500"/>
        </p:xfrm>
        <a:graphic xmlns:a="http://schemas.openxmlformats.org/drawingml/2006/main">
          <a:graphicData uri="http://schemas.openxmlformats.org/drawingml/2006/chart">
            <c:chart xmlns:r="http://schemas.openxmlformats.org/officeDocument/2006/relationships" xmlns:c="http://schemas.openxmlformats.org/drawingml/2006/chart" r:id="R0ff44e636eef4460"/>
          </a:graphicData>
        </a:graphic>
      </p:graphicFrame>
      <p:sp>
        <p:nvSpPr>
          <p:cNvPr id="12" name="">
            <a:extLst xmlns:a="http://schemas.openxmlformats.org/drawingml/2006/main">
              <a:ext uri="{FF2B5EF4-FFF2-40B4-BE49-F238E27FC236}">
                <a16:creationId xmlns:a16="http://schemas.microsoft.com/office/drawing/2014/main" id="{0A8F19B6-D3D7-41F2-9C57-CCC61D650757}"/>
              </a:ext>
            </a:extLst>
          </p:cNvPr>
          <p:cNvSpPr>
            <a:spLocks xmlns:a="http://schemas.openxmlformats.org/drawingml/2006/main" noGrp="1"/>
          </p:cNvSpPr>
          <p:nvPr/>
        </p:nvSpPr>
        <p:spPr>
          <a:xfrm xmlns:a="http://schemas.openxmlformats.org/drawingml/2006/main">
            <a:off x="6762750" y="2228850"/>
            <a:ext cx="4714875"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Altura = máximo de μ.</a:t>
            </a:r>
          </a:p>
        </p:txBody>
      </p:sp>
      <p:sp>
        <p:nvSpPr>
          <p:cNvPr id="13" name="">
            <a:extLst xmlns:a="http://schemas.openxmlformats.org/drawingml/2006/main">
              <a:ext uri="{FF2B5EF4-FFF2-40B4-BE49-F238E27FC236}">
                <a16:creationId xmlns:a16="http://schemas.microsoft.com/office/drawing/2014/main" id="{E8C26CF9-9151-4C71-9C4F-C67F3BF30885}"/>
              </a:ext>
            </a:extLst>
          </p:cNvPr>
          <p:cNvSpPr>
            <a:spLocks xmlns:a="http://schemas.openxmlformats.org/drawingml/2006/main" noGrp="1"/>
          </p:cNvSpPr>
          <p:nvPr/>
        </p:nvSpPr>
        <p:spPr>
          <a:xfrm xmlns:a="http://schemas.openxmlformats.org/drawingml/2006/main">
            <a:off x="6762750" y="2790825"/>
            <a:ext cx="4714875"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Normal: alcanza 1.</a:t>
            </a:r>
          </a:p>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Subnormal: máximo menor que 1.</a:t>
            </a:r>
          </a:p>
        </p:txBody>
      </p:sp>
      <p:sp>
        <p:nvSpPr>
          <p:cNvPr id="14" name="">
            <a:extLst xmlns:a="http://schemas.openxmlformats.org/drawingml/2006/main">
              <a:ext uri="{FF2B5EF4-FFF2-40B4-BE49-F238E27FC236}">
                <a16:creationId xmlns:a16="http://schemas.microsoft.com/office/drawing/2014/main" id="{477D818C-9AB6-48BD-BBCE-04AC8BB90C87}"/>
              </a:ext>
            </a:extLst>
          </p:cNvPr>
          <p:cNvSpPr>
            <a:spLocks xmlns:a="http://schemas.openxmlformats.org/drawingml/2006/main" noGrp="1"/>
          </p:cNvSpPr>
          <p:nvPr/>
        </p:nvSpPr>
        <p:spPr>
          <a:xfrm xmlns:a="http://schemas.openxmlformats.org/drawingml/2006/main">
            <a:off x="6762750" y="3895725"/>
            <a:ext cx="4714875"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Prototipo: x = 5</a:t>
            </a:r>
          </a:p>
        </p:txBody>
      </p:sp>
      <p:sp>
        <p:nvSpPr>
          <p:cNvPr id="15" name="">
            <a:extLst xmlns:a="http://schemas.openxmlformats.org/drawingml/2006/main">
              <a:ext uri="{FF2B5EF4-FFF2-40B4-BE49-F238E27FC236}">
                <a16:creationId xmlns:a16="http://schemas.microsoft.com/office/drawing/2014/main" id="{CC61DD62-4492-4D73-A92C-0AE3C3CC6420}"/>
              </a:ext>
            </a:extLst>
          </p:cNvPr>
          <p:cNvSpPr>
            <a:spLocks xmlns:a="http://schemas.openxmlformats.org/drawingml/2006/main" noGrp="1"/>
          </p:cNvSpPr>
          <p:nvPr/>
        </p:nvSpPr>
        <p:spPr>
          <a:xfrm xmlns:a="http://schemas.openxmlformats.org/drawingml/2006/main">
            <a:off x="6762750" y="4362450"/>
            <a:ext cx="471487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Aquí es el único punto con μ = 1.</a:t>
            </a:r>
          </a:p>
        </p:txBody>
      </p:sp>
      <p:sp>
        <p:nvSpPr>
          <p:cNvPr id="16" name="">
            <a:extLst xmlns:a="http://schemas.openxmlformats.org/drawingml/2006/main">
              <a:ext uri="{FF2B5EF4-FFF2-40B4-BE49-F238E27FC236}">
                <a16:creationId xmlns:a16="http://schemas.microsoft.com/office/drawing/2014/main" id="{A287DC50-C00A-4DB2-B8CD-C1428E9FE038}"/>
              </a:ext>
            </a:extLst>
          </p:cNvPr>
          <p:cNvSpPr>
            <a:spLocks xmlns:a="http://schemas.openxmlformats.org/drawingml/2006/main" noGrp="1"/>
          </p:cNvSpPr>
          <p:nvPr/>
        </p:nvSpPr>
        <p:spPr>
          <a:xfrm xmlns:a="http://schemas.openxmlformats.org/drawingml/2006/main">
            <a:off x="6762750" y="5238750"/>
            <a:ext cx="471487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Cruces: μ = 0,5</a:t>
            </a:r>
          </a:p>
        </p:txBody>
      </p:sp>
      <p:sp>
        <p:nvSpPr>
          <p:cNvPr id="17" name="">
            <a:extLst xmlns:a="http://schemas.openxmlformats.org/drawingml/2006/main">
              <a:ext uri="{FF2B5EF4-FFF2-40B4-BE49-F238E27FC236}">
                <a16:creationId xmlns:a16="http://schemas.microsoft.com/office/drawing/2014/main" id="{92183AC4-2F7E-4750-AEB8-4C73B612353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el triángulo normal, los puntos de cruce son x = 3,5 y x = 6,5.</a:t>
            </a:r>
          </a:p>
        </p:txBody>
      </p:sp>
      <p:sp>
        <p:nvSpPr>
          <p:cNvPr id="19" name="">
            <a:extLst xmlns:a="http://schemas.openxmlformats.org/drawingml/2006/main">
              <a:ext uri="{FF2B5EF4-FFF2-40B4-BE49-F238E27FC236}">
                <a16:creationId xmlns:a16="http://schemas.microsoft.com/office/drawing/2014/main" id="{CFB47EDC-1B08-4DAA-A307-7530F3D04B4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4BE3BC9A-0C7B-42E4-B830-D54357F16D6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Convexidad: una sola región por nivel</a:t>
            </a:r>
          </a:p>
        </p:txBody>
      </p:sp>
      <p:sp>
        <p:nvSpPr>
          <p:cNvPr id="9" name="">
            <a:extLst xmlns:a="http://schemas.openxmlformats.org/drawingml/2006/main">
              <a:ext uri="{FF2B5EF4-FFF2-40B4-BE49-F238E27FC236}">
                <a16:creationId xmlns:a16="http://schemas.microsoft.com/office/drawing/2014/main" id="{605F13D2-2610-4242-80F4-10B41E4879F0}"/>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Convexo: triángulo</a:t>
            </a:r>
          </a:p>
        </p:txBody>
      </p:sp>
      <p:sp>
        <p:nvSpPr>
          <p:cNvPr id="10" name="">
            <a:extLst xmlns:a="http://schemas.openxmlformats.org/drawingml/2006/main">
              <a:ext uri="{FF2B5EF4-FFF2-40B4-BE49-F238E27FC236}">
                <a16:creationId xmlns:a16="http://schemas.microsoft.com/office/drawing/2014/main" id="{8080B5DA-89D0-4540-B7A4-569E10841C1A}"/>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No convexo: dos zonas separadas</a:t>
            </a:r>
          </a:p>
        </p:txBody>
      </p:sp>
      <p:graphicFrame>
        <p:nvGraphicFramePr>
          <p:cNvPr id="28" name="Chart"/>
          <p:cNvGraphicFramePr/>
          <p:nvPr/>
        </p:nvGraphicFramePr>
        <p:xfrm>
          <a:off xmlns:a="http://schemas.openxmlformats.org/drawingml/2006/main" x="762000" y="2286000"/>
          <a:ext xmlns:a="http://schemas.openxmlformats.org/drawingml/2006/main" cx="4953000" cy="3190875"/>
        </p:xfrm>
        <a:graphic xmlns:a="http://schemas.openxmlformats.org/drawingml/2006/main">
          <a:graphicData uri="http://schemas.openxmlformats.org/drawingml/2006/chart">
            <c:chart xmlns:r="http://schemas.openxmlformats.org/officeDocument/2006/relationships" xmlns:c="http://schemas.openxmlformats.org/drawingml/2006/chart" r:id="R6b81d4cd93914438"/>
          </a:graphicData>
        </a:graphic>
      </p:graphicFrame>
      <p:graphicFrame>
        <p:nvGraphicFramePr>
          <p:cNvPr id="29" name="Chart"/>
          <p:cNvGraphicFramePr/>
          <p:nvPr/>
        </p:nvGraphicFramePr>
        <p:xfrm>
          <a:off xmlns:a="http://schemas.openxmlformats.org/drawingml/2006/main" x="6429375" y="2286000"/>
          <a:ext xmlns:a="http://schemas.openxmlformats.org/drawingml/2006/main" cx="4953000" cy="3190875"/>
        </p:xfrm>
        <a:graphic xmlns:a="http://schemas.openxmlformats.org/drawingml/2006/main">
          <a:graphicData uri="http://schemas.openxmlformats.org/drawingml/2006/chart">
            <c:chart xmlns:r="http://schemas.openxmlformats.org/officeDocument/2006/relationships" xmlns:c="http://schemas.openxmlformats.org/drawingml/2006/chart" r:id="Rc7ff9738139d4dd4"/>
          </a:graphicData>
        </a:graphic>
      </p:graphicFrame>
      <p:sp>
        <p:nvSpPr>
          <p:cNvPr id="13" name="">
            <a:extLst xmlns:a="http://schemas.openxmlformats.org/drawingml/2006/main">
              <a:ext uri="{FF2B5EF4-FFF2-40B4-BE49-F238E27FC236}">
                <a16:creationId xmlns:a16="http://schemas.microsoft.com/office/drawing/2014/main" id="{2EFC424A-A6B1-4FF3-AD5F-4C6FCA52189B}"/>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Al cortar a una altura α, el convexo deja un intervalo, sin huecos.</a:t>
            </a:r>
          </a:p>
        </p:txBody>
      </p:sp>
      <p:sp>
        <p:nvSpPr>
          <p:cNvPr id="16" name="">
            <a:extLst xmlns:a="http://schemas.openxmlformats.org/drawingml/2006/main">
              <a:ext uri="{FF2B5EF4-FFF2-40B4-BE49-F238E27FC236}">
                <a16:creationId xmlns:a16="http://schemas.microsoft.com/office/drawing/2014/main" id="{E91D801D-7ACB-4948-AAAC-11B99FFFA9D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58A4BB1-68BA-4695-B56F-D188D7DB567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Una gráfica 2D no implica dos entradas</a:t>
            </a:r>
          </a:p>
        </p:txBody>
      </p:sp>
      <p:sp>
        <p:nvSpPr>
          <p:cNvPr id="9" name="">
            <a:extLst xmlns:a="http://schemas.openxmlformats.org/drawingml/2006/main">
              <a:ext uri="{FF2B5EF4-FFF2-40B4-BE49-F238E27FC236}">
                <a16:creationId xmlns:a16="http://schemas.microsoft.com/office/drawing/2014/main" id="{84FFAB28-6CB4-48D7-B901-0F82CF3A6AD3}"/>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Una entrada: temperatura</a:t>
            </a:r>
          </a:p>
        </p:txBody>
      </p:sp>
      <p:sp>
        <p:nvSpPr>
          <p:cNvPr id="10" name="">
            <a:extLst xmlns:a="http://schemas.openxmlformats.org/drawingml/2006/main">
              <a:ext uri="{FF2B5EF4-FFF2-40B4-BE49-F238E27FC236}">
                <a16:creationId xmlns:a16="http://schemas.microsoft.com/office/drawing/2014/main" id="{64D75F68-3EF2-4E9F-B933-0C3DA09C0397}"/>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μFrío(T) tiene dominio unidimensional. Dibujamos T frente a μ.</a:t>
            </a:r>
          </a:p>
        </p:txBody>
      </p:sp>
      <p:sp>
        <p:nvSpPr>
          <p:cNvPr id="11" name="">
            <a:extLst xmlns:a="http://schemas.openxmlformats.org/drawingml/2006/main">
              <a:ext uri="{FF2B5EF4-FFF2-40B4-BE49-F238E27FC236}">
                <a16:creationId xmlns:a16="http://schemas.microsoft.com/office/drawing/2014/main" id="{F852BBED-AC25-40C8-A899-65D51C03EF71}"/>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Dos entradas del controlador</a:t>
            </a:r>
          </a:p>
        </p:txBody>
      </p:sp>
      <p:sp>
        <p:nvSpPr>
          <p:cNvPr id="12" name="">
            <a:extLst xmlns:a="http://schemas.openxmlformats.org/drawingml/2006/main">
              <a:ext uri="{FF2B5EF4-FFF2-40B4-BE49-F238E27FC236}">
                <a16:creationId xmlns:a16="http://schemas.microsoft.com/office/drawing/2014/main" id="{9383D2E1-A329-45FD-96DD-3E1366C782F2}"/>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Usaremos error e y variación del error de/dt: dos medidas distintas.</a:t>
            </a:r>
          </a:p>
        </p:txBody>
      </p:sp>
      <p:sp>
        <p:nvSpPr>
          <p:cNvPr id="13" name="">
            <a:extLst xmlns:a="http://schemas.openxmlformats.org/drawingml/2006/main">
              <a:ext uri="{FF2B5EF4-FFF2-40B4-BE49-F238E27FC236}">
                <a16:creationId xmlns:a16="http://schemas.microsoft.com/office/drawing/2014/main" id="{32D2909E-8B0E-440C-8E6D-6524535EAE37}"/>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Una regla puede relacionarlas</a:t>
            </a:r>
          </a:p>
        </p:txBody>
      </p:sp>
      <p:sp>
        <p:nvSpPr>
          <p:cNvPr id="14" name="">
            <a:extLst xmlns:a="http://schemas.openxmlformats.org/drawingml/2006/main">
              <a:ext uri="{FF2B5EF4-FFF2-40B4-BE49-F238E27FC236}">
                <a16:creationId xmlns:a16="http://schemas.microsoft.com/office/drawing/2014/main" id="{79356EA8-7F7A-4279-8FB3-1E068DECB0D8}"/>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«Error positivo Y error creciendo»: min(μPositivo(e), μCreciendo(de/dt)).</a:t>
            </a:r>
          </a:p>
        </p:txBody>
      </p:sp>
      <p:sp>
        <p:nvSpPr>
          <p:cNvPr id="15" name="">
            <a:extLst xmlns:a="http://schemas.openxmlformats.org/drawingml/2006/main">
              <a:ext uri="{FF2B5EF4-FFF2-40B4-BE49-F238E27FC236}">
                <a16:creationId xmlns:a16="http://schemas.microsoft.com/office/drawing/2014/main" id="{15EFE2F6-BA6C-459A-913D-7F5B4055A0A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Para la práctica: dos entradas escalares, con funciones 1D para cada una.</a:t>
            </a:r>
          </a:p>
        </p:txBody>
      </p:sp>
      <p:sp>
        <p:nvSpPr>
          <p:cNvPr id="16" name="">
            <a:extLst xmlns:a="http://schemas.openxmlformats.org/drawingml/2006/main">
              <a:ext uri="{FF2B5EF4-FFF2-40B4-BE49-F238E27FC236}">
                <a16:creationId xmlns:a16="http://schemas.microsoft.com/office/drawing/2014/main" id="{14C753B3-17D7-4A90-AD96-6566F746C0A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F193A942-4E5F-45AB-BEBA-22366984AFB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Si queremos modelar la imprecisión del sensor</a:t>
            </a:r>
          </a:p>
        </p:txBody>
      </p:sp>
      <p:graphicFrame>
        <p:nvGraphicFramePr>
          <p:cNvPr id="25" name="Chart"/>
          <p:cNvGraphicFramePr/>
          <p:nvPr/>
        </p:nvGraphicFramePr>
        <p:xfrm>
          <a:off xmlns:a="http://schemas.openxmlformats.org/drawingml/2006/main" x="762000" y="2333625"/>
          <a:ext xmlns:a="http://schemas.openxmlformats.org/drawingml/2006/main" cx="5334000" cy="2905125"/>
        </p:xfrm>
        <a:graphic xmlns:a="http://schemas.openxmlformats.org/drawingml/2006/main">
          <a:graphicData uri="http://schemas.openxmlformats.org/drawingml/2006/chart">
            <c:chart xmlns:r="http://schemas.openxmlformats.org/officeDocument/2006/relationships" xmlns:c="http://schemas.openxmlformats.org/drawingml/2006/chart" r:id="R487ab7b833a34c53"/>
          </a:graphicData>
        </a:graphic>
      </p:graphicFrame>
      <p:sp>
        <p:nvSpPr>
          <p:cNvPr id="10" name="">
            <a:extLst xmlns:a="http://schemas.openxmlformats.org/drawingml/2006/main">
              <a:ext uri="{FF2B5EF4-FFF2-40B4-BE49-F238E27FC236}">
                <a16:creationId xmlns:a16="http://schemas.microsoft.com/office/drawing/2014/main" id="{34041026-8A2D-4A0B-95BE-4E20942580E3}"/>
              </a:ext>
            </a:extLst>
          </p:cNvPr>
          <p:cNvSpPr>
            <a:spLocks xmlns:a="http://schemas.openxmlformats.org/drawingml/2006/main" noGrp="1"/>
          </p:cNvSpPr>
          <p:nvPr/>
        </p:nvSpPr>
        <p:spPr>
          <a:xfrm xmlns:a="http://schemas.openxmlformats.org/drawingml/2006/main">
            <a:off x="6572250" y="1800225"/>
            <a:ext cx="4905375"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El aparato muestra 10,00 V.</a:t>
            </a:r>
          </a:p>
        </p:txBody>
      </p:sp>
      <p:sp>
        <p:nvSpPr>
          <p:cNvPr id="11" name="">
            <a:extLst xmlns:a="http://schemas.openxmlformats.org/drawingml/2006/main">
              <a:ext uri="{FF2B5EF4-FFF2-40B4-BE49-F238E27FC236}">
                <a16:creationId xmlns:a16="http://schemas.microsoft.com/office/drawing/2014/main" id="{27651794-6E9B-4448-894E-19D8F0A18F16}"/>
              </a:ext>
            </a:extLst>
          </p:cNvPr>
          <p:cNvSpPr>
            <a:spLocks xmlns:a="http://schemas.openxmlformats.org/drawingml/2006/main" noGrp="1"/>
          </p:cNvSpPr>
          <p:nvPr/>
        </p:nvSpPr>
        <p:spPr>
          <a:xfrm xmlns:a="http://schemas.openxmlformats.org/drawingml/2006/main">
            <a:off x="6572250" y="2466975"/>
            <a:ext cx="48577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Un ±1 % alrededor de la lectura</a:t>
            </a:r>
          </a:p>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corresponde a 9,9–10,1 V.</a:t>
            </a:r>
          </a:p>
        </p:txBody>
      </p:sp>
      <p:sp>
        <p:nvSpPr>
          <p:cNvPr id="12" name="">
            <a:extLst xmlns:a="http://schemas.openxmlformats.org/drawingml/2006/main">
              <a:ext uri="{FF2B5EF4-FFF2-40B4-BE49-F238E27FC236}">
                <a16:creationId xmlns:a16="http://schemas.microsoft.com/office/drawing/2014/main" id="{FDBEE015-1CE3-4F90-814E-5A394D4962F5}"/>
              </a:ext>
            </a:extLst>
          </p:cNvPr>
          <p:cNvSpPr>
            <a:spLocks xmlns:a="http://schemas.openxmlformats.org/drawingml/2006/main" noGrp="1"/>
          </p:cNvSpPr>
          <p:nvPr/>
        </p:nvSpPr>
        <p:spPr>
          <a:xfrm xmlns:a="http://schemas.openxmlformats.org/drawingml/2006/main">
            <a:off x="6572250" y="3619500"/>
            <a:ext cx="4857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1">
                <a:solidFill>
                  <a:srgbClr val="D96B18"/>
                </a:solidFill>
                <a:latin typeface="Arial"/>
                <a:ea typeface="Arial"/>
                <a:cs typeface="Arial"/>
              </a:defRPr>
            </a:pPr>
            <a:r>
              <a:rPr sz="2025" b="1">
                <a:solidFill>
                  <a:srgbClr val="D96B18"/>
                </a:solidFill>
                <a:latin typeface="Arial"/>
                <a:ea typeface="Arial"/>
                <a:cs typeface="Arial"/>
              </a:rPr>
              <a:t>Comparación con una etiqueta A:</a:t>
            </a:r>
          </a:p>
        </p:txBody>
      </p:sp>
      <p:sp>
        <p:nvSpPr>
          <p:cNvPr id="13" name="">
            <a:extLst xmlns:a="http://schemas.openxmlformats.org/drawingml/2006/main">
              <a:ext uri="{FF2B5EF4-FFF2-40B4-BE49-F238E27FC236}">
                <a16:creationId xmlns:a16="http://schemas.microsoft.com/office/drawing/2014/main" id="{1081B399-82F8-45DB-BEFC-C5614D8027D5}"/>
              </a:ext>
            </a:extLst>
          </p:cNvPr>
          <p:cNvSpPr>
            <a:spLocks xmlns:a="http://schemas.openxmlformats.org/drawingml/2006/main" noGrp="1"/>
          </p:cNvSpPr>
          <p:nvPr/>
        </p:nvSpPr>
        <p:spPr>
          <a:xfrm xmlns:a="http://schemas.openxmlformats.org/drawingml/2006/main">
            <a:off x="6572250" y="4191000"/>
            <a:ext cx="485775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Compatibilidad =</a:t>
            </a:r>
          </a:p>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max sobre v de min(μLectura(v), μA(v)).</a:t>
            </a:r>
          </a:p>
        </p:txBody>
      </p:sp>
      <p:sp>
        <p:nvSpPr>
          <p:cNvPr id="14" name="">
            <a:extLst xmlns:a="http://schemas.openxmlformats.org/drawingml/2006/main">
              <a:ext uri="{FF2B5EF4-FFF2-40B4-BE49-F238E27FC236}">
                <a16:creationId xmlns:a16="http://schemas.microsoft.com/office/drawing/2014/main" id="{D06FA7BF-5AC9-4978-A339-8765F1AC174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Es opcional. Para empezar usaremos lecturas crisp, como en la diapositiva anterior.</a:t>
            </a:r>
          </a:p>
        </p:txBody>
      </p:sp>
      <p:sp>
        <p:nvSpPr>
          <p:cNvPr id="16" name="">
            <a:extLst xmlns:a="http://schemas.openxmlformats.org/drawingml/2006/main">
              <a:ext uri="{FF2B5EF4-FFF2-40B4-BE49-F238E27FC236}">
                <a16:creationId xmlns:a16="http://schemas.microsoft.com/office/drawing/2014/main" id="{11EB36C1-4728-40A3-8FD4-C9CB62460BD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AFB1ACAE-C41C-46DC-BB53-0C12BF62B027}"/>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Tres funciones de pertenencia en Python</a:t>
            </a:r>
          </a:p>
        </p:txBody>
      </p:sp>
      <p:sp>
        <p:nvSpPr>
          <p:cNvPr id="9" name="">
            <a:extLst xmlns:a="http://schemas.openxmlformats.org/drawingml/2006/main">
              <a:ext uri="{FF2B5EF4-FFF2-40B4-BE49-F238E27FC236}">
                <a16:creationId xmlns:a16="http://schemas.microsoft.com/office/drawing/2014/main" id="{D51073BB-481C-42A1-9791-F0B2E9ABAFA2}"/>
              </a:ext>
            </a:extLst>
          </p:cNvPr>
          <p:cNvSpPr>
            <a:spLocks xmlns:a="http://schemas.openxmlformats.org/drawingml/2006/main" noGrp="1"/>
          </p:cNvSpPr>
          <p:nvPr/>
        </p:nvSpPr>
        <p:spPr>
          <a:xfrm xmlns:a="http://schemas.openxmlformats.org/drawingml/2006/main">
            <a:off x="762000" y="1428750"/>
            <a:ext cx="107632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0">
                <a:solidFill>
                  <a:srgbClr val="233746"/>
                </a:solidFill>
                <a:latin typeface="Consolas"/>
                <a:ea typeface="Consolas"/>
                <a:cs typeface="Consolas"/>
              </a:defRPr>
            </a:pPr>
            <a:r>
              <a:rPr sz="1800" b="0">
                <a:solidFill>
                  <a:srgbClr val="233746"/>
                </a:solidFill>
                <a:latin typeface="Consolas"/>
                <a:ea typeface="Consolas"/>
                <a:cs typeface="Consolas"/>
              </a:rPr>
              <a:t>import numpy as np</a:t>
            </a:r>
          </a:p>
          <a:p xmlns:a="http://schemas.openxmlformats.org/drawingml/2006/main">
            <a:pPr>
              <a:buNone/>
              <a:defRPr sz="1800" b="0">
                <a:solidFill>
                  <a:srgbClr val="233746"/>
                </a:solidFill>
                <a:latin typeface="Consolas"/>
                <a:ea typeface="Consolas"/>
                <a:cs typeface="Consolas"/>
              </a:defRPr>
            </a:pPr>
            <a:r>
              <a:rPr sz="1800" b="0">
                <a:solidFill>
                  <a:srgbClr val="233746"/>
                </a:solidFill>
                <a:latin typeface="Consolas"/>
                <a:ea typeface="Consolas"/>
                <a:cs typeface="Consolas"/>
              </a:rPr>
              <a:t>x = np.linspace(0, 10, 201)</a:t>
            </a:r>
          </a:p>
        </p:txBody>
      </p:sp>
      <p:sp>
        <p:nvSpPr>
          <p:cNvPr id="10" name="">
            <a:extLst xmlns:a="http://schemas.openxmlformats.org/drawingml/2006/main">
              <a:ext uri="{FF2B5EF4-FFF2-40B4-BE49-F238E27FC236}">
                <a16:creationId xmlns:a16="http://schemas.microsoft.com/office/drawing/2014/main" id="{5C41C8AE-FDFB-47DE-AB25-5E9A840AE826}"/>
              </a:ext>
            </a:extLst>
          </p:cNvPr>
          <p:cNvSpPr>
            <a:spLocks xmlns:a="http://schemas.openxmlformats.org/drawingml/2006/main" noGrp="1"/>
          </p:cNvSpPr>
          <p:nvPr/>
        </p:nvSpPr>
        <p:spPr>
          <a:xfrm xmlns:a="http://schemas.openxmlformats.org/drawingml/2006/main">
            <a:off x="762000" y="2143125"/>
            <a:ext cx="3190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650" b="1">
                <a:solidFill>
                  <a:srgbClr val="D96B18"/>
                </a:solidFill>
                <a:latin typeface="Arial"/>
                <a:ea typeface="Arial"/>
                <a:cs typeface="Arial"/>
              </a:defRPr>
            </a:pPr>
            <a:r>
              <a:rPr sz="1650" b="1">
                <a:solidFill>
                  <a:srgbClr val="D96B18"/>
                </a:solidFill>
                <a:latin typeface="Arial"/>
                <a:ea typeface="Arial"/>
                <a:cs typeface="Arial"/>
              </a:rPr>
              <a:t>Triangular · a &lt; b &lt; c</a:t>
            </a:r>
          </a:p>
        </p:txBody>
      </p:sp>
      <p:graphicFrame>
        <p:nvGraphicFramePr>
          <p:cNvPr id="36" name="Chart"/>
          <p:cNvGraphicFramePr/>
          <p:nvPr/>
        </p:nvGraphicFramePr>
        <p:xfrm>
          <a:off xmlns:a="http://schemas.openxmlformats.org/drawingml/2006/main" x="742950" y="2447925"/>
          <a:ext xmlns:a="http://schemas.openxmlformats.org/drawingml/2006/main" cx="2714625" cy="1047750"/>
        </p:xfrm>
        <a:graphic xmlns:a="http://schemas.openxmlformats.org/drawingml/2006/main">
          <a:graphicData uri="http://schemas.openxmlformats.org/drawingml/2006/chart">
            <c:chart xmlns:r="http://schemas.openxmlformats.org/officeDocument/2006/relationships" xmlns:c="http://schemas.openxmlformats.org/drawingml/2006/chart" r:id="R4f4193ea57514341"/>
          </a:graphicData>
        </a:graphic>
      </p:graphicFrame>
      <p:sp>
        <p:nvSpPr>
          <p:cNvPr id="12" name="">
            <a:extLst xmlns:a="http://schemas.openxmlformats.org/drawingml/2006/main">
              <a:ext uri="{FF2B5EF4-FFF2-40B4-BE49-F238E27FC236}">
                <a16:creationId xmlns:a16="http://schemas.microsoft.com/office/drawing/2014/main" id="{0CD36324-CC90-4D8F-9018-E3511A5EC024}"/>
              </a:ext>
            </a:extLst>
          </p:cNvPr>
          <p:cNvSpPr>
            <a:spLocks xmlns:a="http://schemas.openxmlformats.org/drawingml/2006/main" noGrp="1"/>
          </p:cNvSpPr>
          <p:nvPr/>
        </p:nvSpPr>
        <p:spPr>
          <a:xfrm xmlns:a="http://schemas.openxmlformats.org/drawingml/2006/main">
            <a:off x="3829050" y="2171700"/>
            <a:ext cx="76676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def triangular(x, a, b, c):</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subida = (x-a)/(b-a)</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bajada = (c-x)/(c-b)</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return np.clip(np.minimum(subida, bajada), 0, 1)</a:t>
            </a:r>
          </a:p>
        </p:txBody>
      </p:sp>
      <p:sp>
        <p:nvSpPr>
          <p:cNvPr id="13" name="">
            <a:extLst xmlns:a="http://schemas.openxmlformats.org/drawingml/2006/main">
              <a:ext uri="{FF2B5EF4-FFF2-40B4-BE49-F238E27FC236}">
                <a16:creationId xmlns:a16="http://schemas.microsoft.com/office/drawing/2014/main" id="{ED488696-8C01-4C53-A47F-40F5A4A1A4B9}"/>
              </a:ext>
            </a:extLst>
          </p:cNvPr>
          <p:cNvSpPr>
            <a:spLocks xmlns:a="http://schemas.openxmlformats.org/drawingml/2006/main" noGrp="1"/>
          </p:cNvSpPr>
          <p:nvPr/>
        </p:nvSpPr>
        <p:spPr>
          <a:xfrm xmlns:a="http://schemas.openxmlformats.org/drawingml/2006/main">
            <a:off x="762000" y="3552825"/>
            <a:ext cx="3190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650" b="1">
                <a:solidFill>
                  <a:srgbClr val="D96B18"/>
                </a:solidFill>
                <a:latin typeface="Arial"/>
                <a:ea typeface="Arial"/>
                <a:cs typeface="Arial"/>
              </a:defRPr>
            </a:pPr>
            <a:r>
              <a:rPr sz="1650" b="1">
                <a:solidFill>
                  <a:srgbClr val="D96B18"/>
                </a:solidFill>
                <a:latin typeface="Arial"/>
                <a:ea typeface="Arial"/>
                <a:cs typeface="Arial"/>
              </a:rPr>
              <a:t>Trapezoidal · a &lt; b ≤ c &lt; d</a:t>
            </a:r>
          </a:p>
        </p:txBody>
      </p:sp>
      <p:graphicFrame>
        <p:nvGraphicFramePr>
          <p:cNvPr id="39" name="Chart"/>
          <p:cNvGraphicFramePr/>
          <p:nvPr/>
        </p:nvGraphicFramePr>
        <p:xfrm>
          <a:off xmlns:a="http://schemas.openxmlformats.org/drawingml/2006/main" x="742950" y="3857625"/>
          <a:ext xmlns:a="http://schemas.openxmlformats.org/drawingml/2006/main" cx="2714625" cy="1047750"/>
        </p:xfrm>
        <a:graphic xmlns:a="http://schemas.openxmlformats.org/drawingml/2006/main">
          <a:graphicData uri="http://schemas.openxmlformats.org/drawingml/2006/chart">
            <c:chart xmlns:r="http://schemas.openxmlformats.org/officeDocument/2006/relationships" xmlns:c="http://schemas.openxmlformats.org/drawingml/2006/chart" r:id="Rc5a70567ed9c438a"/>
          </a:graphicData>
        </a:graphic>
      </p:graphicFrame>
      <p:sp>
        <p:nvSpPr>
          <p:cNvPr id="15" name="">
            <a:extLst xmlns:a="http://schemas.openxmlformats.org/drawingml/2006/main">
              <a:ext uri="{FF2B5EF4-FFF2-40B4-BE49-F238E27FC236}">
                <a16:creationId xmlns:a16="http://schemas.microsoft.com/office/drawing/2014/main" id="{AD79B389-E1B8-4B13-85A1-E65327B7008C}"/>
              </a:ext>
            </a:extLst>
          </p:cNvPr>
          <p:cNvSpPr>
            <a:spLocks xmlns:a="http://schemas.openxmlformats.org/drawingml/2006/main" noGrp="1"/>
          </p:cNvSpPr>
          <p:nvPr/>
        </p:nvSpPr>
        <p:spPr>
          <a:xfrm xmlns:a="http://schemas.openxmlformats.org/drawingml/2006/main">
            <a:off x="3829050" y="3581400"/>
            <a:ext cx="76676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def trapezoidal(x, a, b, c, d):</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subida = (x-a)/(b-a)</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bajada = (d-x)/(d-c)</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return np.clip(np.minimum(subida, bajada), 0, 1)</a:t>
            </a:r>
          </a:p>
        </p:txBody>
      </p:sp>
      <p:sp>
        <p:nvSpPr>
          <p:cNvPr id="16" name="">
            <a:extLst xmlns:a="http://schemas.openxmlformats.org/drawingml/2006/main">
              <a:ext uri="{FF2B5EF4-FFF2-40B4-BE49-F238E27FC236}">
                <a16:creationId xmlns:a16="http://schemas.microsoft.com/office/drawing/2014/main" id="{22DFF483-D70F-4467-A84A-D3B901C7E19F}"/>
              </a:ext>
            </a:extLst>
          </p:cNvPr>
          <p:cNvSpPr>
            <a:spLocks xmlns:a="http://schemas.openxmlformats.org/drawingml/2006/main" noGrp="1"/>
          </p:cNvSpPr>
          <p:nvPr/>
        </p:nvSpPr>
        <p:spPr>
          <a:xfrm xmlns:a="http://schemas.openxmlformats.org/drawingml/2006/main">
            <a:off x="762000" y="4962525"/>
            <a:ext cx="31908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650" b="1">
                <a:solidFill>
                  <a:srgbClr val="D96B18"/>
                </a:solidFill>
                <a:latin typeface="Arial"/>
                <a:ea typeface="Arial"/>
                <a:cs typeface="Arial"/>
              </a:defRPr>
            </a:pPr>
            <a:r>
              <a:rPr sz="1650" b="1">
                <a:solidFill>
                  <a:srgbClr val="D96B18"/>
                </a:solidFill>
                <a:latin typeface="Arial"/>
                <a:ea typeface="Arial"/>
                <a:cs typeface="Arial"/>
              </a:rPr>
              <a:t>Gaussiana · sigma &gt; 0</a:t>
            </a:r>
          </a:p>
        </p:txBody>
      </p:sp>
      <p:graphicFrame>
        <p:nvGraphicFramePr>
          <p:cNvPr id="42" name="Chart"/>
          <p:cNvGraphicFramePr/>
          <p:nvPr/>
        </p:nvGraphicFramePr>
        <p:xfrm>
          <a:off xmlns:a="http://schemas.openxmlformats.org/drawingml/2006/main" x="742950" y="5267325"/>
          <a:ext xmlns:a="http://schemas.openxmlformats.org/drawingml/2006/main" cx="2714625" cy="1047750"/>
        </p:xfrm>
        <a:graphic xmlns:a="http://schemas.openxmlformats.org/drawingml/2006/main">
          <a:graphicData uri="http://schemas.openxmlformats.org/drawingml/2006/chart">
            <c:chart xmlns:r="http://schemas.openxmlformats.org/officeDocument/2006/relationships" xmlns:c="http://schemas.openxmlformats.org/drawingml/2006/chart" r:id="R153671c49eb64c22"/>
          </a:graphicData>
        </a:graphic>
      </p:graphicFrame>
      <p:sp>
        <p:nvSpPr>
          <p:cNvPr id="18" name="">
            <a:extLst xmlns:a="http://schemas.openxmlformats.org/drawingml/2006/main">
              <a:ext uri="{FF2B5EF4-FFF2-40B4-BE49-F238E27FC236}">
                <a16:creationId xmlns:a16="http://schemas.microsoft.com/office/drawing/2014/main" id="{BD23C15D-51A8-47BF-B86F-9277094EF6E0}"/>
              </a:ext>
            </a:extLst>
          </p:cNvPr>
          <p:cNvSpPr>
            <a:spLocks xmlns:a="http://schemas.openxmlformats.org/drawingml/2006/main" noGrp="1"/>
          </p:cNvSpPr>
          <p:nvPr/>
        </p:nvSpPr>
        <p:spPr>
          <a:xfrm xmlns:a="http://schemas.openxmlformats.org/drawingml/2006/main">
            <a:off x="3829050" y="4991100"/>
            <a:ext cx="7667625"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def gaussiana(x, c, sigma):</a:t>
            </a:r>
          </a:p>
          <a:p xmlns:a="http://schemas.openxmlformats.org/drawingml/2006/main">
            <a:pPr>
              <a:buNone/>
              <a:defRPr sz="1725" b="0">
                <a:solidFill>
                  <a:srgbClr val="233746"/>
                </a:solidFill>
                <a:latin typeface="Consolas"/>
                <a:ea typeface="Consolas"/>
                <a:cs typeface="Consolas"/>
              </a:defRPr>
            </a:pPr>
            <a:r>
              <a:rPr sz="1725" b="0">
                <a:solidFill>
                  <a:srgbClr val="233746"/>
                </a:solidFill>
                <a:latin typeface="Consolas"/>
                <a:ea typeface="Consolas"/>
                <a:cs typeface="Consolas"/>
              </a:rPr>
              <a:t>    return np.exp(-0.5 * ((x-c)/sigma)**2)</a:t>
            </a:r>
          </a:p>
        </p:txBody>
      </p:sp>
      <p:sp>
        <p:nvSpPr>
          <p:cNvPr id="19" name="">
            <a:extLst xmlns:a="http://schemas.openxmlformats.org/drawingml/2006/main">
              <a:ext uri="{FF2B5EF4-FFF2-40B4-BE49-F238E27FC236}">
                <a16:creationId xmlns:a16="http://schemas.microsoft.com/office/drawing/2014/main" id="{7E47D539-0B5F-4226-A508-AAB078E3B3C2}"/>
              </a:ext>
            </a:extLst>
          </p:cNvPr>
          <p:cNvSpPr>
            <a:spLocks xmlns:a="http://schemas.openxmlformats.org/drawingml/2006/main" noGrp="1"/>
          </p:cNvSpPr>
          <p:nvPr/>
        </p:nvSpPr>
        <p:spPr>
          <a:xfrm xmlns:a="http://schemas.openxmlformats.org/drawingml/2006/main">
            <a:off x="3829050" y="5905500"/>
            <a:ext cx="7667625"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0">
                <a:solidFill>
                  <a:srgbClr val="2162A0"/>
                </a:solidFill>
                <a:latin typeface="Consolas"/>
                <a:ea typeface="Consolas"/>
                <a:cs typeface="Consolas"/>
              </a:defRPr>
            </a:pPr>
            <a:r>
              <a:rPr sz="1725" b="0">
                <a:solidFill>
                  <a:srgbClr val="2162A0"/>
                </a:solidFill>
                <a:latin typeface="Consolas"/>
                <a:ea typeface="Consolas"/>
                <a:cs typeface="Consolas"/>
              </a:rPr>
              <a:t>Ejemplo: mu = gaussiana(x, c=5, sigma=1.3)</a:t>
            </a:r>
          </a:p>
        </p:txBody>
      </p:sp>
      <p:sp>
        <p:nvSpPr>
          <p:cNvPr id="23" name="">
            <a:extLst xmlns:a="http://schemas.openxmlformats.org/drawingml/2006/main">
              <a:ext uri="{FF2B5EF4-FFF2-40B4-BE49-F238E27FC236}">
                <a16:creationId xmlns:a16="http://schemas.microsoft.com/office/drawing/2014/main" id="{6258D3EA-4652-4025-9DB7-DD27DDFEA03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24" name="">
            <a:extLst xmlns:a="http://schemas.openxmlformats.org/drawingml/2006/main">
              <a:ext uri="{FF2B5EF4-FFF2-40B4-BE49-F238E27FC236}">
                <a16:creationId xmlns:a16="http://schemas.microsoft.com/office/drawing/2014/main" id="{2180FBB9-0A12-48F3-82B9-B4E168A67544}"/>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Ejercicio 1.1 · Tiempo de fraguado de epoxi</a:t>
            </a:r>
          </a:p>
        </p:txBody>
      </p:sp>
      <p:sp>
        <p:nvSpPr>
          <p:cNvPr id="9" name="">
            <a:extLst xmlns:a="http://schemas.openxmlformats.org/drawingml/2006/main">
              <a:ext uri="{FF2B5EF4-FFF2-40B4-BE49-F238E27FC236}">
                <a16:creationId xmlns:a16="http://schemas.microsoft.com/office/drawing/2014/main" id="{77021878-984F-4ABD-ADCC-0F0B22632DCE}"/>
              </a:ext>
            </a:extLst>
          </p:cNvPr>
          <p:cNvSpPr>
            <a:spLocks xmlns:a="http://schemas.openxmlformats.org/drawingml/2006/main" noGrp="1"/>
          </p:cNvSpPr>
          <p:nvPr/>
        </p:nvSpPr>
        <p:spPr>
          <a:xfrm xmlns:a="http://schemas.openxmlformats.org/drawingml/2006/main">
            <a:off x="762000" y="15811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Una resina epoxi tarda un tiempo en fraguar (endurecerse).</a:t>
            </a:r>
          </a:p>
        </p:txBody>
      </p:sp>
      <p:sp>
        <p:nvSpPr>
          <p:cNvPr id="10" name="">
            <a:extLst xmlns:a="http://schemas.openxmlformats.org/drawingml/2006/main">
              <a:ext uri="{FF2B5EF4-FFF2-40B4-BE49-F238E27FC236}">
                <a16:creationId xmlns:a16="http://schemas.microsoft.com/office/drawing/2014/main" id="{AE51B8A1-9567-4CE4-B3A1-058B8733FB68}"/>
              </a:ext>
            </a:extLst>
          </p:cNvPr>
          <p:cNvSpPr>
            <a:spLocks xmlns:a="http://schemas.openxmlformats.org/drawingml/2006/main" noGrp="1"/>
          </p:cNvSpPr>
          <p:nvPr/>
        </p:nvSpPr>
        <p:spPr>
          <a:xfrm xmlns:a="http://schemas.openxmlformats.org/drawingml/2006/main">
            <a:off x="762000" y="2219325"/>
            <a:ext cx="10668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Queremos describir ese tiempo con tres etiquetas:</a:t>
            </a:r>
          </a:p>
        </p:txBody>
      </p:sp>
      <p:sp>
        <p:nvSpPr>
          <p:cNvPr id="11" name="">
            <a:extLst xmlns:a="http://schemas.openxmlformats.org/drawingml/2006/main">
              <a:ext uri="{FF2B5EF4-FFF2-40B4-BE49-F238E27FC236}">
                <a16:creationId xmlns:a16="http://schemas.microsoft.com/office/drawing/2014/main" id="{2D1ED734-25DA-409A-9C76-A6818D00CDCD}"/>
              </a:ext>
            </a:extLst>
          </p:cNvPr>
          <p:cNvSpPr>
            <a:spLocks xmlns:a="http://schemas.openxmlformats.org/drawingml/2006/main" noGrp="1"/>
          </p:cNvSpPr>
          <p:nvPr/>
        </p:nvSpPr>
        <p:spPr>
          <a:xfrm xmlns:a="http://schemas.openxmlformats.org/drawingml/2006/main">
            <a:off x="762000" y="2886075"/>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75" b="1">
                <a:solidFill>
                  <a:srgbClr val="D96B18"/>
                </a:solidFill>
                <a:latin typeface="Arial"/>
                <a:ea typeface="Arial"/>
                <a:cs typeface="Arial"/>
              </a:defRPr>
            </a:pPr>
            <a:r>
              <a:rPr sz="2475" b="1">
                <a:solidFill>
                  <a:srgbClr val="D96B18"/>
                </a:solidFill>
                <a:latin typeface="Arial"/>
                <a:ea typeface="Arial"/>
                <a:cs typeface="Arial"/>
              </a:rPr>
              <a:t>«Extra rápido»                 «Rápido»                 «Lento»</a:t>
            </a:r>
          </a:p>
        </p:txBody>
      </p:sp>
      <p:sp>
        <p:nvSpPr>
          <p:cNvPr id="12" name="">
            <a:extLst xmlns:a="http://schemas.openxmlformats.org/drawingml/2006/main">
              <a:ext uri="{FF2B5EF4-FFF2-40B4-BE49-F238E27FC236}">
                <a16:creationId xmlns:a16="http://schemas.microsoft.com/office/drawing/2014/main" id="{1DD04E6C-C96E-4AD3-90C0-8332DACEF7F6}"/>
              </a:ext>
            </a:extLst>
          </p:cNvPr>
          <p:cNvSpPr>
            <a:spLocks xmlns:a="http://schemas.openxmlformats.org/drawingml/2006/main" noGrp="1"/>
          </p:cNvSpPr>
          <p:nvPr/>
        </p:nvSpPr>
        <p:spPr>
          <a:xfrm xmlns:a="http://schemas.openxmlformats.org/drawingml/2006/main">
            <a:off x="762000" y="371475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Proponed una función de pertenencia razonable para cada etiqueta,</a:t>
            </a:r>
          </a:p>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usando como variable el tiempo t, medido en minutos.</a:t>
            </a:r>
          </a:p>
        </p:txBody>
      </p:sp>
      <p:sp>
        <p:nvSpPr>
          <p:cNvPr id="13" name="">
            <a:extLst xmlns:a="http://schemas.openxmlformats.org/drawingml/2006/main">
              <a:ext uri="{FF2B5EF4-FFF2-40B4-BE49-F238E27FC236}">
                <a16:creationId xmlns:a16="http://schemas.microsoft.com/office/drawing/2014/main" id="{E63EE754-D746-43DE-8A6E-28030F3E7674}"/>
              </a:ext>
            </a:extLst>
          </p:cNvPr>
          <p:cNvSpPr>
            <a:spLocks xmlns:a="http://schemas.openxmlformats.org/drawingml/2006/main" noGrp="1"/>
          </p:cNvSpPr>
          <p:nvPr/>
        </p:nvSpPr>
        <p:spPr>
          <a:xfrm xmlns:a="http://schemas.openxmlformats.org/drawingml/2006/main">
            <a:off x="762000" y="49339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Representad las tres funciones en unos mismos ejes:</a:t>
            </a:r>
          </a:p>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eje horizontal: t (min) · eje vertical: pertenencia μ, entre 0 y 1.</a:t>
            </a:r>
          </a:p>
        </p:txBody>
      </p:sp>
      <p:sp>
        <p:nvSpPr>
          <p:cNvPr id="14" name="">
            <a:extLst xmlns:a="http://schemas.openxmlformats.org/drawingml/2006/main">
              <a:ext uri="{FF2B5EF4-FFF2-40B4-BE49-F238E27FC236}">
                <a16:creationId xmlns:a16="http://schemas.microsoft.com/office/drawing/2014/main" id="{188CE630-2007-4705-B9A7-E8508D2C46D6}"/>
              </a:ext>
            </a:extLst>
          </p:cNvPr>
          <p:cNvSpPr>
            <a:spLocks xmlns:a="http://schemas.openxmlformats.org/drawingml/2006/main" noGrp="1"/>
          </p:cNvSpPr>
          <p:nvPr/>
        </p:nvSpPr>
        <p:spPr>
          <a:xfrm xmlns:a="http://schemas.openxmlformats.org/drawingml/2006/main">
            <a:off x="762000" y="607695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162A0"/>
                </a:solidFill>
                <a:latin typeface="Arial"/>
                <a:ea typeface="Arial"/>
                <a:cs typeface="Arial"/>
              </a:defRPr>
            </a:pPr>
            <a:r>
              <a:rPr sz="1875" b="0">
                <a:solidFill>
                  <a:srgbClr val="2162A0"/>
                </a:solidFill>
                <a:latin typeface="Arial"/>
                <a:ea typeface="Arial"/>
                <a:cs typeface="Arial"/>
              </a:rPr>
              <a:t>El enunciado no fija umbrales: debéis elegirlos y justificar vuestra propuesta.</a:t>
            </a:r>
          </a:p>
        </p:txBody>
      </p:sp>
      <p:sp>
        <p:nvSpPr>
          <p:cNvPr id="15" name="">
            <a:extLst xmlns:a="http://schemas.openxmlformats.org/drawingml/2006/main">
              <a:ext uri="{FF2B5EF4-FFF2-40B4-BE49-F238E27FC236}">
                <a16:creationId xmlns:a16="http://schemas.microsoft.com/office/drawing/2014/main" id="{2C9D1AAD-8F55-4940-897A-74B520529C8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2F480704-26CC-44F9-B362-1EB8F168975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29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2162A0"/>
                </a:solidFill>
                <a:latin typeface="Arial"/>
                <a:ea typeface="Arial"/>
                <a:cs typeface="Arial"/>
              </a:defRPr>
            </a:pPr>
            <a:r>
              <a:rPr sz="3000" b="0">
                <a:solidFill>
                  <a:srgbClr val="2162A0"/>
                </a:solidFill>
                <a:latin typeface="Arial"/>
                <a:ea typeface="Arial"/>
                <a:cs typeface="Arial"/>
              </a:rPr>
              <a:t>Solución 1.1 · Una propuesta posible</a:t>
            </a:r>
          </a:p>
        </p:txBody>
      </p:sp>
      <p:sp>
        <p:nvSpPr>
          <p:cNvPr id="9" name="">
            <a:extLst xmlns:a="http://schemas.openxmlformats.org/drawingml/2006/main">
              <a:ext uri="{FF2B5EF4-FFF2-40B4-BE49-F238E27FC236}">
                <a16:creationId xmlns:a16="http://schemas.microsoft.com/office/drawing/2014/main" id="{28939A76-A131-43B7-AE21-5CCA4C6C86C4}"/>
              </a:ext>
            </a:extLst>
          </p:cNvPr>
          <p:cNvSpPr>
            <a:spLocks xmlns:a="http://schemas.openxmlformats.org/drawingml/2006/main" noGrp="1"/>
          </p:cNvSpPr>
          <p:nvPr/>
        </p:nvSpPr>
        <p:spPr>
          <a:xfrm xmlns:a="http://schemas.openxmlformats.org/drawingml/2006/main">
            <a:off x="762000" y="14859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Arial"/>
                <a:ea typeface="Arial"/>
                <a:cs typeface="Arial"/>
              </a:defRPr>
            </a:pPr>
            <a:r>
              <a:rPr sz="1950" b="0">
                <a:solidFill>
                  <a:srgbClr val="233746"/>
                </a:solidFill>
                <a:latin typeface="Arial"/>
                <a:ea typeface="Arial"/>
                <a:cs typeface="Arial"/>
              </a:rPr>
              <a:t>Elegimos estos tiempos como ejemplo; otros umbrales también pueden ser razonables.</a:t>
            </a:r>
          </a:p>
        </p:txBody>
      </p:sp>
      <p:graphicFrame>
        <p:nvGraphicFramePr>
          <p:cNvPr id="29" name="Chart"/>
          <p:cNvGraphicFramePr/>
          <p:nvPr/>
        </p:nvGraphicFramePr>
        <p:xfrm>
          <a:off xmlns:a="http://schemas.openxmlformats.org/drawingml/2006/main" x="704850" y="2295525"/>
          <a:ext xmlns:a="http://schemas.openxmlformats.org/drawingml/2006/main" cx="5381625" cy="3209925"/>
        </p:xfrm>
        <a:graphic xmlns:a="http://schemas.openxmlformats.org/drawingml/2006/main">
          <a:graphicData uri="http://schemas.openxmlformats.org/drawingml/2006/chart">
            <c:chart xmlns:r="http://schemas.openxmlformats.org/officeDocument/2006/relationships" xmlns:c="http://schemas.openxmlformats.org/drawingml/2006/chart" r:id="Rd939db4239dd4dcd"/>
          </a:graphicData>
        </a:graphic>
      </p:graphicFrame>
      <p:sp>
        <p:nvSpPr>
          <p:cNvPr id="11" name="">
            <a:extLst xmlns:a="http://schemas.openxmlformats.org/drawingml/2006/main">
              <a:ext uri="{FF2B5EF4-FFF2-40B4-BE49-F238E27FC236}">
                <a16:creationId xmlns:a16="http://schemas.microsoft.com/office/drawing/2014/main" id="{C456B81D-D9A8-446F-8922-599263C01758}"/>
              </a:ext>
            </a:extLst>
          </p:cNvPr>
          <p:cNvSpPr>
            <a:spLocks xmlns:a="http://schemas.openxmlformats.org/drawingml/2006/main" noGrp="1"/>
          </p:cNvSpPr>
          <p:nvPr/>
        </p:nvSpPr>
        <p:spPr>
          <a:xfrm xmlns:a="http://schemas.openxmlformats.org/drawingml/2006/main">
            <a:off x="6572250" y="2305050"/>
            <a:ext cx="4762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Extra rápido</a:t>
            </a:r>
          </a:p>
        </p:txBody>
      </p:sp>
      <p:sp>
        <p:nvSpPr>
          <p:cNvPr id="12" name="">
            <a:extLst xmlns:a="http://schemas.openxmlformats.org/drawingml/2006/main">
              <a:ext uri="{FF2B5EF4-FFF2-40B4-BE49-F238E27FC236}">
                <a16:creationId xmlns:a16="http://schemas.microsoft.com/office/drawing/2014/main" id="{4DB20955-3C15-4528-8C4A-24CF6A6E3E81}"/>
              </a:ext>
            </a:extLst>
          </p:cNvPr>
          <p:cNvSpPr>
            <a:spLocks xmlns:a="http://schemas.openxmlformats.org/drawingml/2006/main" noGrp="1"/>
          </p:cNvSpPr>
          <p:nvPr/>
        </p:nvSpPr>
        <p:spPr>
          <a:xfrm xmlns:a="http://schemas.openxmlformats.org/drawingml/2006/main">
            <a:off x="6572250" y="2752725"/>
            <a:ext cx="4857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μ = 1 hasta 2 min; baja a 0 en 5 min.</a:t>
            </a:r>
          </a:p>
        </p:txBody>
      </p:sp>
      <p:sp>
        <p:nvSpPr>
          <p:cNvPr id="13" name="">
            <a:extLst xmlns:a="http://schemas.openxmlformats.org/drawingml/2006/main">
              <a:ext uri="{FF2B5EF4-FFF2-40B4-BE49-F238E27FC236}">
                <a16:creationId xmlns:a16="http://schemas.microsoft.com/office/drawing/2014/main" id="{577BD69A-86F3-4BD8-8CE0-BCDECD48ADA5}"/>
              </a:ext>
            </a:extLst>
          </p:cNvPr>
          <p:cNvSpPr>
            <a:spLocks xmlns:a="http://schemas.openxmlformats.org/drawingml/2006/main" noGrp="1"/>
          </p:cNvSpPr>
          <p:nvPr/>
        </p:nvSpPr>
        <p:spPr>
          <a:xfrm xmlns:a="http://schemas.openxmlformats.org/drawingml/2006/main">
            <a:off x="6572250" y="3533775"/>
            <a:ext cx="4762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Rápido</a:t>
            </a:r>
          </a:p>
        </p:txBody>
      </p:sp>
      <p:sp>
        <p:nvSpPr>
          <p:cNvPr id="14" name="">
            <a:extLst xmlns:a="http://schemas.openxmlformats.org/drawingml/2006/main">
              <a:ext uri="{FF2B5EF4-FFF2-40B4-BE49-F238E27FC236}">
                <a16:creationId xmlns:a16="http://schemas.microsoft.com/office/drawing/2014/main" id="{36D3C712-8774-43AD-A53B-AD2D34D99739}"/>
              </a:ext>
            </a:extLst>
          </p:cNvPr>
          <p:cNvSpPr>
            <a:spLocks xmlns:a="http://schemas.openxmlformats.org/drawingml/2006/main" noGrp="1"/>
          </p:cNvSpPr>
          <p:nvPr/>
        </p:nvSpPr>
        <p:spPr>
          <a:xfrm xmlns:a="http://schemas.openxmlformats.org/drawingml/2006/main">
            <a:off x="6572250" y="3962400"/>
            <a:ext cx="4857750" cy="581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Triángulo: (2, 0), (8, 1), (20, 0).</a:t>
            </a:r>
          </a:p>
        </p:txBody>
      </p:sp>
      <p:sp>
        <p:nvSpPr>
          <p:cNvPr id="15" name="">
            <a:extLst xmlns:a="http://schemas.openxmlformats.org/drawingml/2006/main">
              <a:ext uri="{FF2B5EF4-FFF2-40B4-BE49-F238E27FC236}">
                <a16:creationId xmlns:a16="http://schemas.microsoft.com/office/drawing/2014/main" id="{916B424A-A100-4F6D-8841-A2C8DD3EF478}"/>
              </a:ext>
            </a:extLst>
          </p:cNvPr>
          <p:cNvSpPr>
            <a:spLocks xmlns:a="http://schemas.openxmlformats.org/drawingml/2006/main" noGrp="1"/>
          </p:cNvSpPr>
          <p:nvPr/>
        </p:nvSpPr>
        <p:spPr>
          <a:xfrm xmlns:a="http://schemas.openxmlformats.org/drawingml/2006/main">
            <a:off x="6572250" y="4743450"/>
            <a:ext cx="47625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60863D"/>
                </a:solidFill>
                <a:latin typeface="Arial"/>
                <a:ea typeface="Arial"/>
                <a:cs typeface="Arial"/>
              </a:defRPr>
            </a:pPr>
            <a:r>
              <a:rPr sz="2100" b="1">
                <a:solidFill>
                  <a:srgbClr val="60863D"/>
                </a:solidFill>
                <a:latin typeface="Arial"/>
                <a:ea typeface="Arial"/>
                <a:cs typeface="Arial"/>
              </a:rPr>
              <a:t>Lento</a:t>
            </a:r>
          </a:p>
        </p:txBody>
      </p:sp>
      <p:sp>
        <p:nvSpPr>
          <p:cNvPr id="16" name="">
            <a:extLst xmlns:a="http://schemas.openxmlformats.org/drawingml/2006/main">
              <a:ext uri="{FF2B5EF4-FFF2-40B4-BE49-F238E27FC236}">
                <a16:creationId xmlns:a16="http://schemas.microsoft.com/office/drawing/2014/main" id="{ED0CE7AF-CE50-4842-BF9D-CCF273676986}"/>
              </a:ext>
            </a:extLst>
          </p:cNvPr>
          <p:cNvSpPr>
            <a:spLocks xmlns:a="http://schemas.openxmlformats.org/drawingml/2006/main" noGrp="1"/>
          </p:cNvSpPr>
          <p:nvPr/>
        </p:nvSpPr>
        <p:spPr>
          <a:xfrm xmlns:a="http://schemas.openxmlformats.org/drawingml/2006/main">
            <a:off x="6572250" y="5172075"/>
            <a:ext cx="485775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μ = 0 hasta 10 min; sube a 1 en 30 min.</a:t>
            </a:r>
          </a:p>
        </p:txBody>
      </p:sp>
      <p:sp>
        <p:nvSpPr>
          <p:cNvPr id="17" name="">
            <a:extLst xmlns:a="http://schemas.openxmlformats.org/drawingml/2006/main">
              <a:ext uri="{FF2B5EF4-FFF2-40B4-BE49-F238E27FC236}">
                <a16:creationId xmlns:a16="http://schemas.microsoft.com/office/drawing/2014/main" id="{8AB7A1E9-E612-4A83-AF96-B43EC1EEA14C}"/>
              </a:ext>
            </a:extLst>
          </p:cNvPr>
          <p:cNvSpPr>
            <a:spLocks xmlns:a="http://schemas.openxmlformats.org/drawingml/2006/main" noGrp="1"/>
          </p:cNvSpPr>
          <p:nvPr/>
        </p:nvSpPr>
        <p:spPr>
          <a:xfrm xmlns:a="http://schemas.openxmlformats.org/drawingml/2006/main">
            <a:off x="762000" y="6010275"/>
            <a:ext cx="10715625"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233746"/>
                </a:solidFill>
                <a:latin typeface="Arial"/>
                <a:ea typeface="Arial"/>
                <a:cs typeface="Arial"/>
              </a:defRPr>
            </a:pPr>
            <a:r>
              <a:rPr sz="1875" b="1">
                <a:solidFill>
                  <a:srgbClr val="233746"/>
                </a:solidFill>
                <a:latin typeface="Arial"/>
                <a:ea typeface="Arial"/>
                <a:cs typeface="Arial"/>
              </a:rPr>
              <a:t>A los 15 min: μExtra rápido = 0 · μRápido = 5/12 ≈ 0,42 · μLento = 5/20 = 0,25.</a:t>
            </a:r>
          </a:p>
        </p:txBody>
      </p:sp>
      <p:sp>
        <p:nvSpPr>
          <p:cNvPr id="19" name="">
            <a:extLst xmlns:a="http://schemas.openxmlformats.org/drawingml/2006/main">
              <a:ext uri="{FF2B5EF4-FFF2-40B4-BE49-F238E27FC236}">
                <a16:creationId xmlns:a16="http://schemas.microsoft.com/office/drawing/2014/main" id="{22D113E0-6692-49DD-8162-DE113726BAD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2162A0"/>
          </a:solidFill>
          <a:ln xmlns:a="http://schemas.openxmlformats.org/drawingml/2006/main" w="0">
            <a:noFill/>
          </a:ln>
        </p:spPr>
      </p:sp>
      <p:sp>
        <p:nvSpPr>
          <p:cNvPr id="20" name="">
            <a:extLst xmlns:a="http://schemas.openxmlformats.org/drawingml/2006/main">
              <a:ext uri="{FF2B5EF4-FFF2-40B4-BE49-F238E27FC236}">
                <a16:creationId xmlns:a16="http://schemas.microsoft.com/office/drawing/2014/main" id="{53907AC0-BEBF-42D1-BF96-0011EEFB5AD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2162A0"/>
                </a:solidFill>
                <a:latin typeface="Arial"/>
                <a:ea typeface="Arial"/>
                <a:cs typeface="Arial"/>
              </a:defRPr>
            </a:pPr>
            <a:r>
              <a:rPr sz="1350" b="1">
                <a:solidFill>
                  <a:srgbClr val="2162A0"/>
                </a:solidFill>
                <a:latin typeface="Arial"/>
                <a:ea typeface="Arial"/>
                <a:cs typeface="Arial"/>
              </a:rPr>
              <a:t>02  ENTRADAS    /    Medir · calcular el error · fuzzificar</a:t>
            </a:r>
          </a:p>
        </p:txBody>
      </p:sp>
    </p:spTree>
    <p:extLst>
      <p:ext uri="{BB962C8B-B14F-4D97-AF65-F5344CB8AC3E}">
        <p14:creationId xmlns:p14="http://schemas.microsoft.com/office/powerpoint/2010/main" val="1721896526"/>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Una regla conecta entradas con una acción</a:t>
            </a:r>
          </a:p>
        </p:txBody>
      </p:sp>
      <p:sp>
        <p:nvSpPr>
          <p:cNvPr id="9" name="">
            <a:extLst xmlns:a="http://schemas.openxmlformats.org/drawingml/2006/main">
              <a:ext uri="{FF2B5EF4-FFF2-40B4-BE49-F238E27FC236}">
                <a16:creationId xmlns:a16="http://schemas.microsoft.com/office/drawing/2014/main" id="{9D58FF58-E251-4C9A-BA5E-4361FB7F6805}"/>
              </a:ext>
            </a:extLst>
          </p:cNvPr>
          <p:cNvSpPr>
            <a:spLocks xmlns:a="http://schemas.openxmlformats.org/drawingml/2006/main" noGrp="1"/>
          </p:cNvSpPr>
          <p:nvPr/>
        </p:nvSpPr>
        <p:spPr>
          <a:xfrm xmlns:a="http://schemas.openxmlformats.org/drawingml/2006/main">
            <a:off x="762000" y="14954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8655A2"/>
                </a:solidFill>
                <a:latin typeface="Arial"/>
                <a:ea typeface="Arial"/>
                <a:cs typeface="Arial"/>
              </a:defRPr>
            </a:pPr>
            <a:r>
              <a:rPr sz="1725" b="1">
                <a:solidFill>
                  <a:srgbClr val="8655A2"/>
                </a:solidFill>
                <a:latin typeface="Arial"/>
                <a:ea typeface="Arial"/>
                <a:cs typeface="Arial"/>
              </a:rPr>
              <a:t>DENTRO DEL CONTROLADOR: BASE DE REGLAS</a:t>
            </a:r>
          </a:p>
        </p:txBody>
      </p:sp>
      <p:sp>
        <p:nvSpPr>
          <p:cNvPr id="10" name="">
            <a:extLst xmlns:a="http://schemas.openxmlformats.org/drawingml/2006/main">
              <a:ext uri="{FF2B5EF4-FFF2-40B4-BE49-F238E27FC236}">
                <a16:creationId xmlns:a16="http://schemas.microsoft.com/office/drawing/2014/main" id="{7BDCE042-8C5C-4BD0-AA4F-1308676CE9E5}"/>
              </a:ext>
            </a:extLst>
          </p:cNvPr>
          <p:cNvSpPr>
            <a:spLocks xmlns:a="http://schemas.openxmlformats.org/drawingml/2006/main" noGrp="1"/>
          </p:cNvSpPr>
          <p:nvPr/>
        </p:nvSpPr>
        <p:spPr>
          <a:xfrm xmlns:a="http://schemas.openxmlformats.org/drawingml/2006/main">
            <a:off x="762000" y="2181225"/>
            <a:ext cx="647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700" b="1">
                <a:solidFill>
                  <a:srgbClr val="2162A0"/>
                </a:solidFill>
                <a:latin typeface="Arial"/>
                <a:ea typeface="Arial"/>
                <a:cs typeface="Arial"/>
              </a:defRPr>
            </a:pPr>
            <a:r>
              <a:rPr sz="2700" b="1">
                <a:solidFill>
                  <a:srgbClr val="2162A0"/>
                </a:solidFill>
                <a:latin typeface="Arial"/>
                <a:ea typeface="Arial"/>
                <a:cs typeface="Arial"/>
              </a:rPr>
              <a:t>SI el error es Positivo</a:t>
            </a:r>
          </a:p>
        </p:txBody>
      </p:sp>
      <p:sp>
        <p:nvSpPr>
          <p:cNvPr id="11" name="">
            <a:extLst xmlns:a="http://schemas.openxmlformats.org/drawingml/2006/main">
              <a:ext uri="{FF2B5EF4-FFF2-40B4-BE49-F238E27FC236}">
                <a16:creationId xmlns:a16="http://schemas.microsoft.com/office/drawing/2014/main" id="{9E4E910C-87DD-47DF-A59F-A17532E97789}"/>
              </a:ext>
            </a:extLst>
          </p:cNvPr>
          <p:cNvSpPr>
            <a:spLocks xmlns:a="http://schemas.openxmlformats.org/drawingml/2006/main" noGrp="1"/>
          </p:cNvSpPr>
          <p:nvPr/>
        </p:nvSpPr>
        <p:spPr>
          <a:xfrm xmlns:a="http://schemas.openxmlformats.org/drawingml/2006/main">
            <a:off x="762000" y="2838450"/>
            <a:ext cx="6477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700" b="1">
                <a:solidFill>
                  <a:srgbClr val="2162A0"/>
                </a:solidFill>
                <a:latin typeface="Arial"/>
                <a:ea typeface="Arial"/>
                <a:cs typeface="Arial"/>
              </a:defRPr>
            </a:pPr>
            <a:r>
              <a:rPr sz="2700" b="1">
                <a:solidFill>
                  <a:srgbClr val="2162A0"/>
                </a:solidFill>
                <a:latin typeface="Arial"/>
                <a:ea typeface="Arial"/>
                <a:cs typeface="Arial"/>
              </a:rPr>
              <a:t>Y el error está Creciendo</a:t>
            </a:r>
          </a:p>
        </p:txBody>
      </p:sp>
      <p:sp>
        <p:nvSpPr>
          <p:cNvPr id="12" name="">
            <a:extLst xmlns:a="http://schemas.openxmlformats.org/drawingml/2006/main">
              <a:ext uri="{FF2B5EF4-FFF2-40B4-BE49-F238E27FC236}">
                <a16:creationId xmlns:a16="http://schemas.microsoft.com/office/drawing/2014/main" id="{F13A33FB-3BA0-4F5B-8779-0C693E1D0698}"/>
              </a:ext>
            </a:extLst>
          </p:cNvPr>
          <p:cNvSpPr>
            <a:spLocks xmlns:a="http://schemas.openxmlformats.org/drawingml/2006/main" noGrp="1"/>
          </p:cNvSpPr>
          <p:nvPr/>
        </p:nvSpPr>
        <p:spPr>
          <a:xfrm xmlns:a="http://schemas.openxmlformats.org/drawingml/2006/main">
            <a:off x="762000" y="38766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850" b="1">
                <a:solidFill>
                  <a:srgbClr val="087F79"/>
                </a:solidFill>
                <a:latin typeface="Arial"/>
                <a:ea typeface="Arial"/>
                <a:cs typeface="Arial"/>
              </a:defRPr>
            </a:pPr>
            <a:r>
              <a:rPr sz="2850" b="1">
                <a:solidFill>
                  <a:srgbClr val="087F79"/>
                </a:solidFill>
                <a:latin typeface="Arial"/>
                <a:ea typeface="Arial"/>
                <a:cs typeface="Arial"/>
              </a:rPr>
              <a:t>ENTONCES la potencia es Alta</a:t>
            </a:r>
          </a:p>
        </p:txBody>
      </p:sp>
      <p:sp>
        <p:nvSpPr>
          <p:cNvPr id="13" name="">
            <a:extLst xmlns:a="http://schemas.openxmlformats.org/drawingml/2006/main">
              <a:ext uri="{FF2B5EF4-FFF2-40B4-BE49-F238E27FC236}">
                <a16:creationId xmlns:a16="http://schemas.microsoft.com/office/drawing/2014/main" id="{2F02E323-BF5E-4775-87AE-E1BCFED21C00}"/>
              </a:ext>
            </a:extLst>
          </p:cNvPr>
          <p:cNvSpPr>
            <a:spLocks xmlns:a="http://schemas.openxmlformats.org/drawingml/2006/main" noGrp="1"/>
          </p:cNvSpPr>
          <p:nvPr/>
        </p:nvSpPr>
        <p:spPr>
          <a:xfrm xmlns:a="http://schemas.openxmlformats.org/drawingml/2006/main">
            <a:off x="7858125" y="2324100"/>
            <a:ext cx="35242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162A0"/>
                </a:solidFill>
                <a:latin typeface="Arial"/>
                <a:ea typeface="Arial"/>
                <a:cs typeface="Arial"/>
              </a:defRPr>
            </a:pPr>
            <a:r>
              <a:rPr sz="2175" b="0">
                <a:solidFill>
                  <a:srgbClr val="2162A0"/>
                </a:solidFill>
                <a:latin typeface="Arial"/>
                <a:ea typeface="Arial"/>
                <a:cs typeface="Arial"/>
              </a:rPr>
              <a:t>Antecedente</a:t>
            </a:r>
          </a:p>
          <a:p xmlns:a="http://schemas.openxmlformats.org/drawingml/2006/main">
            <a:pPr>
              <a:buNone/>
              <a:defRPr sz="2175" b="0">
                <a:solidFill>
                  <a:srgbClr val="2162A0"/>
                </a:solidFill>
                <a:latin typeface="Arial"/>
                <a:ea typeface="Arial"/>
                <a:cs typeface="Arial"/>
              </a:defRPr>
            </a:pPr>
            <a:r>
              <a:rPr sz="2175" b="0">
                <a:solidFill>
                  <a:srgbClr val="2162A0"/>
                </a:solidFill>
                <a:latin typeface="Arial"/>
                <a:ea typeface="Arial"/>
                <a:cs typeface="Arial"/>
              </a:rPr>
              <a:t>Describe las entradas.</a:t>
            </a:r>
          </a:p>
        </p:txBody>
      </p:sp>
      <p:sp>
        <p:nvSpPr>
          <p:cNvPr id="14" name="">
            <a:extLst xmlns:a="http://schemas.openxmlformats.org/drawingml/2006/main">
              <a:ext uri="{FF2B5EF4-FFF2-40B4-BE49-F238E27FC236}">
                <a16:creationId xmlns:a16="http://schemas.microsoft.com/office/drawing/2014/main" id="{86CB3EB1-1E7D-4624-90D5-D0780DB454C0}"/>
              </a:ext>
            </a:extLst>
          </p:cNvPr>
          <p:cNvSpPr>
            <a:spLocks xmlns:a="http://schemas.openxmlformats.org/drawingml/2006/main" noGrp="1"/>
          </p:cNvSpPr>
          <p:nvPr/>
        </p:nvSpPr>
        <p:spPr>
          <a:xfrm xmlns:a="http://schemas.openxmlformats.org/drawingml/2006/main">
            <a:off x="7858125" y="4638675"/>
            <a:ext cx="35242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087F79"/>
                </a:solidFill>
                <a:latin typeface="Arial"/>
                <a:ea typeface="Arial"/>
                <a:cs typeface="Arial"/>
              </a:defRPr>
            </a:pPr>
            <a:r>
              <a:rPr sz="2175" b="0">
                <a:solidFill>
                  <a:srgbClr val="087F79"/>
                </a:solidFill>
                <a:latin typeface="Arial"/>
                <a:ea typeface="Arial"/>
                <a:cs typeface="Arial"/>
              </a:rPr>
              <a:t>Consecuente</a:t>
            </a:r>
          </a:p>
          <a:p xmlns:a="http://schemas.openxmlformats.org/drawingml/2006/main">
            <a:pPr>
              <a:buNone/>
              <a:defRPr sz="2175" b="0">
                <a:solidFill>
                  <a:srgbClr val="087F79"/>
                </a:solidFill>
                <a:latin typeface="Arial"/>
                <a:ea typeface="Arial"/>
                <a:cs typeface="Arial"/>
              </a:defRPr>
            </a:pPr>
            <a:r>
              <a:rPr sz="2175" b="0">
                <a:solidFill>
                  <a:srgbClr val="087F79"/>
                </a:solidFill>
                <a:latin typeface="Arial"/>
                <a:ea typeface="Arial"/>
                <a:cs typeface="Arial"/>
              </a:rPr>
              <a:t>Propone una salida.</a:t>
            </a:r>
          </a:p>
        </p:txBody>
      </p:sp>
      <p:sp>
        <p:nvSpPr>
          <p:cNvPr id="15" name="">
            <a:extLst xmlns:a="http://schemas.openxmlformats.org/drawingml/2006/main">
              <a:ext uri="{FF2B5EF4-FFF2-40B4-BE49-F238E27FC236}">
                <a16:creationId xmlns:a16="http://schemas.microsoft.com/office/drawing/2014/main" id="{95256057-5998-4D27-8146-E7560E84D492}"/>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regla se guarda al diseñar. Su grado de activación se calcula con cada nueva medida.</a:t>
            </a:r>
          </a:p>
        </p:txBody>
      </p:sp>
      <p:sp>
        <p:nvSpPr>
          <p:cNvPr id="16" name="">
            <a:extLst xmlns:a="http://schemas.openxmlformats.org/drawingml/2006/main">
              <a:ext uri="{FF2B5EF4-FFF2-40B4-BE49-F238E27FC236}">
                <a16:creationId xmlns:a16="http://schemas.microsoft.com/office/drawing/2014/main" id="{0E07899A-E1C6-4A7B-89AA-ECC6C0A18D0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01A7F5F-10F8-470E-AB09-DA0638B8B5D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Razonamiento deductivo en sistemas fuzzy</a:t>
            </a:r>
          </a:p>
        </p:txBody>
      </p:sp>
      <p:sp>
        <p:nvSpPr>
          <p:cNvPr id="9" name="">
            <a:extLst xmlns:a="http://schemas.openxmlformats.org/drawingml/2006/main">
              <a:ext uri="{FF2B5EF4-FFF2-40B4-BE49-F238E27FC236}">
                <a16:creationId xmlns:a16="http://schemas.microsoft.com/office/drawing/2014/main" id="{DABA2552-DB85-42BC-9B1C-117EC73AAA0F}"/>
              </a:ext>
            </a:extLst>
          </p:cNvPr>
          <p:cNvSpPr>
            <a:spLocks xmlns:a="http://schemas.openxmlformats.org/drawingml/2006/main" noGrp="1"/>
          </p:cNvSpPr>
          <p:nvPr/>
        </p:nvSpPr>
        <p:spPr>
          <a:xfrm xmlns:a="http://schemas.openxmlformats.org/drawingml/2006/main">
            <a:off x="762000" y="15430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1">
                <a:solidFill>
                  <a:srgbClr val="233746"/>
                </a:solidFill>
                <a:latin typeface="Arial"/>
                <a:ea typeface="Arial"/>
                <a:cs typeface="Arial"/>
              </a:defRPr>
            </a:pPr>
            <a:r>
              <a:rPr sz="2400" b="1">
                <a:solidFill>
                  <a:srgbClr val="233746"/>
                </a:solidFill>
                <a:latin typeface="Arial"/>
                <a:ea typeface="Arial"/>
                <a:cs typeface="Arial"/>
              </a:rPr>
              <a:t>Aplicamos reglas generales a una situación particular.</a:t>
            </a:r>
          </a:p>
        </p:txBody>
      </p:sp>
      <p:sp>
        <p:nvSpPr>
          <p:cNvPr id="10" name="">
            <a:extLst xmlns:a="http://schemas.openxmlformats.org/drawingml/2006/main">
              <a:ext uri="{FF2B5EF4-FFF2-40B4-BE49-F238E27FC236}">
                <a16:creationId xmlns:a16="http://schemas.microsoft.com/office/drawing/2014/main" id="{CB737BAC-CC37-4306-AAE6-D75F8C59F2CD}"/>
              </a:ext>
            </a:extLst>
          </p:cNvPr>
          <p:cNvSpPr>
            <a:spLocks xmlns:a="http://schemas.openxmlformats.org/drawingml/2006/main" noGrp="1"/>
          </p:cNvSpPr>
          <p:nvPr/>
        </p:nvSpPr>
        <p:spPr>
          <a:xfrm xmlns:a="http://schemas.openxmlformats.org/drawingml/2006/main">
            <a:off x="762000" y="2628900"/>
            <a:ext cx="285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Regla general</a:t>
            </a:r>
          </a:p>
        </p:txBody>
      </p:sp>
      <p:sp>
        <p:nvSpPr>
          <p:cNvPr id="11" name="">
            <a:extLst xmlns:a="http://schemas.openxmlformats.org/drawingml/2006/main">
              <a:ext uri="{FF2B5EF4-FFF2-40B4-BE49-F238E27FC236}">
                <a16:creationId xmlns:a16="http://schemas.microsoft.com/office/drawing/2014/main" id="{ED52601D-0C2E-4FB2-93D7-D93F8BAD845A}"/>
              </a:ext>
            </a:extLst>
          </p:cNvPr>
          <p:cNvSpPr>
            <a:spLocks xmlns:a="http://schemas.openxmlformats.org/drawingml/2006/main" noGrp="1"/>
          </p:cNvSpPr>
          <p:nvPr/>
        </p:nvSpPr>
        <p:spPr>
          <a:xfrm xmlns:a="http://schemas.openxmlformats.org/drawingml/2006/main">
            <a:off x="4095750" y="2628900"/>
            <a:ext cx="7286625"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SI hace frío, ENTONCES aumentar la calefacción.</a:t>
            </a:r>
          </a:p>
        </p:txBody>
      </p:sp>
      <p:sp>
        <p:nvSpPr>
          <p:cNvPr id="12" name="">
            <a:extLst xmlns:a="http://schemas.openxmlformats.org/drawingml/2006/main">
              <a:ext uri="{FF2B5EF4-FFF2-40B4-BE49-F238E27FC236}">
                <a16:creationId xmlns:a16="http://schemas.microsoft.com/office/drawing/2014/main" id="{C1C099DC-5343-4BFC-83FD-E7E271A1F638}"/>
              </a:ext>
            </a:extLst>
          </p:cNvPr>
          <p:cNvSpPr>
            <a:spLocks xmlns:a="http://schemas.openxmlformats.org/drawingml/2006/main" noGrp="1"/>
          </p:cNvSpPr>
          <p:nvPr/>
        </p:nvSpPr>
        <p:spPr>
          <a:xfrm xmlns:a="http://schemas.openxmlformats.org/drawingml/2006/main">
            <a:off x="762000" y="3629025"/>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Caso particular</a:t>
            </a:r>
          </a:p>
        </p:txBody>
      </p:sp>
      <p:sp>
        <p:nvSpPr>
          <p:cNvPr id="13" name="">
            <a:extLst xmlns:a="http://schemas.openxmlformats.org/drawingml/2006/main">
              <a:ext uri="{FF2B5EF4-FFF2-40B4-BE49-F238E27FC236}">
                <a16:creationId xmlns:a16="http://schemas.microsoft.com/office/drawing/2014/main" id="{577B99C4-99E9-45E5-B908-48EFDCFDA364}"/>
              </a:ext>
            </a:extLst>
          </p:cNvPr>
          <p:cNvSpPr>
            <a:spLocks xmlns:a="http://schemas.openxmlformats.org/drawingml/2006/main" noGrp="1"/>
          </p:cNvSpPr>
          <p:nvPr/>
        </p:nvSpPr>
        <p:spPr>
          <a:xfrm xmlns:a="http://schemas.openxmlformats.org/drawingml/2006/main">
            <a:off x="4095750" y="3629025"/>
            <a:ext cx="7286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La temperatura actual pertenece al conjunto «Frío»</a:t>
            </a:r>
          </a:p>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con cierto grado.</a:t>
            </a:r>
          </a:p>
        </p:txBody>
      </p:sp>
      <p:sp>
        <p:nvSpPr>
          <p:cNvPr id="14" name="">
            <a:extLst xmlns:a="http://schemas.openxmlformats.org/drawingml/2006/main">
              <a:ext uri="{FF2B5EF4-FFF2-40B4-BE49-F238E27FC236}">
                <a16:creationId xmlns:a16="http://schemas.microsoft.com/office/drawing/2014/main" id="{72EDFB79-85CB-40D8-98E7-9395626B39A6}"/>
              </a:ext>
            </a:extLst>
          </p:cNvPr>
          <p:cNvSpPr>
            <a:spLocks xmlns:a="http://schemas.openxmlformats.org/drawingml/2006/main" noGrp="1"/>
          </p:cNvSpPr>
          <p:nvPr/>
        </p:nvSpPr>
        <p:spPr>
          <a:xfrm xmlns:a="http://schemas.openxmlformats.org/drawingml/2006/main">
            <a:off x="762000" y="468630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Deducción fuzzy</a:t>
            </a:r>
          </a:p>
        </p:txBody>
      </p:sp>
      <p:sp>
        <p:nvSpPr>
          <p:cNvPr id="15" name="">
            <a:extLst xmlns:a="http://schemas.openxmlformats.org/drawingml/2006/main">
              <a:ext uri="{FF2B5EF4-FFF2-40B4-BE49-F238E27FC236}">
                <a16:creationId xmlns:a16="http://schemas.microsoft.com/office/drawing/2014/main" id="{EF5B488E-4D0C-4DC5-AF91-F34BB7D58B09}"/>
              </a:ext>
            </a:extLst>
          </p:cNvPr>
          <p:cNvSpPr>
            <a:spLocks xmlns:a="http://schemas.openxmlformats.org/drawingml/2006/main" noGrp="1"/>
          </p:cNvSpPr>
          <p:nvPr/>
        </p:nvSpPr>
        <p:spPr>
          <a:xfrm xmlns:a="http://schemas.openxmlformats.org/drawingml/2006/main">
            <a:off x="4095750" y="4686300"/>
            <a:ext cx="7286625"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Activamos la regla según ese grado para calcular</a:t>
            </a:r>
          </a:p>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la acción de control.</a:t>
            </a:r>
          </a:p>
        </p:txBody>
      </p:sp>
      <p:sp>
        <p:nvSpPr>
          <p:cNvPr id="16" name="">
            <a:extLst xmlns:a="http://schemas.openxmlformats.org/drawingml/2006/main">
              <a:ext uri="{FF2B5EF4-FFF2-40B4-BE49-F238E27FC236}">
                <a16:creationId xmlns:a16="http://schemas.microsoft.com/office/drawing/2014/main" id="{35D6DF9F-47E8-4685-9993-F0879C71F400}"/>
              </a:ext>
            </a:extLst>
          </p:cNvPr>
          <p:cNvSpPr>
            <a:spLocks xmlns:a="http://schemas.openxmlformats.org/drawingml/2006/main" noGrp="1"/>
          </p:cNvSpPr>
          <p:nvPr/>
        </p:nvSpPr>
        <p:spPr>
          <a:xfrm xmlns:a="http://schemas.openxmlformats.org/drawingml/2006/main">
            <a:off x="762000" y="5838825"/>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La conclusión depende de las reglas: pueden ser útiles y, aun así, incompletas.</a:t>
            </a:r>
          </a:p>
        </p:txBody>
      </p:sp>
      <p:sp>
        <p:nvSpPr>
          <p:cNvPr id="17" name="">
            <a:extLst xmlns:a="http://schemas.openxmlformats.org/drawingml/2006/main">
              <a:ext uri="{FF2B5EF4-FFF2-40B4-BE49-F238E27FC236}">
                <a16:creationId xmlns:a16="http://schemas.microsoft.com/office/drawing/2014/main" id="{86F01407-D57E-4A2C-82A9-17E0C277DE9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96A75EE7-0CBB-4C61-8ECC-175C1A5E29D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Operadores para combinar condiciones</a:t>
            </a:r>
          </a:p>
        </p:txBody>
      </p:sp>
      <p:graphicFrame>
        <p:nvGraphicFramePr>
          <p:cNvPr id="21" name=""/>
          <p:cNvGraphicFramePr/>
          <p:nvPr/>
        </p:nvGraphicFramePr>
        <p:xfrm>
          <a:off xmlns:a="http://schemas.openxmlformats.org/drawingml/2006/main" x="762000" y="2009775"/>
          <a:ext xmlns:a="http://schemas.openxmlformats.org/drawingml/2006/main" cx="10668000" cy="2876550"/>
        </p:xfrm>
        <a:graphic xmlns:a="http://schemas.openxmlformats.org/drawingml/2006/main">
          <a:graphicData uri="http://schemas.openxmlformats.org/drawingml/2006/table">
            <a:tbl>
              <a:tblPr/>
              <a:tblGrid>
                <a:gridCol w="3556000"/>
                <a:gridCol w="3556000"/>
                <a:gridCol w="3556000"/>
              </a:tblGrid>
              <a:tr h="719138">
                <a:tc>
                  <a:txBody>
                    <a:bodyPr lIns="85725" tIns="76200" rIns="85725" bIns="76200"/>
                    <a:lstStyle/>
                    <a:p>
                      <a:pPr algn="ctr">
                        <a:buNone/>
                      </a:pPr>
                      <a:r>
                        <a:rPr sz="2100" b="1">
                          <a:solidFill>
                            <a:srgbClr val="2162A0"/>
                          </a:solidFill>
                          <a:latin typeface="Arial"/>
                          <a:ea typeface="Arial"/>
                          <a:cs typeface="Arial"/>
                        </a:rPr>
                        <a:t>Expresión</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Operación estándar</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Ejemplo</a:t>
                      </a:r>
                    </a:p>
                  </a:txBody>
                  <a:tcPr marL="91440" marR="91440" marT="45720" marB="45720" anchor="ctr">
                    <a:solidFill>
                      <a:srgbClr val="E7EFF5"/>
                    </a:solidFill>
                  </a:tcPr>
                </a:tc>
              </a:tr>
              <a:tr h="719138">
                <a:tc>
                  <a:txBody>
                    <a:bodyPr lIns="85725" tIns="76200" rIns="85725" bIns="76200"/>
                    <a:lstStyle/>
                    <a:p>
                      <a:pPr algn="ctr">
                        <a:buNone/>
                      </a:pPr>
                      <a:r>
                        <a:rPr sz="2100" b="0">
                          <a:solidFill>
                            <a:srgbClr val="233746"/>
                          </a:solidFill>
                          <a:latin typeface="Arial"/>
                          <a:ea typeface="Arial"/>
                          <a:cs typeface="Arial"/>
                        </a:rPr>
                        <a:t>A Y 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min(μA, μB)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min(0,6; 0,3) = 0,3</a:t>
                      </a:r>
                    </a:p>
                  </a:txBody>
                  <a:tcPr marL="91440" marR="91440" marT="45720" marB="45720" anchor="ctr">
                    <a:solidFill>
                      <a:srgbClr val="FFFFFF"/>
                    </a:solidFill>
                  </a:tcPr>
                </a:tc>
              </a:tr>
              <a:tr h="719138">
                <a:tc>
                  <a:txBody>
                    <a:bodyPr lIns="85725" tIns="76200" rIns="85725" bIns="76200"/>
                    <a:lstStyle/>
                    <a:p>
                      <a:pPr algn="ctr">
                        <a:buNone/>
                      </a:pPr>
                      <a:r>
                        <a:rPr sz="2100" b="0">
                          <a:solidFill>
                            <a:srgbClr val="233746"/>
                          </a:solidFill>
                          <a:latin typeface="Arial"/>
                          <a:ea typeface="Arial"/>
                          <a:cs typeface="Arial"/>
                        </a:rPr>
                        <a:t>A O B</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max(μA, μB)</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max(0,6; 0,3) = 0,6</a:t>
                      </a:r>
                    </a:p>
                  </a:txBody>
                  <a:tcPr marL="91440" marR="91440" marT="45720" marB="45720" anchor="ctr">
                    <a:solidFill>
                      <a:srgbClr val="F4F7F9"/>
                    </a:solidFill>
                  </a:tcPr>
                </a:tc>
              </a:tr>
              <a:tr h="719138">
                <a:tc>
                  <a:txBody>
                    <a:bodyPr lIns="85725" tIns="76200" rIns="85725" bIns="76200"/>
                    <a:lstStyle/>
                    <a:p>
                      <a:pPr algn="ctr">
                        <a:buNone/>
                      </a:pPr>
                      <a:r>
                        <a:rPr sz="2100" b="0">
                          <a:solidFill>
                            <a:srgbClr val="233746"/>
                          </a:solidFill>
                          <a:latin typeface="Arial"/>
                          <a:ea typeface="Arial"/>
                          <a:cs typeface="Arial"/>
                        </a:rPr>
                        <a:t>NO A</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1 − μA</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1 − 0,6 = 0,4</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1E671196-DE50-43FC-ABE7-F0386290D1D5}"/>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También podemos usar producto para Y; debemos declarar qué operador elegimos.</a:t>
            </a:r>
          </a:p>
        </p:txBody>
      </p:sp>
      <p:sp>
        <p:nvSpPr>
          <p:cNvPr id="12" name="">
            <a:extLst xmlns:a="http://schemas.openxmlformats.org/drawingml/2006/main">
              <a:ext uri="{FF2B5EF4-FFF2-40B4-BE49-F238E27FC236}">
                <a16:creationId xmlns:a16="http://schemas.microsoft.com/office/drawing/2014/main" id="{084412BC-CB1B-4208-BE24-96D4C69DA1E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11402822-4A90-4BB6-AC0C-B5EF0150C99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T-normas: distintas formas de calcular Y</a:t>
            </a:r>
          </a:p>
        </p:txBody>
      </p:sp>
      <p:sp>
        <p:nvSpPr>
          <p:cNvPr id="9" name="">
            <a:extLst xmlns:a="http://schemas.openxmlformats.org/drawingml/2006/main">
              <a:ext uri="{FF2B5EF4-FFF2-40B4-BE49-F238E27FC236}">
                <a16:creationId xmlns:a16="http://schemas.microsoft.com/office/drawing/2014/main" id="{847F28E3-5EE8-4C6F-B716-3C4E3EA0955F}"/>
              </a:ext>
            </a:extLst>
          </p:cNvPr>
          <p:cNvSpPr>
            <a:spLocks xmlns:a="http://schemas.openxmlformats.org/drawingml/2006/main" noGrp="1"/>
          </p:cNvSpPr>
          <p:nvPr/>
        </p:nvSpPr>
        <p:spPr>
          <a:xfrm xmlns:a="http://schemas.openxmlformats.org/drawingml/2006/main">
            <a:off x="762000" y="152400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a y b son grados de pertenencia. La t-norma T(a, b) combina ambas condiciones.</a:t>
            </a:r>
          </a:p>
        </p:txBody>
      </p:sp>
      <p:graphicFrame>
        <p:nvGraphicFramePr>
          <p:cNvPr id="23" name=""/>
          <p:cNvGraphicFramePr/>
          <p:nvPr/>
        </p:nvGraphicFramePr>
        <p:xfrm>
          <a:off xmlns:a="http://schemas.openxmlformats.org/drawingml/2006/main" x="762000" y="2533650"/>
          <a:ext xmlns:a="http://schemas.openxmlformats.org/drawingml/2006/main" cx="10668000" cy="2628900"/>
        </p:xfrm>
        <a:graphic xmlns:a="http://schemas.openxmlformats.org/drawingml/2006/main">
          <a:graphicData uri="http://schemas.openxmlformats.org/drawingml/2006/table">
            <a:tbl>
              <a:tblPr/>
              <a:tblGrid>
                <a:gridCol w="3556000"/>
                <a:gridCol w="3556000"/>
                <a:gridCol w="3556000"/>
              </a:tblGrid>
              <a:tr h="657225">
                <a:tc>
                  <a:txBody>
                    <a:bodyPr lIns="85725" tIns="76200" rIns="85725" bIns="76200"/>
                    <a:lstStyle/>
                    <a:p>
                      <a:pPr algn="ctr">
                        <a:buNone/>
                      </a:pPr>
                      <a:r>
                        <a:rPr sz="2100" b="1">
                          <a:solidFill>
                            <a:srgbClr val="2162A0"/>
                          </a:solidFill>
                          <a:latin typeface="Arial"/>
                          <a:ea typeface="Arial"/>
                          <a:cs typeface="Arial"/>
                        </a:rPr>
                        <a:t>T-norma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Fórmula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a = 0,6; b = 0,3</a:t>
                      </a:r>
                    </a:p>
                  </a:txBody>
                  <a:tcPr marL="91440" marR="91440" marT="45720" marB="45720" anchor="ctr">
                    <a:solidFill>
                      <a:srgbClr val="E7EFF5"/>
                    </a:solidFill>
                  </a:tcPr>
                </a:tc>
              </a:tr>
              <a:tr h="657225">
                <a:tc>
                  <a:txBody>
                    <a:bodyPr lIns="85725" tIns="76200" rIns="85725" bIns="76200"/>
                    <a:lstStyle/>
                    <a:p>
                      <a:pPr algn="ctr">
                        <a:buNone/>
                      </a:pPr>
                      <a:r>
                        <a:rPr sz="2100" b="0">
                          <a:solidFill>
                            <a:srgbClr val="233746"/>
                          </a:solidFill>
                          <a:latin typeface="Arial"/>
                          <a:ea typeface="Arial"/>
                          <a:cs typeface="Arial"/>
                        </a:rPr>
                        <a:t>Mínimo</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min(a, 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0,30</a:t>
                      </a:r>
                    </a:p>
                  </a:txBody>
                  <a:tcPr marL="91440" marR="91440" marT="45720" marB="45720" anchor="ctr">
                    <a:solidFill>
                      <a:srgbClr val="FFFFFF"/>
                    </a:solidFill>
                  </a:tcPr>
                </a:tc>
              </a:tr>
              <a:tr h="657225">
                <a:tc>
                  <a:txBody>
                    <a:bodyPr lIns="85725" tIns="76200" rIns="85725" bIns="76200"/>
                    <a:lstStyle/>
                    <a:p>
                      <a:pPr algn="ctr">
                        <a:buNone/>
                      </a:pPr>
                      <a:r>
                        <a:rPr sz="2100" b="0">
                          <a:solidFill>
                            <a:srgbClr val="233746"/>
                          </a:solidFill>
                          <a:latin typeface="Arial"/>
                          <a:ea typeface="Arial"/>
                          <a:cs typeface="Arial"/>
                        </a:rPr>
                        <a:t>Producto</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a · b</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0,18</a:t>
                      </a:r>
                    </a:p>
                  </a:txBody>
                  <a:tcPr marL="91440" marR="91440" marT="45720" marB="45720" anchor="ctr">
                    <a:solidFill>
                      <a:srgbClr val="F4F7F9"/>
                    </a:solidFill>
                  </a:tcPr>
                </a:tc>
              </a:tr>
              <a:tr h="657225">
                <a:tc>
                  <a:txBody>
                    <a:bodyPr lIns="85725" tIns="76200" rIns="85725" bIns="76200"/>
                    <a:lstStyle/>
                    <a:p>
                      <a:pPr algn="ctr">
                        <a:buNone/>
                      </a:pPr>
                      <a:r>
                        <a:rPr sz="2100" b="0">
                          <a:solidFill>
                            <a:srgbClr val="233746"/>
                          </a:solidFill>
                          <a:latin typeface="Arial"/>
                          <a:ea typeface="Arial"/>
                          <a:cs typeface="Arial"/>
                        </a:rPr>
                        <a:t>Łukasiewicz</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max(0, a + b − 1)</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0,00</a:t>
                      </a:r>
                    </a:p>
                  </a:txBody>
                  <a:tcPr marL="91440" marR="91440" marT="45720" marB="45720" anchor="ctr">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ECDD1A74-F1E0-460D-9E91-B3FA58DAF58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Todas reproducen el AND con 0 y 1; con grados intermedios dan resultados distintos.</a:t>
            </a:r>
          </a:p>
        </p:txBody>
      </p:sp>
      <p:sp>
        <p:nvSpPr>
          <p:cNvPr id="13" name="">
            <a:extLst xmlns:a="http://schemas.openxmlformats.org/drawingml/2006/main">
              <a:ext uri="{FF2B5EF4-FFF2-40B4-BE49-F238E27FC236}">
                <a16:creationId xmlns:a16="http://schemas.microsoft.com/office/drawing/2014/main" id="{7797C906-6DFF-4134-94F1-2C753EE2696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B666B5E-15D1-41D4-A66C-A6AAEF17EF1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T-conormas: distintas formas de calcular O</a:t>
            </a:r>
          </a:p>
        </p:txBody>
      </p:sp>
      <p:sp>
        <p:nvSpPr>
          <p:cNvPr id="9" name="">
            <a:extLst xmlns:a="http://schemas.openxmlformats.org/drawingml/2006/main">
              <a:ext uri="{FF2B5EF4-FFF2-40B4-BE49-F238E27FC236}">
                <a16:creationId xmlns:a16="http://schemas.microsoft.com/office/drawing/2014/main" id="{485618B2-229C-4379-8E84-863F467712D6}"/>
              </a:ext>
            </a:extLst>
          </p:cNvPr>
          <p:cNvSpPr>
            <a:spLocks xmlns:a="http://schemas.openxmlformats.org/drawingml/2006/main" noGrp="1"/>
          </p:cNvSpPr>
          <p:nvPr/>
        </p:nvSpPr>
        <p:spPr>
          <a:xfrm xmlns:a="http://schemas.openxmlformats.org/drawingml/2006/main">
            <a:off x="762000" y="152400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La t-conorma S(a, b), también llamada s-norma, combina alternativas.</a:t>
            </a:r>
          </a:p>
        </p:txBody>
      </p:sp>
      <p:graphicFrame>
        <p:nvGraphicFramePr>
          <p:cNvPr id="23" name=""/>
          <p:cNvGraphicFramePr/>
          <p:nvPr/>
        </p:nvGraphicFramePr>
        <p:xfrm>
          <a:off xmlns:a="http://schemas.openxmlformats.org/drawingml/2006/main" x="762000" y="2533650"/>
          <a:ext xmlns:a="http://schemas.openxmlformats.org/drawingml/2006/main" cx="10668000" cy="2628900"/>
        </p:xfrm>
        <a:graphic xmlns:a="http://schemas.openxmlformats.org/drawingml/2006/main">
          <a:graphicData uri="http://schemas.openxmlformats.org/drawingml/2006/table">
            <a:tbl>
              <a:tblPr/>
              <a:tblGrid>
                <a:gridCol w="3556000"/>
                <a:gridCol w="3556000"/>
                <a:gridCol w="3556000"/>
              </a:tblGrid>
              <a:tr h="657225">
                <a:tc>
                  <a:txBody>
                    <a:bodyPr lIns="85725" tIns="76200" rIns="85725" bIns="76200"/>
                    <a:lstStyle/>
                    <a:p>
                      <a:pPr algn="ctr">
                        <a:buNone/>
                      </a:pPr>
                      <a:r>
                        <a:rPr sz="2100" b="1">
                          <a:solidFill>
                            <a:srgbClr val="2162A0"/>
                          </a:solidFill>
                          <a:latin typeface="Arial"/>
                          <a:ea typeface="Arial"/>
                          <a:cs typeface="Arial"/>
                        </a:rPr>
                        <a:t>T-conorma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Fórmula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a = 0,6; b = 0,3</a:t>
                      </a:r>
                    </a:p>
                  </a:txBody>
                  <a:tcPr marL="91440" marR="91440" marT="45720" marB="45720" anchor="ctr">
                    <a:solidFill>
                      <a:srgbClr val="E7EFF5"/>
                    </a:solidFill>
                  </a:tcPr>
                </a:tc>
              </a:tr>
              <a:tr h="657225">
                <a:tc>
                  <a:txBody>
                    <a:bodyPr lIns="85725" tIns="76200" rIns="85725" bIns="76200"/>
                    <a:lstStyle/>
                    <a:p>
                      <a:pPr algn="ctr">
                        <a:buNone/>
                      </a:pPr>
                      <a:r>
                        <a:rPr sz="2100" b="0">
                          <a:solidFill>
                            <a:srgbClr val="233746"/>
                          </a:solidFill>
                          <a:latin typeface="Arial"/>
                          <a:ea typeface="Arial"/>
                          <a:cs typeface="Arial"/>
                        </a:rPr>
                        <a:t>Máximo</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max(a, 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0,60</a:t>
                      </a:r>
                    </a:p>
                  </a:txBody>
                  <a:tcPr marL="91440" marR="91440" marT="45720" marB="45720" anchor="ctr">
                    <a:solidFill>
                      <a:srgbClr val="FFFFFF"/>
                    </a:solidFill>
                  </a:tcPr>
                </a:tc>
              </a:tr>
              <a:tr h="657225">
                <a:tc>
                  <a:txBody>
                    <a:bodyPr lIns="85725" tIns="76200" rIns="85725" bIns="76200"/>
                    <a:lstStyle/>
                    <a:p>
                      <a:pPr algn="ctr">
                        <a:buNone/>
                      </a:pPr>
                      <a:r>
                        <a:rPr sz="2100" b="0">
                          <a:solidFill>
                            <a:srgbClr val="233746"/>
                          </a:solidFill>
                          <a:latin typeface="Arial"/>
                          <a:ea typeface="Arial"/>
                          <a:cs typeface="Arial"/>
                        </a:rPr>
                        <a:t>Suma probabilística</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a + b − a · b</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0,72</a:t>
                      </a:r>
                    </a:p>
                  </a:txBody>
                  <a:tcPr marL="91440" marR="91440" marT="45720" marB="45720" anchor="ctr">
                    <a:solidFill>
                      <a:srgbClr val="F4F7F9"/>
                    </a:solidFill>
                  </a:tcPr>
                </a:tc>
              </a:tr>
              <a:tr h="657225">
                <a:tc>
                  <a:txBody>
                    <a:bodyPr lIns="85725" tIns="76200" rIns="85725" bIns="76200"/>
                    <a:lstStyle/>
                    <a:p>
                      <a:pPr algn="ctr">
                        <a:buNone/>
                      </a:pPr>
                      <a:r>
                        <a:rPr sz="2100" b="0">
                          <a:solidFill>
                            <a:srgbClr val="233746"/>
                          </a:solidFill>
                          <a:latin typeface="Arial"/>
                          <a:ea typeface="Arial"/>
                          <a:cs typeface="Arial"/>
                        </a:rPr>
                        <a:t>Suma acotada</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min(1, a + b)</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0,90</a:t>
                      </a:r>
                    </a:p>
                  </a:txBody>
                  <a:tcPr marL="91440" marR="91440" marT="45720" marB="45720" anchor="ctr">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57E4317B-2A64-4B53-AFC8-A41782B064D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«Suma probabilística» es el nombre del operador: aquí los grados no son probabilidades.</a:t>
            </a:r>
          </a:p>
        </p:txBody>
      </p:sp>
      <p:sp>
        <p:nvSpPr>
          <p:cNvPr id="13" name="">
            <a:extLst xmlns:a="http://schemas.openxmlformats.org/drawingml/2006/main">
              <a:ext uri="{FF2B5EF4-FFF2-40B4-BE49-F238E27FC236}">
                <a16:creationId xmlns:a16="http://schemas.microsoft.com/office/drawing/2014/main" id="{39AA2557-143F-4DC6-9F8E-AF7BE3C6671D}"/>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5CC087C-9695-4DA1-A974-7C6BA173280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Elegir el operador cambia la activación</a:t>
            </a:r>
          </a:p>
        </p:txBody>
      </p:sp>
      <p:sp>
        <p:nvSpPr>
          <p:cNvPr id="9" name="">
            <a:extLst xmlns:a="http://schemas.openxmlformats.org/drawingml/2006/main">
              <a:ext uri="{FF2B5EF4-FFF2-40B4-BE49-F238E27FC236}">
                <a16:creationId xmlns:a16="http://schemas.microsoft.com/office/drawing/2014/main" id="{DCD6E2F7-6A98-4AC4-93CD-4FBEB228A232}"/>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Regla: SI está Fría Y se está Enfriando…</a:t>
            </a:r>
          </a:p>
        </p:txBody>
      </p:sp>
      <p:sp>
        <p:nvSpPr>
          <p:cNvPr id="10" name="">
            <a:extLst xmlns:a="http://schemas.openxmlformats.org/drawingml/2006/main">
              <a:ext uri="{FF2B5EF4-FFF2-40B4-BE49-F238E27FC236}">
                <a16:creationId xmlns:a16="http://schemas.microsoft.com/office/drawing/2014/main" id="{18C707E3-4340-44B6-B314-5C3EBD87C95A}"/>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Pertenencias actuales: μFría = 0,6 y μEnfriando = 0,3.</a:t>
            </a:r>
          </a:p>
        </p:txBody>
      </p:sp>
      <p:sp>
        <p:nvSpPr>
          <p:cNvPr id="11" name="">
            <a:extLst xmlns:a="http://schemas.openxmlformats.org/drawingml/2006/main">
              <a:ext uri="{FF2B5EF4-FFF2-40B4-BE49-F238E27FC236}">
                <a16:creationId xmlns:a16="http://schemas.microsoft.com/office/drawing/2014/main" id="{B1DF747C-E93D-4981-9501-B3D4C9C981C3}"/>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…ENTONCES la potencia es Alta</a:t>
            </a:r>
          </a:p>
        </p:txBody>
      </p:sp>
      <p:sp>
        <p:nvSpPr>
          <p:cNvPr id="12" name="">
            <a:extLst xmlns:a="http://schemas.openxmlformats.org/drawingml/2006/main">
              <a:ext uri="{FF2B5EF4-FFF2-40B4-BE49-F238E27FC236}">
                <a16:creationId xmlns:a16="http://schemas.microsoft.com/office/drawing/2014/main" id="{AE84F6BA-3468-420C-84B1-B1F24738F3E2}"/>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Con mínimo se activa a 0,30; con producto a 0,18; con Łukasiewicz a 0.</a:t>
            </a:r>
          </a:p>
        </p:txBody>
      </p:sp>
      <p:sp>
        <p:nvSpPr>
          <p:cNvPr id="13" name="">
            <a:extLst xmlns:a="http://schemas.openxmlformats.org/drawingml/2006/main">
              <a:ext uri="{FF2B5EF4-FFF2-40B4-BE49-F238E27FC236}">
                <a16:creationId xmlns:a16="http://schemas.microsoft.com/office/drawing/2014/main" id="{BF0E2FDF-64CA-45F2-AE44-288D8653CCFD}"/>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Decisión de diseño</a:t>
            </a:r>
          </a:p>
        </p:txBody>
      </p:sp>
      <p:sp>
        <p:nvSpPr>
          <p:cNvPr id="14" name="">
            <a:extLst xmlns:a="http://schemas.openxmlformats.org/drawingml/2006/main">
              <a:ext uri="{FF2B5EF4-FFF2-40B4-BE49-F238E27FC236}">
                <a16:creationId xmlns:a16="http://schemas.microsoft.com/office/drawing/2014/main" id="{7E0B53E8-CDCD-4240-B4B2-CC380326ECD4}"/>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Usaremos mínimo en Mamdani y producto en el Sugeno térmico.</a:t>
            </a:r>
          </a:p>
        </p:txBody>
      </p:sp>
      <p:sp>
        <p:nvSpPr>
          <p:cNvPr id="15" name="">
            <a:extLst xmlns:a="http://schemas.openxmlformats.org/drawingml/2006/main">
              <a:ext uri="{FF2B5EF4-FFF2-40B4-BE49-F238E27FC236}">
                <a16:creationId xmlns:a16="http://schemas.microsoft.com/office/drawing/2014/main" id="{31289A12-F231-4632-A6B9-8CEA830A560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grado de activación no es la potencia: todavía falta calcular la salida de las reglas.</a:t>
            </a:r>
          </a:p>
        </p:txBody>
      </p:sp>
      <p:sp>
        <p:nvSpPr>
          <p:cNvPr id="16" name="">
            <a:extLst xmlns:a="http://schemas.openxmlformats.org/drawingml/2006/main">
              <a:ext uri="{FF2B5EF4-FFF2-40B4-BE49-F238E27FC236}">
                <a16:creationId xmlns:a16="http://schemas.microsoft.com/office/drawing/2014/main" id="{59D92ED0-3202-43DF-A7F1-7620A693A8B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C1B57B90-2F24-4108-AE62-36C7E099EF4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La misma intención admite dos tipos de salida</a:t>
            </a:r>
          </a:p>
        </p:txBody>
      </p:sp>
      <p:sp>
        <p:nvSpPr>
          <p:cNvPr id="9" name="">
            <a:extLst xmlns:a="http://schemas.openxmlformats.org/drawingml/2006/main">
              <a:ext uri="{FF2B5EF4-FFF2-40B4-BE49-F238E27FC236}">
                <a16:creationId xmlns:a16="http://schemas.microsoft.com/office/drawing/2014/main" id="{75CA3882-0D1C-44D3-AA83-B8FA1863895C}"/>
              </a:ext>
            </a:extLst>
          </p:cNvPr>
          <p:cNvSpPr>
            <a:spLocks xmlns:a="http://schemas.openxmlformats.org/drawingml/2006/main" noGrp="1"/>
          </p:cNvSpPr>
          <p:nvPr/>
        </p:nvSpPr>
        <p:spPr>
          <a:xfrm xmlns:a="http://schemas.openxmlformats.org/drawingml/2006/main">
            <a:off x="762000" y="15240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8655A2"/>
                </a:solidFill>
                <a:latin typeface="Arial"/>
                <a:ea typeface="Arial"/>
                <a:cs typeface="Arial"/>
              </a:defRPr>
            </a:pPr>
            <a:r>
              <a:rPr sz="2325" b="1">
                <a:solidFill>
                  <a:srgbClr val="8655A2"/>
                </a:solidFill>
                <a:latin typeface="Arial"/>
                <a:ea typeface="Arial"/>
                <a:cs typeface="Arial"/>
              </a:rPr>
              <a:t>Condición común: error Positivo Y error Creciendo</a:t>
            </a:r>
          </a:p>
        </p:txBody>
      </p:sp>
      <p:sp>
        <p:nvSpPr>
          <p:cNvPr id="10" name="">
            <a:extLst xmlns:a="http://schemas.openxmlformats.org/drawingml/2006/main">
              <a:ext uri="{FF2B5EF4-FFF2-40B4-BE49-F238E27FC236}">
                <a16:creationId xmlns:a16="http://schemas.microsoft.com/office/drawing/2014/main" id="{5823F079-A6D5-4BC6-A7CE-0305803ED9FC}"/>
              </a:ext>
            </a:extLst>
          </p:cNvPr>
          <p:cNvSpPr>
            <a:spLocks xmlns:a="http://schemas.openxmlformats.org/drawingml/2006/main" noGrp="1"/>
          </p:cNvSpPr>
          <p:nvPr/>
        </p:nvSpPr>
        <p:spPr>
          <a:xfrm xmlns:a="http://schemas.openxmlformats.org/drawingml/2006/main">
            <a:off x="762000" y="2686050"/>
            <a:ext cx="4762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700" b="1">
                <a:solidFill>
                  <a:srgbClr val="087F79"/>
                </a:solidFill>
                <a:latin typeface="Arial"/>
                <a:ea typeface="Arial"/>
                <a:cs typeface="Arial"/>
              </a:defRPr>
            </a:pPr>
            <a:r>
              <a:rPr sz="2700" b="1">
                <a:solidFill>
                  <a:srgbClr val="087F79"/>
                </a:solidFill>
                <a:latin typeface="Arial"/>
                <a:ea typeface="Arial"/>
                <a:cs typeface="Arial"/>
              </a:rPr>
              <a:t>Mamdani</a:t>
            </a:r>
          </a:p>
        </p:txBody>
      </p:sp>
      <p:sp>
        <p:nvSpPr>
          <p:cNvPr id="11" name="">
            <a:extLst xmlns:a="http://schemas.openxmlformats.org/drawingml/2006/main">
              <a:ext uri="{FF2B5EF4-FFF2-40B4-BE49-F238E27FC236}">
                <a16:creationId xmlns:a16="http://schemas.microsoft.com/office/drawing/2014/main" id="{AABADC10-AE35-4659-88F0-F9A4A11AA7C8}"/>
              </a:ext>
            </a:extLst>
          </p:cNvPr>
          <p:cNvSpPr>
            <a:spLocks xmlns:a="http://schemas.openxmlformats.org/drawingml/2006/main" noGrp="1"/>
          </p:cNvSpPr>
          <p:nvPr/>
        </p:nvSpPr>
        <p:spPr>
          <a:xfrm xmlns:a="http://schemas.openxmlformats.org/drawingml/2006/main">
            <a:off x="762000" y="3390900"/>
            <a:ext cx="4857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233746"/>
                </a:solidFill>
                <a:latin typeface="Arial"/>
                <a:ea typeface="Arial"/>
                <a:cs typeface="Arial"/>
              </a:defRPr>
            </a:pPr>
            <a:r>
              <a:rPr sz="2400" b="0">
                <a:solidFill>
                  <a:srgbClr val="233746"/>
                </a:solidFill>
                <a:latin typeface="Arial"/>
                <a:ea typeface="Arial"/>
                <a:cs typeface="Arial"/>
              </a:rPr>
              <a:t>«Potencia Alta»</a:t>
            </a:r>
          </a:p>
          <a:p xmlns:a="http://schemas.openxmlformats.org/drawingml/2006/main">
            <a:pPr>
              <a:buNone/>
              <a:defRPr sz="2400" b="0">
                <a:solidFill>
                  <a:srgbClr val="233746"/>
                </a:solidFill>
                <a:latin typeface="Arial"/>
                <a:ea typeface="Arial"/>
                <a:cs typeface="Arial"/>
              </a:defRPr>
            </a:pPr>
            <a:r>
              <a:rPr sz="2400" b="0">
                <a:solidFill>
                  <a:srgbClr val="233746"/>
                </a:solidFill>
                <a:latin typeface="Arial"/>
                <a:ea typeface="Arial"/>
                <a:cs typeface="Arial"/>
              </a:rPr>
              <a:t>Un conjunto de potencias.</a:t>
            </a:r>
          </a:p>
        </p:txBody>
      </p:sp>
      <p:sp>
        <p:nvSpPr>
          <p:cNvPr id="12" name="">
            <a:extLst xmlns:a="http://schemas.openxmlformats.org/drawingml/2006/main">
              <a:ext uri="{FF2B5EF4-FFF2-40B4-BE49-F238E27FC236}">
                <a16:creationId xmlns:a16="http://schemas.microsoft.com/office/drawing/2014/main" id="{CAAB0B1E-A9D3-44CB-A787-F27CDAE34740}"/>
              </a:ext>
            </a:extLst>
          </p:cNvPr>
          <p:cNvSpPr>
            <a:spLocks xmlns:a="http://schemas.openxmlformats.org/drawingml/2006/main" noGrp="1"/>
          </p:cNvSpPr>
          <p:nvPr/>
        </p:nvSpPr>
        <p:spPr>
          <a:xfrm xmlns:a="http://schemas.openxmlformats.org/drawingml/2006/main">
            <a:off x="6572250" y="2686050"/>
            <a:ext cx="4953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700" b="1">
                <a:solidFill>
                  <a:srgbClr val="2162A0"/>
                </a:solidFill>
                <a:latin typeface="Arial"/>
                <a:ea typeface="Arial"/>
                <a:cs typeface="Arial"/>
              </a:defRPr>
            </a:pPr>
            <a:r>
              <a:rPr sz="2700" b="1">
                <a:solidFill>
                  <a:srgbClr val="2162A0"/>
                </a:solidFill>
                <a:latin typeface="Arial"/>
                <a:ea typeface="Arial"/>
                <a:cs typeface="Arial"/>
              </a:rPr>
              <a:t>Sugeno de orden 0</a:t>
            </a:r>
          </a:p>
        </p:txBody>
      </p:sp>
      <p:sp>
        <p:nvSpPr>
          <p:cNvPr id="13" name="">
            <a:extLst xmlns:a="http://schemas.openxmlformats.org/drawingml/2006/main">
              <a:ext uri="{FF2B5EF4-FFF2-40B4-BE49-F238E27FC236}">
                <a16:creationId xmlns:a16="http://schemas.microsoft.com/office/drawing/2014/main" id="{E91930DE-805B-4518-806B-DB8AA2A185BF}"/>
              </a:ext>
            </a:extLst>
          </p:cNvPr>
          <p:cNvSpPr>
            <a:spLocks xmlns:a="http://schemas.openxmlformats.org/drawingml/2006/main" noGrp="1"/>
          </p:cNvSpPr>
          <p:nvPr/>
        </p:nvSpPr>
        <p:spPr>
          <a:xfrm xmlns:a="http://schemas.openxmlformats.org/drawingml/2006/main">
            <a:off x="6572250" y="3390900"/>
            <a:ext cx="48577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233746"/>
                </a:solidFill>
                <a:latin typeface="Arial"/>
                <a:ea typeface="Arial"/>
                <a:cs typeface="Arial"/>
              </a:defRPr>
            </a:pPr>
            <a:r>
              <a:rPr sz="2400" b="0">
                <a:solidFill>
                  <a:srgbClr val="233746"/>
                </a:solidFill>
                <a:latin typeface="Arial"/>
                <a:ea typeface="Arial"/>
                <a:cs typeface="Arial"/>
              </a:rPr>
              <a:t>«Potencia = 100 %»</a:t>
            </a:r>
          </a:p>
          <a:p xmlns:a="http://schemas.openxmlformats.org/drawingml/2006/main">
            <a:pPr>
              <a:buNone/>
              <a:defRPr sz="2400" b="0">
                <a:solidFill>
                  <a:srgbClr val="233746"/>
                </a:solidFill>
                <a:latin typeface="Arial"/>
                <a:ea typeface="Arial"/>
                <a:cs typeface="Arial"/>
              </a:defRPr>
            </a:pPr>
            <a:r>
              <a:rPr sz="2400" b="0">
                <a:solidFill>
                  <a:srgbClr val="233746"/>
                </a:solidFill>
                <a:latin typeface="Arial"/>
                <a:ea typeface="Arial"/>
                <a:cs typeface="Arial"/>
              </a:rPr>
              <a:t>Un número asociado a la regla.</a:t>
            </a:r>
          </a:p>
        </p:txBody>
      </p:sp>
      <p:sp>
        <p:nvSpPr>
          <p:cNvPr id="14" name="">
            <a:extLst xmlns:a="http://schemas.openxmlformats.org/drawingml/2006/main">
              <a:ext uri="{FF2B5EF4-FFF2-40B4-BE49-F238E27FC236}">
                <a16:creationId xmlns:a16="http://schemas.microsoft.com/office/drawing/2014/main" id="{82719BE7-43CE-4FD1-A682-2B76BF2BCB0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Veremos el recorrido Mamdani y después programaremos un Sugeno sencillo.</a:t>
            </a:r>
          </a:p>
        </p:txBody>
      </p:sp>
      <p:sp>
        <p:nvSpPr>
          <p:cNvPr id="15" name="">
            <a:extLst xmlns:a="http://schemas.openxmlformats.org/drawingml/2006/main">
              <a:ext uri="{FF2B5EF4-FFF2-40B4-BE49-F238E27FC236}">
                <a16:creationId xmlns:a16="http://schemas.microsoft.com/office/drawing/2014/main" id="{1FC2F3AB-8011-45F2-A134-29D330219D9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40AFEEC-717D-47D2-B937-92C45EC918B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Curiosidad: dos sentidos de «SI… ENTONCES»</a:t>
            </a:r>
          </a:p>
        </p:txBody>
      </p:sp>
      <p:sp>
        <p:nvSpPr>
          <p:cNvPr id="15" name="">
            <a:extLst xmlns:a="http://schemas.openxmlformats.org/drawingml/2006/main">
              <a:ext uri="{FF2B5EF4-FFF2-40B4-BE49-F238E27FC236}">
                <a16:creationId xmlns:a16="http://schemas.microsoft.com/office/drawing/2014/main" id="{1FC2F3AB-8011-45F2-A134-29D330219D9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840AFEEC-717D-47D2-B937-92C45EC918B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
        <p:nvSpPr>
          <p:cNvPr id="17" name="">
            <a:extLst xmlns:a="http://schemas.openxmlformats.org/drawingml/2006/main">
              <a:ext uri="{FF2B5EF4-FFF2-40B4-BE49-F238E27FC236}">
                <a16:creationId xmlns:a16="http://schemas.microsoft.com/office/drawing/2014/main" id="{351887C2-0575-4553-82A4-2417737A9FFC}"/>
              </a:ext>
            </a:extLst>
          </p:cNvPr>
          <p:cNvSpPr>
            <a:spLocks xmlns:a="http://schemas.openxmlformats.org/drawingml/2006/main" noGrp="1"/>
          </p:cNvSpPr>
          <p:nvPr/>
        </p:nvSpPr>
        <p:spPr>
          <a:xfrm xmlns:a="http://schemas.openxmlformats.org/drawingml/2006/main">
            <a:off x="762000" y="1609725"/>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7950A0"/>
                </a:solidFill>
                <a:latin typeface="Arial"/>
                <a:ea typeface="Arial"/>
                <a:cs typeface="Arial"/>
              </a:defRPr>
            </a:pPr>
            <a:r>
              <a:rPr sz="2250" b="1">
                <a:solidFill>
                  <a:srgbClr val="7950A0"/>
                </a:solidFill>
                <a:latin typeface="Arial"/>
                <a:ea typeface="Arial"/>
                <a:cs typeface="Arial"/>
              </a:rPr>
              <a:t>Lógica clásica: implicación material</a:t>
            </a:r>
          </a:p>
        </p:txBody>
      </p:sp>
      <p:sp>
        <p:nvSpPr>
          <p:cNvPr id="18" name="">
            <a:extLst xmlns:a="http://schemas.openxmlformats.org/drawingml/2006/main">
              <a:ext uri="{FF2B5EF4-FFF2-40B4-BE49-F238E27FC236}">
                <a16:creationId xmlns:a16="http://schemas.microsoft.com/office/drawing/2014/main" id="{496BBD17-C33A-4FE0-8670-E2F4CCE44B27}"/>
              </a:ext>
            </a:extLst>
          </p:cNvPr>
          <p:cNvSpPr>
            <a:spLocks xmlns:a="http://schemas.openxmlformats.org/drawingml/2006/main" noGrp="1"/>
          </p:cNvSpPr>
          <p:nvPr/>
        </p:nvSpPr>
        <p:spPr>
          <a:xfrm xmlns:a="http://schemas.openxmlformats.org/drawingml/2006/main">
            <a:off x="762000" y="20478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 x ∈ A     Q: y ∈ B     P → Q se representa mediante R</a:t>
            </a:r>
          </a:p>
        </p:txBody>
      </p:sp>
      <p:sp>
        <p:nvSpPr>
          <p:cNvPr id="19" name="">
            <a:extLst xmlns:a="http://schemas.openxmlformats.org/drawingml/2006/main">
              <a:ext uri="{FF2B5EF4-FFF2-40B4-BE49-F238E27FC236}">
                <a16:creationId xmlns:a16="http://schemas.microsoft.com/office/drawing/2014/main" id="{FBE6D85F-DBD8-4E92-A1FC-4CB2E05B3E12}"/>
              </a:ext>
            </a:extLst>
          </p:cNvPr>
          <p:cNvSpPr>
            <a:spLocks xmlns:a="http://schemas.openxmlformats.org/drawingml/2006/main" noGrp="1"/>
          </p:cNvSpPr>
          <p:nvPr/>
        </p:nvSpPr>
        <p:spPr>
          <a:xfrm xmlns:a="http://schemas.openxmlformats.org/drawingml/2006/main">
            <a:off x="762000" y="247650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233746"/>
                </a:solidFill>
                <a:latin typeface="Arial"/>
                <a:ea typeface="Arial"/>
                <a:cs typeface="Arial"/>
              </a:defRPr>
            </a:pPr>
            <a:r>
              <a:rPr sz="2550" b="1">
                <a:solidFill>
                  <a:srgbClr val="233746"/>
                </a:solidFill>
                <a:latin typeface="Arial"/>
                <a:ea typeface="Arial"/>
                <a:cs typeface="Arial"/>
              </a:rPr>
              <a:t>R = (A × B) ∪ (¬A × Y)</a:t>
            </a:r>
          </a:p>
        </p:txBody>
      </p:sp>
      <p:sp>
        <p:nvSpPr>
          <p:cNvPr id="20" name="">
            <a:extLst xmlns:a="http://schemas.openxmlformats.org/drawingml/2006/main">
              <a:ext uri="{FF2B5EF4-FFF2-40B4-BE49-F238E27FC236}">
                <a16:creationId xmlns:a16="http://schemas.microsoft.com/office/drawing/2014/main" id="{57646429-4863-4DC1-8ED8-E9E87A0FB67A}"/>
              </a:ext>
            </a:extLst>
          </p:cNvPr>
          <p:cNvSpPr>
            <a:spLocks xmlns:a="http://schemas.openxmlformats.org/drawingml/2006/main" noGrp="1"/>
          </p:cNvSpPr>
          <p:nvPr/>
        </p:nvSpPr>
        <p:spPr>
          <a:xfrm xmlns:a="http://schemas.openxmlformats.org/drawingml/2006/main">
            <a:off x="762000" y="30003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Si A se cumple, exige B. Si A no se cumple, admite cualquier y ∈ Y.</a:t>
            </a:r>
          </a:p>
        </p:txBody>
      </p:sp>
      <p:sp>
        <p:nvSpPr>
          <p:cNvPr id="21" name="">
            <a:extLst xmlns:a="http://schemas.openxmlformats.org/drawingml/2006/main">
              <a:ext uri="{FF2B5EF4-FFF2-40B4-BE49-F238E27FC236}">
                <a16:creationId xmlns:a16="http://schemas.microsoft.com/office/drawing/2014/main" id="{D3B4A16F-3273-4D16-813F-65F4C78E8CF0}"/>
              </a:ext>
            </a:extLst>
          </p:cNvPr>
          <p:cNvSpPr>
            <a:spLocks xmlns:a="http://schemas.openxmlformats.org/drawingml/2006/main" noGrp="1"/>
          </p:cNvSpPr>
          <p:nvPr/>
        </p:nvSpPr>
        <p:spPr>
          <a:xfrm xmlns:a="http://schemas.openxmlformats.org/drawingml/2006/main">
            <a:off x="762000" y="36099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7950A0"/>
                </a:solidFill>
                <a:latin typeface="Arial"/>
                <a:ea typeface="Arial"/>
                <a:cs typeface="Arial"/>
              </a:defRPr>
            </a:pPr>
            <a:r>
              <a:rPr sz="2250" b="1">
                <a:solidFill>
                  <a:srgbClr val="7950A0"/>
                </a:solidFill>
                <a:latin typeface="Arial"/>
                <a:ea typeface="Arial"/>
                <a:cs typeface="Arial"/>
              </a:rPr>
              <a:t>Reglas de control: activación en Mamdani</a:t>
            </a:r>
          </a:p>
        </p:txBody>
      </p:sp>
      <p:sp>
        <p:nvSpPr>
          <p:cNvPr id="22" name="">
            <a:extLst xmlns:a="http://schemas.openxmlformats.org/drawingml/2006/main">
              <a:ext uri="{FF2B5EF4-FFF2-40B4-BE49-F238E27FC236}">
                <a16:creationId xmlns:a16="http://schemas.microsoft.com/office/drawing/2014/main" id="{495D3FCA-C082-43E7-A4AD-818DE6815975}"/>
              </a:ext>
            </a:extLst>
          </p:cNvPr>
          <p:cNvSpPr>
            <a:spLocks xmlns:a="http://schemas.openxmlformats.org/drawingml/2006/main" noGrp="1"/>
          </p:cNvSpPr>
          <p:nvPr/>
        </p:nvSpPr>
        <p:spPr>
          <a:xfrm xmlns:a="http://schemas.openxmlformats.org/drawingml/2006/main">
            <a:off x="762000" y="4067175"/>
            <a:ext cx="10668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SI x es A, ENTONCES y es B. La regla aporta μR(x,y) = min(a,b).</a:t>
            </a:r>
          </a:p>
        </p:txBody>
      </p:sp>
      <p:sp>
        <p:nvSpPr>
          <p:cNvPr id="23" name="">
            <a:extLst xmlns:a="http://schemas.openxmlformats.org/drawingml/2006/main">
              <a:ext uri="{FF2B5EF4-FFF2-40B4-BE49-F238E27FC236}">
                <a16:creationId xmlns:a16="http://schemas.microsoft.com/office/drawing/2014/main" id="{4D9C5085-B3D5-4503-B9F5-131674BB0421}"/>
              </a:ext>
            </a:extLst>
          </p:cNvPr>
          <p:cNvSpPr>
            <a:spLocks xmlns:a="http://schemas.openxmlformats.org/drawingml/2006/main" noGrp="1"/>
          </p:cNvSpPr>
          <p:nvPr/>
        </p:nvSpPr>
        <p:spPr>
          <a:xfrm xmlns:a="http://schemas.openxmlformats.org/drawingml/2006/main">
            <a:off x="762000" y="454342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Si a = 0, la regla no aporta salida.</a:t>
            </a:r>
          </a:p>
        </p:txBody>
      </p:sp>
      <p:sp>
        <p:nvSpPr>
          <p:cNvPr id="24" name="">
            <a:extLst xmlns:a="http://schemas.openxmlformats.org/drawingml/2006/main">
              <a:ext uri="{FF2B5EF4-FFF2-40B4-BE49-F238E27FC236}">
                <a16:creationId xmlns:a16="http://schemas.microsoft.com/office/drawing/2014/main" id="{D56487A7-9A18-48CD-AFEB-9E829ED37AD3}"/>
              </a:ext>
            </a:extLst>
          </p:cNvPr>
          <p:cNvSpPr>
            <a:spLocks xmlns:a="http://schemas.openxmlformats.org/drawingml/2006/main" noGrp="1"/>
          </p:cNvSpPr>
          <p:nvPr/>
        </p:nvSpPr>
        <p:spPr>
          <a:xfrm xmlns:a="http://schemas.openxmlformats.org/drawingml/2006/main">
            <a:off x="762000" y="5181600"/>
            <a:ext cx="106680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Arial"/>
                <a:ea typeface="Arial"/>
                <a:cs typeface="Arial"/>
              </a:defRPr>
            </a:pPr>
            <a:r>
              <a:rPr sz="1875" b="0">
                <a:solidFill>
                  <a:srgbClr val="233746"/>
                </a:solidFill>
                <a:latin typeface="Arial"/>
                <a:ea typeface="Arial"/>
                <a:cs typeface="Arial"/>
              </a:rPr>
              <a:t>Extensión de la relación anterior: max(min(a,b), 1 − a). Si a = 0, vale 1.</a:t>
            </a:r>
          </a:p>
        </p:txBody>
      </p:sp>
      <p:sp>
        <p:nvSpPr>
          <p:cNvPr id="25" name="">
            <a:extLst xmlns:a="http://schemas.openxmlformats.org/drawingml/2006/main">
              <a:ext uri="{FF2B5EF4-FFF2-40B4-BE49-F238E27FC236}">
                <a16:creationId xmlns:a16="http://schemas.microsoft.com/office/drawing/2014/main" id="{6C4C3C1E-F6E0-4A0D-8F04-CD7BFB3A89D4}"/>
              </a:ext>
            </a:extLst>
          </p:cNvPr>
          <p:cNvSpPr>
            <a:spLocks xmlns:a="http://schemas.openxmlformats.org/drawingml/2006/main" noGrp="1"/>
          </p:cNvSpPr>
          <p:nvPr/>
        </p:nvSpPr>
        <p:spPr>
          <a:xfrm xmlns:a="http://schemas.openxmlformats.org/drawingml/2006/main">
            <a:off x="762000" y="5772150"/>
            <a:ext cx="106680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D96B18"/>
                </a:solidFill>
                <a:latin typeface="Arial"/>
                <a:ea typeface="Arial"/>
                <a:cs typeface="Arial"/>
              </a:defRPr>
            </a:pPr>
            <a:r>
              <a:rPr sz="1875" b="1">
                <a:solidFill>
                  <a:srgbClr val="D96B18"/>
                </a:solidFill>
                <a:latin typeface="Arial"/>
                <a:ea typeface="Arial"/>
                <a:cs typeface="Arial"/>
              </a:rPr>
              <a:t>a = μA(x), b = μB(y). «Basado en reglas» no fija una única semántica.</a:t>
            </a:r>
          </a:p>
        </p:txBody>
      </p:sp>
    </p:spTree>
    <p:extLst>
      <p:ext uri="{BB962C8B-B14F-4D97-AF65-F5344CB8AC3E}">
        <p14:creationId xmlns:p14="http://schemas.microsoft.com/office/powerpoint/2010/main" val="1721896526"/>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Mamdani: el recorrido de una entrada</a:t>
            </a:r>
          </a:p>
        </p:txBody>
      </p:sp>
      <p:sp>
        <p:nvSpPr>
          <p:cNvPr id="9" name="">
            <a:extLst xmlns:a="http://schemas.openxmlformats.org/drawingml/2006/main">
              <a:ext uri="{FF2B5EF4-FFF2-40B4-BE49-F238E27FC236}">
                <a16:creationId xmlns:a16="http://schemas.microsoft.com/office/drawing/2014/main" id="{10F1A4DB-2153-4A3B-BE26-2A9F1F2AC8A8}"/>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1. Fuzzificar y activar</a:t>
            </a:r>
          </a:p>
        </p:txBody>
      </p:sp>
      <p:sp>
        <p:nvSpPr>
          <p:cNvPr id="10" name="">
            <a:extLst xmlns:a="http://schemas.openxmlformats.org/drawingml/2006/main">
              <a:ext uri="{FF2B5EF4-FFF2-40B4-BE49-F238E27FC236}">
                <a16:creationId xmlns:a16="http://schemas.microsoft.com/office/drawing/2014/main" id="{6C040218-31EF-4A1C-8175-681E68F793E8}"/>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Evaluar las pertenencias y combinar las condiciones de cada regla.</a:t>
            </a:r>
          </a:p>
        </p:txBody>
      </p:sp>
      <p:sp>
        <p:nvSpPr>
          <p:cNvPr id="11" name="">
            <a:extLst xmlns:a="http://schemas.openxmlformats.org/drawingml/2006/main">
              <a:ext uri="{FF2B5EF4-FFF2-40B4-BE49-F238E27FC236}">
                <a16:creationId xmlns:a16="http://schemas.microsoft.com/office/drawing/2014/main" id="{11AB3616-3D7A-4784-A8F2-7C066F844790}"/>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2. Implicar y agregar</a:t>
            </a:r>
          </a:p>
        </p:txBody>
      </p:sp>
      <p:sp>
        <p:nvSpPr>
          <p:cNvPr id="12" name="">
            <a:extLst xmlns:a="http://schemas.openxmlformats.org/drawingml/2006/main">
              <a:ext uri="{FF2B5EF4-FFF2-40B4-BE49-F238E27FC236}">
                <a16:creationId xmlns:a16="http://schemas.microsoft.com/office/drawing/2014/main" id="{42D43D07-7394-4314-A862-CB7F27EF0A78}"/>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Recortar cada conjunto de salida con su activación; reunirlos con máximo.</a:t>
            </a:r>
          </a:p>
        </p:txBody>
      </p:sp>
      <p:sp>
        <p:nvSpPr>
          <p:cNvPr id="13" name="">
            <a:extLst xmlns:a="http://schemas.openxmlformats.org/drawingml/2006/main">
              <a:ext uri="{FF2B5EF4-FFF2-40B4-BE49-F238E27FC236}">
                <a16:creationId xmlns:a16="http://schemas.microsoft.com/office/drawing/2014/main" id="{FFB7358D-E9EB-4E9B-87D9-084BDF7796C0}"/>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3. Desdifusificar</a:t>
            </a:r>
          </a:p>
        </p:txBody>
      </p:sp>
      <p:sp>
        <p:nvSpPr>
          <p:cNvPr id="14" name="">
            <a:extLst xmlns:a="http://schemas.openxmlformats.org/drawingml/2006/main">
              <a:ext uri="{FF2B5EF4-FFF2-40B4-BE49-F238E27FC236}">
                <a16:creationId xmlns:a16="http://schemas.microsoft.com/office/drawing/2014/main" id="{0BEB993E-007F-45CA-ACA0-149E4BE1D228}"/>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Obtener un único número a partir del conjunto de salida agregado.</a:t>
            </a:r>
          </a:p>
        </p:txBody>
      </p:sp>
      <p:sp>
        <p:nvSpPr>
          <p:cNvPr id="15" name="">
            <a:extLst xmlns:a="http://schemas.openxmlformats.org/drawingml/2006/main">
              <a:ext uri="{FF2B5EF4-FFF2-40B4-BE49-F238E27FC236}">
                <a16:creationId xmlns:a16="http://schemas.microsoft.com/office/drawing/2014/main" id="{E25CF036-6C3D-4C08-AA81-66115114B3A7}"/>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el ejemplo siguiente: AND = mínimo, implicación = recorte, agregación = máximo.</a:t>
            </a:r>
          </a:p>
        </p:txBody>
      </p:sp>
      <p:sp>
        <p:nvSpPr>
          <p:cNvPr id="16" name="">
            <a:extLst xmlns:a="http://schemas.openxmlformats.org/drawingml/2006/main">
              <a:ext uri="{FF2B5EF4-FFF2-40B4-BE49-F238E27FC236}">
                <a16:creationId xmlns:a16="http://schemas.microsoft.com/office/drawing/2014/main" id="{02A458BD-F8ED-42DC-ACCA-5CB91FE3DAD9}"/>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0B7A4EB-48A9-4D98-BC2B-CAC9DA82A3E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39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Mini-ejemplo Mamdani: dos propuestas de potencia</a:t>
            </a:r>
          </a:p>
        </p:txBody>
      </p:sp>
      <p:graphicFrame>
        <p:nvGraphicFramePr>
          <p:cNvPr id="21" name=""/>
          <p:cNvGraphicFramePr/>
          <p:nvPr/>
        </p:nvGraphicFramePr>
        <p:xfrm>
          <a:off xmlns:a="http://schemas.openxmlformats.org/drawingml/2006/main" x="762000" y="2028825"/>
          <a:ext xmlns:a="http://schemas.openxmlformats.org/drawingml/2006/main" cx="10668000" cy="2143125"/>
        </p:xfrm>
        <a:graphic xmlns:a="http://schemas.openxmlformats.org/drawingml/2006/main">
          <a:graphicData uri="http://schemas.openxmlformats.org/drawingml/2006/table">
            <a:tbl>
              <a:tblPr/>
              <a:tblGrid>
                <a:gridCol w="4333875"/>
                <a:gridCol w="3143250"/>
                <a:gridCol w="3190875"/>
              </a:tblGrid>
              <a:tr h="714375">
                <a:tc>
                  <a:txBody>
                    <a:bodyPr lIns="85725" tIns="76200" rIns="85725" bIns="76200"/>
                    <a:lstStyle/>
                    <a:p>
                      <a:pPr algn="ctr">
                        <a:buNone/>
                      </a:pPr>
                      <a:r>
                        <a:rPr sz="2100" b="1">
                          <a:solidFill>
                            <a:srgbClr val="2162A0"/>
                          </a:solidFill>
                          <a:latin typeface="Arial"/>
                          <a:ea typeface="Arial"/>
                          <a:cs typeface="Arial"/>
                        </a:rPr>
                        <a:t>Regla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Activación en esta lectura</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Consecuente</a:t>
                      </a:r>
                    </a:p>
                  </a:txBody>
                  <a:tcPr marL="91440" marR="91440" marT="45720" marB="45720" anchor="ctr">
                    <a:solidFill>
                      <a:srgbClr val="E7EFF5"/>
                    </a:solidFill>
                  </a:tcPr>
                </a:tc>
              </a:tr>
              <a:tr h="714375">
                <a:tc>
                  <a:txBody>
                    <a:bodyPr lIns="85725" tIns="76200" rIns="85725" bIns="76200"/>
                    <a:lstStyle/>
                    <a:p>
                      <a:pPr algn="ctr">
                        <a:buNone/>
                      </a:pPr>
                      <a:r>
                        <a:rPr sz="2100" b="0">
                          <a:solidFill>
                            <a:srgbClr val="233746"/>
                          </a:solidFill>
                          <a:latin typeface="Arial"/>
                          <a:ea typeface="Arial"/>
                          <a:cs typeface="Arial"/>
                        </a:rPr>
                        <a:t>SI el error es Pequeño</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0,6</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Potencia Baja</a:t>
                      </a:r>
                    </a:p>
                  </a:txBody>
                  <a:tcPr marL="91440" marR="91440" marT="45720" marB="45720" anchor="ctr">
                    <a:solidFill>
                      <a:srgbClr val="FFFFFF"/>
                    </a:solidFill>
                  </a:tcPr>
                </a:tc>
              </a:tr>
              <a:tr h="714375">
                <a:tc>
                  <a:txBody>
                    <a:bodyPr lIns="85725" tIns="76200" rIns="85725" bIns="76200"/>
                    <a:lstStyle/>
                    <a:p>
                      <a:pPr algn="ctr">
                        <a:buNone/>
                      </a:pPr>
                      <a:r>
                        <a:rPr sz="2100" b="0">
                          <a:solidFill>
                            <a:srgbClr val="233746"/>
                          </a:solidFill>
                          <a:latin typeface="Arial"/>
                          <a:ea typeface="Arial"/>
                          <a:cs typeface="Arial"/>
                        </a:rPr>
                        <a:t>SI el error es Grande</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0,3</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Potencia Alta</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BBB8C901-8AFF-42D8-91B4-2D2A2D6E614D}"/>
              </a:ext>
            </a:extLst>
          </p:cNvPr>
          <p:cNvSpPr>
            <a:spLocks xmlns:a="http://schemas.openxmlformats.org/drawingml/2006/main" noGrp="1"/>
          </p:cNvSpPr>
          <p:nvPr/>
        </p:nvSpPr>
        <p:spPr>
          <a:xfrm xmlns:a="http://schemas.openxmlformats.org/drawingml/2006/main">
            <a:off x="762000" y="4610100"/>
            <a:ext cx="10668000" cy="981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Baja: triángulo con puntos (0, 0), (25, 1), (50, 0).</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Alta: triángulo con puntos (50, 0), (75, 1), (100, 0).</a:t>
            </a:r>
          </a:p>
        </p:txBody>
      </p:sp>
      <p:sp>
        <p:nvSpPr>
          <p:cNvPr id="11" name="">
            <a:extLst xmlns:a="http://schemas.openxmlformats.org/drawingml/2006/main">
              <a:ext uri="{FF2B5EF4-FFF2-40B4-BE49-F238E27FC236}">
                <a16:creationId xmlns:a16="http://schemas.microsoft.com/office/drawing/2014/main" id="{581D90CE-62CA-4ABE-9029-75D4414C6FA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Fijamos esta salida de ejemplo para comparar los métodos de desdifusificación.</a:t>
            </a:r>
          </a:p>
        </p:txBody>
      </p:sp>
      <p:sp>
        <p:nvSpPr>
          <p:cNvPr id="12" name="">
            <a:extLst xmlns:a="http://schemas.openxmlformats.org/drawingml/2006/main">
              <a:ext uri="{FF2B5EF4-FFF2-40B4-BE49-F238E27FC236}">
                <a16:creationId xmlns:a16="http://schemas.microsoft.com/office/drawing/2014/main" id="{35FA9F4A-26AE-471E-A1D3-4548D0D77D5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0CC52A4A-8072-425E-B419-B3FB2730269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Mamdani: dos reglas activas</a:t>
            </a:r>
          </a:p>
        </p:txBody>
      </p:sp>
      <p:sp>
        <p:nvSpPr>
          <p:cNvPr id="9" name="">
            <a:extLst xmlns:a="http://schemas.openxmlformats.org/drawingml/2006/main">
              <a:ext uri="{FF2B5EF4-FFF2-40B4-BE49-F238E27FC236}">
                <a16:creationId xmlns:a16="http://schemas.microsoft.com/office/drawing/2014/main" id="{3A16A9F1-B890-44A2-8D52-75FCD55B9B36}"/>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Potencia baja: α1 = 0,6</a:t>
            </a:r>
          </a:p>
        </p:txBody>
      </p:sp>
      <p:sp>
        <p:nvSpPr>
          <p:cNvPr id="10" name="">
            <a:extLst xmlns:a="http://schemas.openxmlformats.org/drawingml/2006/main">
              <a:ext uri="{FF2B5EF4-FFF2-40B4-BE49-F238E27FC236}">
                <a16:creationId xmlns:a16="http://schemas.microsoft.com/office/drawing/2014/main" id="{DA9930CC-4A41-41FA-A5AD-5411FDB568ED}"/>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Potencia alta: α2 = 0,3</a:t>
            </a:r>
          </a:p>
        </p:txBody>
      </p:sp>
      <p:graphicFrame>
        <p:nvGraphicFramePr>
          <p:cNvPr id="25" name="Chart"/>
          <p:cNvGraphicFramePr/>
          <p:nvPr/>
        </p:nvGraphicFramePr>
        <p:xfrm>
          <a:off xmlns:a="http://schemas.openxmlformats.org/drawingml/2006/main" x="762000" y="2257425"/>
          <a:ext xmlns:a="http://schemas.openxmlformats.org/drawingml/2006/main" cx="10668000" cy="3162300"/>
        </p:xfrm>
        <a:graphic xmlns:a="http://schemas.openxmlformats.org/drawingml/2006/main">
          <a:graphicData uri="http://schemas.openxmlformats.org/drawingml/2006/chart">
            <c:chart xmlns:r="http://schemas.openxmlformats.org/officeDocument/2006/relationships" xmlns:c="http://schemas.openxmlformats.org/drawingml/2006/chart" r:id="Rb43b08ff7dc242d1"/>
          </a:graphicData>
        </a:graphic>
      </p:graphicFrame>
      <p:sp>
        <p:nvSpPr>
          <p:cNvPr id="12" name="">
            <a:extLst xmlns:a="http://schemas.openxmlformats.org/drawingml/2006/main">
              <a:ext uri="{FF2B5EF4-FFF2-40B4-BE49-F238E27FC236}">
                <a16:creationId xmlns:a16="http://schemas.microsoft.com/office/drawing/2014/main" id="{8EED936C-4C56-402D-8456-0F5D0EA0BFA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Cada regla recorta su conjunto: μsalida,k(u) = min(αk, μBk(u)).</a:t>
            </a:r>
          </a:p>
        </p:txBody>
      </p:sp>
      <p:sp>
        <p:nvSpPr>
          <p:cNvPr id="14" name="">
            <a:extLst xmlns:a="http://schemas.openxmlformats.org/drawingml/2006/main">
              <a:ext uri="{FF2B5EF4-FFF2-40B4-BE49-F238E27FC236}">
                <a16:creationId xmlns:a16="http://schemas.microsoft.com/office/drawing/2014/main" id="{971EA7DB-7A2A-414C-BCA3-4FE8BA69D9A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74F536F8-B3B0-46D1-9770-CC4B373A8B6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7950A0"/>
                </a:solidFill>
                <a:latin typeface="Arial"/>
                <a:ea typeface="Arial"/>
                <a:cs typeface="Arial"/>
              </a:defRPr>
            </a:pPr>
            <a:r>
              <a:rPr sz="3000" b="0">
                <a:solidFill>
                  <a:srgbClr val="7950A0"/>
                </a:solidFill>
                <a:latin typeface="Arial"/>
                <a:ea typeface="Arial"/>
                <a:cs typeface="Arial"/>
              </a:rPr>
              <a:t>Mamdani: una salida agregada</a:t>
            </a:r>
          </a:p>
        </p:txBody>
      </p:sp>
      <p:sp>
        <p:nvSpPr>
          <p:cNvPr id="9" name="">
            <a:extLst xmlns:a="http://schemas.openxmlformats.org/drawingml/2006/main">
              <a:ext uri="{FF2B5EF4-FFF2-40B4-BE49-F238E27FC236}">
                <a16:creationId xmlns:a16="http://schemas.microsoft.com/office/drawing/2014/main" id="{504048DD-F1F1-4EF9-9863-6B75089D7B49}"/>
              </a:ext>
            </a:extLst>
          </p:cNvPr>
          <p:cNvSpPr>
            <a:spLocks xmlns:a="http://schemas.openxmlformats.org/drawingml/2006/main" noGrp="1"/>
          </p:cNvSpPr>
          <p:nvPr/>
        </p:nvSpPr>
        <p:spPr>
          <a:xfrm xmlns:a="http://schemas.openxmlformats.org/drawingml/2006/main">
            <a:off x="762000" y="1666875"/>
            <a:ext cx="1057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μAgregada(u) = max(μsalida,1(u), μsalida,2(u))</a:t>
            </a:r>
          </a:p>
        </p:txBody>
      </p:sp>
      <p:graphicFrame>
        <p:nvGraphicFramePr>
          <p:cNvPr id="23" name="Chart"/>
          <p:cNvGraphicFramePr/>
          <p:nvPr/>
        </p:nvGraphicFramePr>
        <p:xfrm>
          <a:off xmlns:a="http://schemas.openxmlformats.org/drawingml/2006/main" x="762000" y="2143125"/>
          <a:ext xmlns:a="http://schemas.openxmlformats.org/drawingml/2006/main" cx="10668000" cy="3333750"/>
        </p:xfrm>
        <a:graphic xmlns:a="http://schemas.openxmlformats.org/drawingml/2006/main">
          <a:graphicData uri="http://schemas.openxmlformats.org/drawingml/2006/chart">
            <c:chart xmlns:r="http://schemas.openxmlformats.org/officeDocument/2006/relationships" xmlns:c="http://schemas.openxmlformats.org/drawingml/2006/chart" r:id="Reaab90bf30cc44c1"/>
          </a:graphicData>
        </a:graphic>
      </p:graphicFrame>
      <p:sp>
        <p:nvSpPr>
          <p:cNvPr id="11" name="">
            <a:extLst xmlns:a="http://schemas.openxmlformats.org/drawingml/2006/main">
              <a:ext uri="{FF2B5EF4-FFF2-40B4-BE49-F238E27FC236}">
                <a16:creationId xmlns:a16="http://schemas.microsoft.com/office/drawing/2014/main" id="{E37F8BDE-3789-4EAB-8C93-A2642472CC87}"/>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salida puede ser subnormal y no convexa aunque las etiquetas originales sean normales.</a:t>
            </a:r>
          </a:p>
        </p:txBody>
      </p:sp>
      <p:sp>
        <p:nvSpPr>
          <p:cNvPr id="13" name="">
            <a:extLst xmlns:a="http://schemas.openxmlformats.org/drawingml/2006/main">
              <a:ext uri="{FF2B5EF4-FFF2-40B4-BE49-F238E27FC236}">
                <a16:creationId xmlns:a16="http://schemas.microsoft.com/office/drawing/2014/main" id="{15916A57-4B8F-4F16-8AEA-648572241C4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7950A0"/>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D2C6E3C6-79D0-4988-BBCB-0545A5E553D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7950A0"/>
                </a:solidFill>
                <a:latin typeface="Arial"/>
                <a:ea typeface="Arial"/>
                <a:cs typeface="Arial"/>
              </a:defRPr>
            </a:pPr>
            <a:r>
              <a:rPr sz="1350" b="1">
                <a:solidFill>
                  <a:srgbClr val="7950A0"/>
                </a:solidFill>
                <a:latin typeface="Arial"/>
                <a:ea typeface="Arial"/>
                <a:cs typeface="Arial"/>
              </a:rPr>
              <a:t>03  REGLAS    /    Combinar condiciones · proponer acciones · agregar</a:t>
            </a:r>
          </a:p>
        </p:txBody>
      </p:sp>
    </p:spTree>
    <p:extLst>
      <p:ext uri="{BB962C8B-B14F-4D97-AF65-F5344CB8AC3E}">
        <p14:creationId xmlns:p14="http://schemas.microsoft.com/office/powerpoint/2010/main" val="1721896526"/>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Por qué necesitamos desdifusificar</a:t>
            </a:r>
          </a:p>
        </p:txBody>
      </p:sp>
      <p:sp>
        <p:nvSpPr>
          <p:cNvPr id="9" name="">
            <a:extLst xmlns:a="http://schemas.openxmlformats.org/drawingml/2006/main">
              <a:ext uri="{FF2B5EF4-FFF2-40B4-BE49-F238E27FC236}">
                <a16:creationId xmlns:a16="http://schemas.microsoft.com/office/drawing/2014/main" id="{9A89F1E4-D312-45FA-92DE-7BAD8C56EAC7}"/>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El razonamiento admite grados</a:t>
            </a:r>
          </a:p>
        </p:txBody>
      </p:sp>
      <p:sp>
        <p:nvSpPr>
          <p:cNvPr id="10" name="">
            <a:extLst xmlns:a="http://schemas.openxmlformats.org/drawingml/2006/main">
              <a:ext uri="{FF2B5EF4-FFF2-40B4-BE49-F238E27FC236}">
                <a16:creationId xmlns:a16="http://schemas.microsoft.com/office/drawing/2014/main" id="{5D5E9C16-AD85-42AB-87C8-2AC52B44840F}"/>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Podemos activar «potencia baja» y «potencia alta» simultáneamente.</a:t>
            </a:r>
          </a:p>
        </p:txBody>
      </p:sp>
      <p:sp>
        <p:nvSpPr>
          <p:cNvPr id="11" name="">
            <a:extLst xmlns:a="http://schemas.openxmlformats.org/drawingml/2006/main">
              <a:ext uri="{FF2B5EF4-FFF2-40B4-BE49-F238E27FC236}">
                <a16:creationId xmlns:a16="http://schemas.microsoft.com/office/drawing/2014/main" id="{0ED48E2C-9F99-4DBC-895E-CBE5D2A72BF4}"/>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El actuador necesita una orden concreta</a:t>
            </a:r>
          </a:p>
        </p:txBody>
      </p:sp>
      <p:sp>
        <p:nvSpPr>
          <p:cNvPr id="12" name="">
            <a:extLst xmlns:a="http://schemas.openxmlformats.org/drawingml/2006/main">
              <a:ext uri="{FF2B5EF4-FFF2-40B4-BE49-F238E27FC236}">
                <a16:creationId xmlns:a16="http://schemas.microsoft.com/office/drawing/2014/main" id="{EA1D51EF-5313-4CEC-947A-D4B96177C178}"/>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Por ejemplo: aplicar 43,9 % de potencia durante este intervalo de control.</a:t>
            </a:r>
          </a:p>
        </p:txBody>
      </p:sp>
      <p:sp>
        <p:nvSpPr>
          <p:cNvPr id="13" name="">
            <a:extLst xmlns:a="http://schemas.openxmlformats.org/drawingml/2006/main">
              <a:ext uri="{FF2B5EF4-FFF2-40B4-BE49-F238E27FC236}">
                <a16:creationId xmlns:a16="http://schemas.microsoft.com/office/drawing/2014/main" id="{D11583FD-68AD-43A3-9C39-DDA0D70783A4}"/>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Crisp no significa necesariamente binario</a:t>
            </a:r>
          </a:p>
        </p:txBody>
      </p:sp>
      <p:sp>
        <p:nvSpPr>
          <p:cNvPr id="14" name="">
            <a:extLst xmlns:a="http://schemas.openxmlformats.org/drawingml/2006/main">
              <a:ext uri="{FF2B5EF4-FFF2-40B4-BE49-F238E27FC236}">
                <a16:creationId xmlns:a16="http://schemas.microsoft.com/office/drawing/2014/main" id="{A89017C8-93AF-4A2F-86B7-7B1274466816}"/>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ON/OFF es binario; 43,9 % también es crisp porque es un valor determinado.</a:t>
            </a:r>
          </a:p>
        </p:txBody>
      </p:sp>
      <p:sp>
        <p:nvSpPr>
          <p:cNvPr id="15" name="">
            <a:extLst xmlns:a="http://schemas.openxmlformats.org/drawingml/2006/main">
              <a:ext uri="{FF2B5EF4-FFF2-40B4-BE49-F238E27FC236}">
                <a16:creationId xmlns:a16="http://schemas.microsoft.com/office/drawing/2014/main" id="{292CE76D-E014-406A-956A-2C2AD61DB86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Desdifusificar a un escalar: resumir el conjunto de salida en una acción numérica.</a:t>
            </a:r>
          </a:p>
        </p:txBody>
      </p:sp>
      <p:sp>
        <p:nvSpPr>
          <p:cNvPr id="16" name="">
            <a:extLst xmlns:a="http://schemas.openxmlformats.org/drawingml/2006/main">
              <a:ext uri="{FF2B5EF4-FFF2-40B4-BE49-F238E27FC236}">
                <a16:creationId xmlns:a16="http://schemas.microsoft.com/office/drawing/2014/main" id="{8227D63C-8B34-4B25-ABC2-AA24AAAAC59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FD222B9-91ED-445A-BA24-BDFA6DFB12D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La frontera entre inferencia y acción</a:t>
            </a:r>
          </a:p>
        </p:txBody>
      </p:sp>
      <p:graphicFrame>
        <p:nvGraphicFramePr>
          <p:cNvPr id="23" name="Chart"/>
          <p:cNvGraphicFramePr/>
          <p:nvPr/>
        </p:nvGraphicFramePr>
        <p:xfrm>
          <a:off xmlns:a="http://schemas.openxmlformats.org/drawingml/2006/main" x="762000" y="2152650"/>
          <a:ext xmlns:a="http://schemas.openxmlformats.org/drawingml/2006/main" cx="5905500" cy="2952750"/>
        </p:xfrm>
        <a:graphic xmlns:a="http://schemas.openxmlformats.org/drawingml/2006/main">
          <a:graphicData uri="http://schemas.openxmlformats.org/drawingml/2006/chart">
            <c:chart xmlns:r="http://schemas.openxmlformats.org/officeDocument/2006/relationships" xmlns:c="http://schemas.openxmlformats.org/drawingml/2006/chart" r:id="R34c4aa7c56ea4851"/>
          </a:graphicData>
        </a:graphic>
      </p:graphicFrame>
      <p:sp>
        <p:nvSpPr>
          <p:cNvPr id="10" name="">
            <a:extLst xmlns:a="http://schemas.openxmlformats.org/drawingml/2006/main">
              <a:ext uri="{FF2B5EF4-FFF2-40B4-BE49-F238E27FC236}">
                <a16:creationId xmlns:a16="http://schemas.microsoft.com/office/drawing/2014/main" id="{33E2AA7B-6D21-4AF5-9549-F882558D3FA6}"/>
              </a:ext>
            </a:extLst>
          </p:cNvPr>
          <p:cNvSpPr>
            <a:spLocks xmlns:a="http://schemas.openxmlformats.org/drawingml/2006/main" noGrp="1"/>
          </p:cNvSpPr>
          <p:nvPr/>
        </p:nvSpPr>
        <p:spPr>
          <a:xfrm xmlns:a="http://schemas.openxmlformats.org/drawingml/2006/main">
            <a:off x="7048500" y="2133600"/>
            <a:ext cx="4381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087F79"/>
                </a:solidFill>
                <a:latin typeface="Arial"/>
                <a:ea typeface="Arial"/>
                <a:cs typeface="Arial"/>
              </a:defRPr>
            </a:pPr>
            <a:r>
              <a:rPr sz="2550" b="1">
                <a:solidFill>
                  <a:srgbClr val="087F79"/>
                </a:solidFill>
                <a:latin typeface="Arial"/>
                <a:ea typeface="Arial"/>
                <a:cs typeface="Arial"/>
              </a:rPr>
              <a:t>Desdifusificación</a:t>
            </a:r>
          </a:p>
        </p:txBody>
      </p:sp>
      <p:sp>
        <p:nvSpPr>
          <p:cNvPr id="11" name="">
            <a:extLst xmlns:a="http://schemas.openxmlformats.org/drawingml/2006/main">
              <a:ext uri="{FF2B5EF4-FFF2-40B4-BE49-F238E27FC236}">
                <a16:creationId xmlns:a16="http://schemas.microsoft.com/office/drawing/2014/main" id="{8A48E657-F52C-4C39-B5E6-1D8430AEE909}"/>
              </a:ext>
            </a:extLst>
          </p:cNvPr>
          <p:cNvSpPr>
            <a:spLocks xmlns:a="http://schemas.openxmlformats.org/drawingml/2006/main" noGrp="1"/>
          </p:cNvSpPr>
          <p:nvPr/>
        </p:nvSpPr>
        <p:spPr>
          <a:xfrm xmlns:a="http://schemas.openxmlformats.org/drawingml/2006/main">
            <a:off x="7048500" y="3067050"/>
            <a:ext cx="4381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087F79"/>
                </a:solidFill>
                <a:latin typeface="Arial"/>
                <a:ea typeface="Arial"/>
                <a:cs typeface="Arial"/>
              </a:defRPr>
            </a:pPr>
            <a:r>
              <a:rPr sz="3225" b="1">
                <a:solidFill>
                  <a:srgbClr val="087F79"/>
                </a:solidFill>
                <a:latin typeface="Arial"/>
                <a:ea typeface="Arial"/>
                <a:cs typeface="Arial"/>
              </a:rPr>
              <a:t>u* = 43,89 %</a:t>
            </a:r>
          </a:p>
        </p:txBody>
      </p:sp>
      <p:sp>
        <p:nvSpPr>
          <p:cNvPr id="12" name="">
            <a:extLst xmlns:a="http://schemas.openxmlformats.org/drawingml/2006/main">
              <a:ext uri="{FF2B5EF4-FFF2-40B4-BE49-F238E27FC236}">
                <a16:creationId xmlns:a16="http://schemas.microsoft.com/office/drawing/2014/main" id="{17AAC9C8-2D04-467E-BF0F-EF0D5834B572}"/>
              </a:ext>
            </a:extLst>
          </p:cNvPr>
          <p:cNvSpPr>
            <a:spLocks xmlns:a="http://schemas.openxmlformats.org/drawingml/2006/main" noGrp="1"/>
          </p:cNvSpPr>
          <p:nvPr/>
        </p:nvSpPr>
        <p:spPr>
          <a:xfrm xmlns:a="http://schemas.openxmlformats.org/drawingml/2006/main">
            <a:off x="7048500" y="4171950"/>
            <a:ext cx="4381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0">
                <a:solidFill>
                  <a:srgbClr val="233746"/>
                </a:solidFill>
                <a:latin typeface="Arial"/>
                <a:ea typeface="Arial"/>
                <a:cs typeface="Arial"/>
              </a:defRPr>
            </a:pPr>
            <a:r>
              <a:rPr sz="2400" b="0">
                <a:solidFill>
                  <a:srgbClr val="233746"/>
                </a:solidFill>
                <a:latin typeface="Arial"/>
                <a:ea typeface="Arial"/>
                <a:cs typeface="Arial"/>
              </a:rPr>
              <a:t>Este número se envía</a:t>
            </a:r>
          </a:p>
          <a:p xmlns:a="http://schemas.openxmlformats.org/drawingml/2006/main">
            <a:pPr>
              <a:buNone/>
              <a:defRPr sz="2400" b="0">
                <a:solidFill>
                  <a:srgbClr val="233746"/>
                </a:solidFill>
                <a:latin typeface="Arial"/>
                <a:ea typeface="Arial"/>
                <a:cs typeface="Arial"/>
              </a:defRPr>
            </a:pPr>
            <a:r>
              <a:rPr sz="2400" b="0">
                <a:solidFill>
                  <a:srgbClr val="233746"/>
                </a:solidFill>
                <a:latin typeface="Arial"/>
                <a:ea typeface="Arial"/>
                <a:cs typeface="Arial"/>
              </a:rPr>
              <a:t>al calefactor.</a:t>
            </a:r>
          </a:p>
        </p:txBody>
      </p:sp>
      <p:sp>
        <p:nvSpPr>
          <p:cNvPr id="13" name="">
            <a:extLst xmlns:a="http://schemas.openxmlformats.org/drawingml/2006/main">
              <a:ext uri="{FF2B5EF4-FFF2-40B4-BE49-F238E27FC236}">
                <a16:creationId xmlns:a16="http://schemas.microsoft.com/office/drawing/2014/main" id="{DEECC8D9-FA79-467B-9E23-7ED1185E32F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altura de la curva es pertenencia. El eje horizontal contiene las posibles acciones.</a:t>
            </a:r>
          </a:p>
        </p:txBody>
      </p:sp>
      <p:sp>
        <p:nvSpPr>
          <p:cNvPr id="14" name="">
            <a:extLst xmlns:a="http://schemas.openxmlformats.org/drawingml/2006/main">
              <a:ext uri="{FF2B5EF4-FFF2-40B4-BE49-F238E27FC236}">
                <a16:creationId xmlns:a16="http://schemas.microsoft.com/office/drawing/2014/main" id="{BCF637B6-F7DF-48DC-BC74-430BAF8C3AC2}"/>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DF531B00-694C-4D1E-91FD-E0009CB8F40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Siete métodos de Ross para elegir ese número</a:t>
            </a:r>
          </a:p>
        </p:txBody>
      </p:sp>
      <p:graphicFrame>
        <p:nvGraphicFramePr>
          <p:cNvPr id="20" name=""/>
          <p:cNvGraphicFramePr/>
          <p:nvPr/>
        </p:nvGraphicFramePr>
        <p:xfrm>
          <a:off xmlns:a="http://schemas.openxmlformats.org/drawingml/2006/main" x="762000" y="1524000"/>
          <a:ext xmlns:a="http://schemas.openxmlformats.org/drawingml/2006/main" cx="10668000" cy="4257675"/>
        </p:xfrm>
        <a:graphic xmlns:a="http://schemas.openxmlformats.org/drawingml/2006/main">
          <a:graphicData uri="http://schemas.openxmlformats.org/drawingml/2006/table">
            <a:tbl>
              <a:tblPr/>
              <a:tblGrid>
                <a:gridCol w="4524375"/>
                <a:gridCol w="6143625"/>
              </a:tblGrid>
              <a:tr h="532209">
                <a:tc>
                  <a:txBody>
                    <a:bodyPr lIns="85725" tIns="76200" rIns="85725" bIns="76200"/>
                    <a:lstStyle/>
                    <a:p>
                      <a:pPr algn="ctr">
                        <a:buNone/>
                      </a:pPr>
                      <a:r>
                        <a:rPr sz="1875" b="1">
                          <a:solidFill>
                            <a:srgbClr val="2162A0"/>
                          </a:solidFill>
                          <a:latin typeface="Arial"/>
                          <a:ea typeface="Arial"/>
                          <a:cs typeface="Arial"/>
                        </a:rPr>
                        <a:t>Método</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Qué utiliza para decidir</a:t>
                      </a:r>
                    </a:p>
                  </a:txBody>
                  <a:tcPr marL="91440" marR="91440" marT="45720" marB="45720" anchor="ctr">
                    <a:solidFill>
                      <a:srgbClr val="E7EFF5"/>
                    </a:solidFill>
                  </a:tcPr>
                </a:tc>
              </a:tr>
              <a:tr h="532209">
                <a:tc>
                  <a:txBody>
                    <a:bodyPr lIns="85725" tIns="76200" rIns="85725" bIns="76200"/>
                    <a:lstStyle/>
                    <a:p>
                      <a:pPr algn="ctr">
                        <a:buNone/>
                      </a:pPr>
                      <a:r>
                        <a:rPr sz="1875" b="0">
                          <a:solidFill>
                            <a:srgbClr val="233746"/>
                          </a:solidFill>
                          <a:latin typeface="Arial"/>
                          <a:ea typeface="Arial"/>
                          <a:cs typeface="Arial"/>
                        </a:rPr>
                        <a:t>1. Máxima pertenencia</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Un punto donde μ alcanza su máximo</a:t>
                      </a:r>
                    </a:p>
                  </a:txBody>
                  <a:tcPr marL="91440" marR="91440" marT="45720" marB="45720" anchor="ctr">
                    <a:solidFill>
                      <a:srgbClr val="FFFFFF"/>
                    </a:solidFill>
                  </a:tcPr>
                </a:tc>
              </a:tr>
              <a:tr h="532209">
                <a:tc>
                  <a:txBody>
                    <a:bodyPr lIns="85725" tIns="76200" rIns="85725" bIns="76200"/>
                    <a:lstStyle/>
                    <a:p>
                      <a:pPr algn="ctr">
                        <a:buNone/>
                      </a:pPr>
                      <a:r>
                        <a:rPr sz="1875" b="0">
                          <a:solidFill>
                            <a:srgbClr val="233746"/>
                          </a:solidFill>
                          <a:latin typeface="Arial"/>
                          <a:ea typeface="Arial"/>
                          <a:cs typeface="Arial"/>
                        </a:rPr>
                        <a:t>2. Centroide</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Toda el área de la salida agregada</a:t>
                      </a:r>
                    </a:p>
                  </a:txBody>
                  <a:tcPr marL="91440" marR="91440" marT="45720" marB="45720" anchor="ctr">
                    <a:solidFill>
                      <a:srgbClr val="F4F7F9"/>
                    </a:solidFill>
                  </a:tcPr>
                </a:tc>
              </a:tr>
              <a:tr h="532209">
                <a:tc>
                  <a:txBody>
                    <a:bodyPr lIns="85725" tIns="76200" rIns="85725" bIns="76200"/>
                    <a:lstStyle/>
                    <a:p>
                      <a:pPr algn="ctr">
                        <a:buNone/>
                      </a:pPr>
                      <a:r>
                        <a:rPr sz="1875" b="0">
                          <a:solidFill>
                            <a:srgbClr val="233746"/>
                          </a:solidFill>
                          <a:latin typeface="Arial"/>
                          <a:ea typeface="Arial"/>
                          <a:cs typeface="Arial"/>
                        </a:rPr>
                        <a:t>3. Media ponderada</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Centros de conjuntos y sus alturas</a:t>
                      </a:r>
                    </a:p>
                  </a:txBody>
                  <a:tcPr marL="91440" marR="91440" marT="45720" marB="45720" anchor="ctr">
                    <a:solidFill>
                      <a:srgbClr val="FFFFFF"/>
                    </a:solidFill>
                  </a:tcPr>
                </a:tc>
              </a:tr>
              <a:tr h="532209">
                <a:tc>
                  <a:txBody>
                    <a:bodyPr lIns="85725" tIns="76200" rIns="85725" bIns="76200"/>
                    <a:lstStyle/>
                    <a:p>
                      <a:pPr algn="ctr">
                        <a:buNone/>
                      </a:pPr>
                      <a:r>
                        <a:rPr sz="1875" b="0">
                          <a:solidFill>
                            <a:srgbClr val="233746"/>
                          </a:solidFill>
                          <a:latin typeface="Arial"/>
                          <a:ea typeface="Arial"/>
                          <a:cs typeface="Arial"/>
                        </a:rPr>
                        <a:t>4. Media de máximos</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El centro de la meseta de máximo</a:t>
                      </a:r>
                    </a:p>
                  </a:txBody>
                  <a:tcPr marL="91440" marR="91440" marT="45720" marB="45720" anchor="ctr">
                    <a:solidFill>
                      <a:srgbClr val="F4F7F9"/>
                    </a:solidFill>
                  </a:tcPr>
                </a:tc>
              </a:tr>
              <a:tr h="532209">
                <a:tc>
                  <a:txBody>
                    <a:bodyPr lIns="85725" tIns="76200" rIns="85725" bIns="76200"/>
                    <a:lstStyle/>
                    <a:p>
                      <a:pPr algn="ctr">
                        <a:buNone/>
                      </a:pPr>
                      <a:r>
                        <a:rPr sz="1875" b="0">
                          <a:solidFill>
                            <a:srgbClr val="233746"/>
                          </a:solidFill>
                          <a:latin typeface="Arial"/>
                          <a:ea typeface="Arial"/>
                          <a:cs typeface="Arial"/>
                        </a:rPr>
                        <a:t>5. Centro de sumas</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Áreas de las salidas de cada regla</a:t>
                      </a:r>
                    </a:p>
                  </a:txBody>
                  <a:tcPr marL="91440" marR="91440" marT="45720" marB="45720" anchor="ctr">
                    <a:solidFill>
                      <a:srgbClr val="FFFFFF"/>
                    </a:solidFill>
                  </a:tcPr>
                </a:tc>
              </a:tr>
              <a:tr h="532209">
                <a:tc>
                  <a:txBody>
                    <a:bodyPr lIns="85725" tIns="76200" rIns="85725" bIns="76200"/>
                    <a:lstStyle/>
                    <a:p>
                      <a:pPr algn="ctr">
                        <a:buNone/>
                      </a:pPr>
                      <a:r>
                        <a:rPr sz="1875" b="0">
                          <a:solidFill>
                            <a:srgbClr val="233746"/>
                          </a:solidFill>
                          <a:latin typeface="Arial"/>
                          <a:ea typeface="Arial"/>
                          <a:cs typeface="Arial"/>
                        </a:rPr>
                        <a:t>6. Centro del área mayor</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La región convexa con mayor área</a:t>
                      </a:r>
                    </a:p>
                  </a:txBody>
                  <a:tcPr marL="91440" marR="91440" marT="45720" marB="45720" anchor="ctr">
                    <a:solidFill>
                      <a:srgbClr val="F4F7F9"/>
                    </a:solidFill>
                  </a:tcPr>
                </a:tc>
              </a:tr>
              <a:tr h="532209">
                <a:tc>
                  <a:txBody>
                    <a:bodyPr lIns="85725" tIns="76200" rIns="85725" bIns="76200"/>
                    <a:lstStyle/>
                    <a:p>
                      <a:pPr algn="ctr">
                        <a:buNone/>
                      </a:pPr>
                      <a:r>
                        <a:rPr sz="1875" b="0">
                          <a:solidFill>
                            <a:srgbClr val="233746"/>
                          </a:solidFill>
                          <a:latin typeface="Arial"/>
                          <a:ea typeface="Arial"/>
                          <a:cs typeface="Arial"/>
                        </a:rPr>
                        <a:t>7. Primero / último de máximos</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Un extremo de los máximos</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64EE6913-33D6-4D0B-9D61-D408215CDD5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la práctica: entender bien el centroide y la media ponderada. Compararemos los siete.</a:t>
            </a:r>
          </a:p>
        </p:txBody>
      </p:sp>
      <p:sp>
        <p:nvSpPr>
          <p:cNvPr id="11" name="">
            <a:extLst xmlns:a="http://schemas.openxmlformats.org/drawingml/2006/main">
              <a:ext uri="{FF2B5EF4-FFF2-40B4-BE49-F238E27FC236}">
                <a16:creationId xmlns:a16="http://schemas.microsoft.com/office/drawing/2014/main" id="{C23BAB73-34EE-488A-8EDE-AD556144EAB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90A88B04-4DA2-4B01-ACBB-A1B7BC8A267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1. Máxima pertenencia: el punto más alto</a:t>
            </a:r>
          </a:p>
        </p:txBody>
      </p:sp>
      <p:graphicFrame>
        <p:nvGraphicFramePr>
          <p:cNvPr id="21"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b0cc9d0ab0434444"/>
          </a:graphicData>
        </a:graphic>
      </p:graphicFrame>
      <p:sp>
        <p:nvSpPr>
          <p:cNvPr id="10" name="">
            <a:extLst xmlns:a="http://schemas.openxmlformats.org/drawingml/2006/main">
              <a:ext uri="{FF2B5EF4-FFF2-40B4-BE49-F238E27FC236}">
                <a16:creationId xmlns:a16="http://schemas.microsoft.com/office/drawing/2014/main" id="{49A02CB0-FBE2-462F-8EAC-9710CF863134}"/>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Buscamos el valor más alto de μ.</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Aquí hay una meseta:</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15 ≤ u ≤ 35.</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El criterio solo no elige un único número.</a:t>
            </a:r>
          </a:p>
        </p:txBody>
      </p:sp>
      <p:sp>
        <p:nvSpPr>
          <p:cNvPr id="11" name="">
            <a:extLst xmlns:a="http://schemas.openxmlformats.org/drawingml/2006/main">
              <a:ext uri="{FF2B5EF4-FFF2-40B4-BE49-F238E27FC236}">
                <a16:creationId xmlns:a16="http://schemas.microsoft.com/office/drawing/2014/main" id="{41BDD615-1E2F-4C8A-9767-313C3B27F4A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Si hay un único pico, queda resuelto. Con una meseta hay que fijar cómo desempatar.</a:t>
            </a:r>
          </a:p>
        </p:txBody>
      </p:sp>
      <p:sp>
        <p:nvSpPr>
          <p:cNvPr id="12" name="">
            <a:extLst xmlns:a="http://schemas.openxmlformats.org/drawingml/2006/main">
              <a:ext uri="{FF2B5EF4-FFF2-40B4-BE49-F238E27FC236}">
                <a16:creationId xmlns:a16="http://schemas.microsoft.com/office/drawing/2014/main" id="{8F17ADF9-D789-4810-A2D5-5BBA8F0A8D0C}"/>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47F2131-8C13-4A9D-84E7-15677E7E468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2. Centroide: el equilibrio de la salida</a:t>
            </a:r>
          </a:p>
        </p:txBody>
      </p:sp>
      <p:sp>
        <p:nvSpPr>
          <p:cNvPr id="9" name="">
            <a:extLst xmlns:a="http://schemas.openxmlformats.org/drawingml/2006/main">
              <a:ext uri="{FF2B5EF4-FFF2-40B4-BE49-F238E27FC236}">
                <a16:creationId xmlns:a16="http://schemas.microsoft.com/office/drawing/2014/main" id="{A87B851F-B50C-4374-95FD-D7D5AF6485D6}"/>
              </a:ext>
            </a:extLst>
          </p:cNvPr>
          <p:cNvSpPr>
            <a:spLocks xmlns:a="http://schemas.openxmlformats.org/drawingml/2006/main" noGrp="1"/>
          </p:cNvSpPr>
          <p:nvPr/>
        </p:nvSpPr>
        <p:spPr>
          <a:xfrm xmlns:a="http://schemas.openxmlformats.org/drawingml/2006/main">
            <a:off x="762000" y="1562100"/>
            <a:ext cx="106680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700" b="1">
                <a:solidFill>
                  <a:srgbClr val="D96B18"/>
                </a:solidFill>
                <a:latin typeface="Arial"/>
                <a:ea typeface="Arial"/>
                <a:cs typeface="Arial"/>
              </a:defRPr>
            </a:pPr>
            <a:r>
              <a:rPr sz="2700" b="1">
                <a:solidFill>
                  <a:srgbClr val="D96B18"/>
                </a:solidFill>
                <a:latin typeface="Arial"/>
                <a:ea typeface="Arial"/>
                <a:cs typeface="Arial"/>
              </a:rPr>
              <a:t>u* = ∫ u · μAgregada(u) du / ∫ μAgregada(u) du</a:t>
            </a:r>
          </a:p>
        </p:txBody>
      </p:sp>
      <p:graphicFrame>
        <p:nvGraphicFramePr>
          <p:cNvPr id="26" name="Chart"/>
          <p:cNvGraphicFramePr/>
          <p:nvPr/>
        </p:nvGraphicFramePr>
        <p:xfrm>
          <a:off xmlns:a="http://schemas.openxmlformats.org/drawingml/2006/main" x="762000" y="2667000"/>
          <a:ext xmlns:a="http://schemas.openxmlformats.org/drawingml/2006/main" cx="5524500" cy="2886075"/>
        </p:xfrm>
        <a:graphic xmlns:a="http://schemas.openxmlformats.org/drawingml/2006/main">
          <a:graphicData uri="http://schemas.openxmlformats.org/drawingml/2006/chart">
            <c:chart xmlns:r="http://schemas.openxmlformats.org/officeDocument/2006/relationships" xmlns:c="http://schemas.openxmlformats.org/drawingml/2006/chart" r:id="Rd12041d39a7f442f"/>
          </a:graphicData>
        </a:graphic>
      </p:graphicFrame>
      <p:sp>
        <p:nvSpPr>
          <p:cNvPr id="11" name="">
            <a:extLst xmlns:a="http://schemas.openxmlformats.org/drawingml/2006/main">
              <a:ext uri="{FF2B5EF4-FFF2-40B4-BE49-F238E27FC236}">
                <a16:creationId xmlns:a16="http://schemas.microsoft.com/office/drawing/2014/main" id="{DC1E68BE-7EE9-47ED-A230-D91187DE1369}"/>
              </a:ext>
            </a:extLst>
          </p:cNvPr>
          <p:cNvSpPr>
            <a:spLocks xmlns:a="http://schemas.openxmlformats.org/drawingml/2006/main" noGrp="1"/>
          </p:cNvSpPr>
          <p:nvPr/>
        </p:nvSpPr>
        <p:spPr>
          <a:xfrm xmlns:a="http://schemas.openxmlformats.org/drawingml/2006/main">
            <a:off x="6762750" y="262890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Área baja = 21; centro = 25.</a:t>
            </a:r>
          </a:p>
        </p:txBody>
      </p:sp>
      <p:sp>
        <p:nvSpPr>
          <p:cNvPr id="12" name="">
            <a:extLst xmlns:a="http://schemas.openxmlformats.org/drawingml/2006/main">
              <a:ext uri="{FF2B5EF4-FFF2-40B4-BE49-F238E27FC236}">
                <a16:creationId xmlns:a16="http://schemas.microsoft.com/office/drawing/2014/main" id="{8B81992F-6E46-4195-A414-2517A6957E7C}"/>
              </a:ext>
            </a:extLst>
          </p:cNvPr>
          <p:cNvSpPr>
            <a:spLocks xmlns:a="http://schemas.openxmlformats.org/drawingml/2006/main" noGrp="1"/>
          </p:cNvSpPr>
          <p:nvPr/>
        </p:nvSpPr>
        <p:spPr>
          <a:xfrm xmlns:a="http://schemas.openxmlformats.org/drawingml/2006/main">
            <a:off x="6762750" y="3352800"/>
            <a:ext cx="466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Área alta = 12,75; centro = 75.</a:t>
            </a:r>
          </a:p>
        </p:txBody>
      </p:sp>
      <p:sp>
        <p:nvSpPr>
          <p:cNvPr id="13" name="">
            <a:extLst xmlns:a="http://schemas.openxmlformats.org/drawingml/2006/main">
              <a:ext uri="{FF2B5EF4-FFF2-40B4-BE49-F238E27FC236}">
                <a16:creationId xmlns:a16="http://schemas.microsoft.com/office/drawing/2014/main" id="{3FB70751-BDEB-4909-A327-AD0D7BBDAD05}"/>
              </a:ext>
            </a:extLst>
          </p:cNvPr>
          <p:cNvSpPr>
            <a:spLocks xmlns:a="http://schemas.openxmlformats.org/drawingml/2006/main" noGrp="1"/>
          </p:cNvSpPr>
          <p:nvPr/>
        </p:nvSpPr>
        <p:spPr>
          <a:xfrm xmlns:a="http://schemas.openxmlformats.org/drawingml/2006/main">
            <a:off x="6762750" y="4314825"/>
            <a:ext cx="4667250" cy="1257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u* = (21·25 + 12,75·75)</a:t>
            </a:r>
          </a:p>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       / (21 + 12,75)</a:t>
            </a:r>
          </a:p>
          <a:p xmlns:a="http://schemas.openxmlformats.org/drawingml/2006/main">
            <a:pPr>
              <a:buNone/>
              <a:defRPr sz="2175" b="1">
                <a:solidFill>
                  <a:srgbClr val="233746"/>
                </a:solidFill>
                <a:latin typeface="Arial"/>
                <a:ea typeface="Arial"/>
                <a:cs typeface="Arial"/>
              </a:defRPr>
            </a:pPr>
            <a:r>
              <a:rPr sz="2175" b="1">
                <a:solidFill>
                  <a:srgbClr val="233746"/>
                </a:solidFill>
                <a:latin typeface="Arial"/>
                <a:ea typeface="Arial"/>
                <a:cs typeface="Arial"/>
              </a:rPr>
              <a:t>    ≈ 43,89 %</a:t>
            </a:r>
          </a:p>
        </p:txBody>
      </p:sp>
      <p:sp>
        <p:nvSpPr>
          <p:cNvPr id="14" name="">
            <a:extLst xmlns:a="http://schemas.openxmlformats.org/drawingml/2006/main">
              <a:ext uri="{FF2B5EF4-FFF2-40B4-BE49-F238E27FC236}">
                <a16:creationId xmlns:a16="http://schemas.microsoft.com/office/drawing/2014/main" id="{30DD62D3-DB11-4F65-91E8-6175AC96E08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denominador debe ser positivo: si no hay salida activada, hay que resolver la falta de cobertura.</a:t>
            </a:r>
          </a:p>
        </p:txBody>
      </p:sp>
      <p:sp>
        <p:nvSpPr>
          <p:cNvPr id="16" name="">
            <a:extLst xmlns:a="http://schemas.openxmlformats.org/drawingml/2006/main">
              <a:ext uri="{FF2B5EF4-FFF2-40B4-BE49-F238E27FC236}">
                <a16:creationId xmlns:a16="http://schemas.microsoft.com/office/drawing/2014/main" id="{FF5B1EC0-E0D8-410D-94CF-92EC8D13417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4F8F3B2E-ABB9-4A8C-B422-C02349AE13A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Centroide discreto: de la tabla al número</a:t>
            </a:r>
          </a:p>
        </p:txBody>
      </p:sp>
      <p:sp>
        <p:nvSpPr>
          <p:cNvPr id="9" name="">
            <a:extLst xmlns:a="http://schemas.openxmlformats.org/drawingml/2006/main">
              <a:ext uri="{FF2B5EF4-FFF2-40B4-BE49-F238E27FC236}">
                <a16:creationId xmlns:a16="http://schemas.microsoft.com/office/drawing/2014/main" id="{6D61166B-B223-4EC9-97FA-290FB3CE16CB}"/>
              </a:ext>
            </a:extLst>
          </p:cNvPr>
          <p:cNvSpPr>
            <a:spLocks xmlns:a="http://schemas.openxmlformats.org/drawingml/2006/main" noGrp="1"/>
          </p:cNvSpPr>
          <p:nvPr/>
        </p:nvSpPr>
        <p:spPr>
          <a:xfrm xmlns:a="http://schemas.openxmlformats.org/drawingml/2006/main">
            <a:off x="762000" y="1543050"/>
            <a:ext cx="10668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Otro ejemplo: muestreamos una salida agregada en cinco potencias equidistantes.</a:t>
            </a:r>
          </a:p>
        </p:txBody>
      </p:sp>
      <p:graphicFrame>
        <p:nvGraphicFramePr>
          <p:cNvPr id="24" name=""/>
          <p:cNvGraphicFramePr/>
          <p:nvPr/>
        </p:nvGraphicFramePr>
        <p:xfrm>
          <a:off xmlns:a="http://schemas.openxmlformats.org/drawingml/2006/main" x="762000" y="2581275"/>
          <a:ext xmlns:a="http://schemas.openxmlformats.org/drawingml/2006/main" cx="10668000" cy="1409700"/>
        </p:xfrm>
        <a:graphic xmlns:a="http://schemas.openxmlformats.org/drawingml/2006/main">
          <a:graphicData uri="http://schemas.openxmlformats.org/drawingml/2006/table">
            <a:tbl>
              <a:tblPr/>
              <a:tblGrid>
                <a:gridCol w="3048000"/>
                <a:gridCol w="1524000"/>
                <a:gridCol w="1524000"/>
                <a:gridCol w="1524000"/>
                <a:gridCol w="1524000"/>
                <a:gridCol w="1524000"/>
              </a:tblGrid>
              <a:tr h="704850">
                <a:tc>
                  <a:txBody>
                    <a:bodyPr lIns="85725" tIns="76200" rIns="85725" bIns="76200"/>
                    <a:lstStyle/>
                    <a:p>
                      <a:pPr algn="ctr">
                        <a:buNone/>
                      </a:pPr>
                      <a:r>
                        <a:rPr sz="2175" b="1">
                          <a:solidFill>
                            <a:srgbClr val="2162A0"/>
                          </a:solidFill>
                          <a:latin typeface="Arial"/>
                          <a:ea typeface="Arial"/>
                          <a:cs typeface="Arial"/>
                        </a:rPr>
                        <a:t>Potencia ui (%)</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0</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25</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50</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75</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100</a:t>
                      </a:r>
                    </a:p>
                  </a:txBody>
                  <a:tcPr marL="91440" marR="91440" marT="45720" marB="45720" anchor="ctr">
                    <a:solidFill>
                      <a:srgbClr val="E7EFF5"/>
                    </a:solidFill>
                  </a:tcPr>
                </a:tc>
              </a:tr>
              <a:tr h="704850">
                <a:tc>
                  <a:txBody>
                    <a:bodyPr lIns="85725" tIns="76200" rIns="85725" bIns="76200"/>
                    <a:lstStyle/>
                    <a:p>
                      <a:pPr algn="ctr">
                        <a:buNone/>
                      </a:pPr>
                      <a:r>
                        <a:rPr sz="2175" b="0">
                          <a:solidFill>
                            <a:srgbClr val="233746"/>
                          </a:solidFill>
                          <a:latin typeface="Arial"/>
                          <a:ea typeface="Arial"/>
                          <a:cs typeface="Arial"/>
                        </a:rPr>
                        <a:t>μAgregada(ui)</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0,2</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0,6</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0,4</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a:t>
                      </a:r>
                    </a:p>
                  </a:txBody>
                  <a:tcPr marL="91440" marR="91440" marT="45720" marB="45720" anchor="ctr">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56F2EE72-9CD2-4825-90E9-1BCE6D6668D2}"/>
              </a:ext>
            </a:extLst>
          </p:cNvPr>
          <p:cNvSpPr>
            <a:spLocks xmlns:a="http://schemas.openxmlformats.org/drawingml/2006/main" noGrp="1"/>
          </p:cNvSpPr>
          <p:nvPr/>
        </p:nvSpPr>
        <p:spPr>
          <a:xfrm xmlns:a="http://schemas.openxmlformats.org/drawingml/2006/main">
            <a:off x="762000" y="4419600"/>
            <a:ext cx="10668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u* ≈ Σ ui μi / Σ μi</a:t>
            </a:r>
          </a:p>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    = (25·0,2 + 50·0,6 + 75·0,4) / (0,2 + 0,6 + 0,4)</a:t>
            </a:r>
          </a:p>
          <a:p xmlns:a="http://schemas.openxmlformats.org/drawingml/2006/main">
            <a:pPr>
              <a:buNone/>
              <a:defRPr sz="2325" b="1">
                <a:solidFill>
                  <a:srgbClr val="233746"/>
                </a:solidFill>
                <a:latin typeface="Arial"/>
                <a:ea typeface="Arial"/>
                <a:cs typeface="Arial"/>
              </a:defRPr>
            </a:pPr>
            <a:r>
              <a:rPr sz="2325" b="1">
                <a:solidFill>
                  <a:srgbClr val="233746"/>
                </a:solidFill>
                <a:latin typeface="Arial"/>
                <a:ea typeface="Arial"/>
                <a:cs typeface="Arial"/>
              </a:rPr>
              <a:t>    ≈ 54,17 %</a:t>
            </a:r>
          </a:p>
        </p:txBody>
      </p:sp>
      <p:sp>
        <p:nvSpPr>
          <p:cNvPr id="12" name="">
            <a:extLst xmlns:a="http://schemas.openxmlformats.org/drawingml/2006/main">
              <a:ext uri="{FF2B5EF4-FFF2-40B4-BE49-F238E27FC236}">
                <a16:creationId xmlns:a16="http://schemas.microsoft.com/office/drawing/2014/main" id="{AD869AAB-9C02-4471-9DA2-F5B226F7005C}"/>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54,17 % es la potencia elegida; 0,6 es un grado de pertenencia, no una potencia.</a:t>
            </a:r>
          </a:p>
        </p:txBody>
      </p:sp>
      <p:sp>
        <p:nvSpPr>
          <p:cNvPr id="14" name="">
            <a:extLst xmlns:a="http://schemas.openxmlformats.org/drawingml/2006/main">
              <a:ext uri="{FF2B5EF4-FFF2-40B4-BE49-F238E27FC236}">
                <a16:creationId xmlns:a16="http://schemas.microsoft.com/office/drawing/2014/main" id="{BD25DFA2-59F8-4886-9F21-EE2DD6EBD19E}"/>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8160F683-9E38-43F1-8A98-7A03CACAAD3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Programar la desdifusificación a un escalar</a:t>
            </a:r>
          </a:p>
        </p:txBody>
      </p:sp>
      <p:sp>
        <p:nvSpPr>
          <p:cNvPr id="9" name="">
            <a:extLst xmlns:a="http://schemas.openxmlformats.org/drawingml/2006/main">
              <a:ext uri="{FF2B5EF4-FFF2-40B4-BE49-F238E27FC236}">
                <a16:creationId xmlns:a16="http://schemas.microsoft.com/office/drawing/2014/main" id="{0CFEDAC2-C065-4ABC-A58A-30AE19E8E67E}"/>
              </a:ext>
            </a:extLst>
          </p:cNvPr>
          <p:cNvSpPr>
            <a:spLocks xmlns:a="http://schemas.openxmlformats.org/drawingml/2006/main" noGrp="1"/>
          </p:cNvSpPr>
          <p:nvPr/>
        </p:nvSpPr>
        <p:spPr>
          <a:xfrm xmlns:a="http://schemas.openxmlformats.org/drawingml/2006/main">
            <a:off x="762000" y="1943100"/>
            <a:ext cx="106680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 u: malla ordenada de potencias; mu: salida agregada</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area = np.trapezoid(mu, u)</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if area &lt;= 0:</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    raise ValueError("Ninguna regla genera salida")</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momento = np.trapezoid(u * mu, u)</a:t>
            </a:r>
          </a:p>
          <a:p xmlns:a="http://schemas.openxmlformats.org/drawingml/2006/main">
            <a:pPr>
              <a:buNone/>
              <a:defRPr sz="2025" b="0">
                <a:solidFill>
                  <a:srgbClr val="233746"/>
                </a:solidFill>
                <a:latin typeface="Consolas"/>
                <a:ea typeface="Consolas"/>
                <a:cs typeface="Consolas"/>
              </a:defRPr>
            </a:pPr>
            <a:r>
              <a:rPr sz="2025" b="0">
                <a:solidFill>
                  <a:srgbClr val="233746"/>
                </a:solidFill>
                <a:latin typeface="Consolas"/>
                <a:ea typeface="Consolas"/>
                <a:cs typeface="Consolas"/>
              </a:rPr>
              <a:t>potencia = momento / area</a:t>
            </a:r>
          </a:p>
        </p:txBody>
      </p:sp>
      <p:sp>
        <p:nvSpPr>
          <p:cNvPr id="10" name="">
            <a:extLst xmlns:a="http://schemas.openxmlformats.org/drawingml/2006/main">
              <a:ext uri="{FF2B5EF4-FFF2-40B4-BE49-F238E27FC236}">
                <a16:creationId xmlns:a16="http://schemas.microsoft.com/office/drawing/2014/main" id="{D249C70D-15DD-4B90-8989-235D89FC070E}"/>
              </a:ext>
            </a:extLst>
          </p:cNvPr>
          <p:cNvSpPr>
            <a:spLocks xmlns:a="http://schemas.openxmlformats.org/drawingml/2006/main" noGrp="1"/>
          </p:cNvSpPr>
          <p:nvPr/>
        </p:nvSpPr>
        <p:spPr>
          <a:xfrm xmlns:a="http://schemas.openxmlformats.org/drawingml/2006/main">
            <a:off x="762000" y="4981575"/>
            <a:ext cx="10668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Antes: fuzzificar → activar → recortar → agregar.</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Después: enviar la potencia al modelo y volver a medir.</a:t>
            </a:r>
          </a:p>
        </p:txBody>
      </p:sp>
      <p:sp>
        <p:nvSpPr>
          <p:cNvPr id="11" name="">
            <a:extLst xmlns:a="http://schemas.openxmlformats.org/drawingml/2006/main">
              <a:ext uri="{FF2B5EF4-FFF2-40B4-BE49-F238E27FC236}">
                <a16:creationId xmlns:a16="http://schemas.microsoft.com/office/drawing/2014/main" id="{B7524D06-EB03-4E38-9BB0-0E95A2EA4921}"/>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Refina la malla hasta que el resultado apenas cambie; comprueba también los límites del actuador.</a:t>
            </a:r>
          </a:p>
        </p:txBody>
      </p:sp>
      <p:sp>
        <p:nvSpPr>
          <p:cNvPr id="12" name="">
            <a:extLst xmlns:a="http://schemas.openxmlformats.org/drawingml/2006/main">
              <a:ext uri="{FF2B5EF4-FFF2-40B4-BE49-F238E27FC236}">
                <a16:creationId xmlns:a16="http://schemas.microsoft.com/office/drawing/2014/main" id="{2D141384-F6F9-4A35-A351-811D4AD8126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C5953EBF-BBE7-41E6-B068-2E037851940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49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3. Media ponderada: centros y alturas</a:t>
            </a:r>
          </a:p>
        </p:txBody>
      </p:sp>
      <p:graphicFrame>
        <p:nvGraphicFramePr>
          <p:cNvPr id="21"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0c2a91627d9142e9"/>
          </a:graphicData>
        </a:graphic>
      </p:graphicFrame>
      <p:sp>
        <p:nvSpPr>
          <p:cNvPr id="10" name="">
            <a:extLst xmlns:a="http://schemas.openxmlformats.org/drawingml/2006/main">
              <a:ext uri="{FF2B5EF4-FFF2-40B4-BE49-F238E27FC236}">
                <a16:creationId xmlns:a16="http://schemas.microsoft.com/office/drawing/2014/main" id="{D9626DC3-44B5-4D96-869F-E2C6FC0BBD71}"/>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Centro bajo: 25</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Altura: 0,6</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Centro alto: 75</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Altura: 0,3</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u* = 41,67 %</a:t>
            </a:r>
          </a:p>
        </p:txBody>
      </p:sp>
      <p:sp>
        <p:nvSpPr>
          <p:cNvPr id="11" name="">
            <a:extLst xmlns:a="http://schemas.openxmlformats.org/drawingml/2006/main">
              <a:ext uri="{FF2B5EF4-FFF2-40B4-BE49-F238E27FC236}">
                <a16:creationId xmlns:a16="http://schemas.microsoft.com/office/drawing/2014/main" id="{799D4E9E-20F0-4934-BAA9-80095BDD8FE3}"/>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u* = (25 · 0,6 + 75 · 0,3) / (0,6 + 0,3) = 41,67 %.</a:t>
            </a:r>
          </a:p>
        </p:txBody>
      </p:sp>
      <p:sp>
        <p:nvSpPr>
          <p:cNvPr id="12" name="">
            <a:extLst xmlns:a="http://schemas.openxmlformats.org/drawingml/2006/main">
              <a:ext uri="{FF2B5EF4-FFF2-40B4-BE49-F238E27FC236}">
                <a16:creationId xmlns:a16="http://schemas.microsoft.com/office/drawing/2014/main" id="{C8D2D2B4-D9C9-4A3D-BA5A-3658C5445A4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BAEA8125-B05D-4E0B-AA2D-833B631D1A8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4. Media de máximos: el centro de la meseta</a:t>
            </a:r>
          </a:p>
        </p:txBody>
      </p:sp>
      <p:graphicFrame>
        <p:nvGraphicFramePr>
          <p:cNvPr id="21"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ae3fd8a78bd44c3c"/>
          </a:graphicData>
        </a:graphic>
      </p:graphicFrame>
      <p:sp>
        <p:nvSpPr>
          <p:cNvPr id="10" name="">
            <a:extLst xmlns:a="http://schemas.openxmlformats.org/drawingml/2006/main">
              <a:ext uri="{FF2B5EF4-FFF2-40B4-BE49-F238E27FC236}">
                <a16:creationId xmlns:a16="http://schemas.microsoft.com/office/drawing/2014/main" id="{85BD42DC-6977-468B-9515-57E36DF6FEF9}"/>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La altura máxima es 0,6.</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La meseta va de 15 a 35.</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u* = (15 + 35) / 2</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     = 25 %</a:t>
            </a:r>
          </a:p>
        </p:txBody>
      </p:sp>
      <p:sp>
        <p:nvSpPr>
          <p:cNvPr id="11" name="">
            <a:extLst xmlns:a="http://schemas.openxmlformats.org/drawingml/2006/main">
              <a:ext uri="{FF2B5EF4-FFF2-40B4-BE49-F238E27FC236}">
                <a16:creationId xmlns:a16="http://schemas.microsoft.com/office/drawing/2014/main" id="{F6650EE7-156B-4B03-85CB-48CCE182F3D1}"/>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Solo intervienen los máximos. La región de potencia alta no cambia esta decisión.</a:t>
            </a:r>
          </a:p>
        </p:txBody>
      </p:sp>
      <p:sp>
        <p:nvSpPr>
          <p:cNvPr id="12" name="">
            <a:extLst xmlns:a="http://schemas.openxmlformats.org/drawingml/2006/main">
              <a:ext uri="{FF2B5EF4-FFF2-40B4-BE49-F238E27FC236}">
                <a16:creationId xmlns:a16="http://schemas.microsoft.com/office/drawing/2014/main" id="{A7BEA276-004B-46C4-8917-E00619F1495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2C1E667D-26DC-4B94-893B-7913C5D1144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5. Centro de sumas: cada regla conserva su área</a:t>
            </a:r>
          </a:p>
        </p:txBody>
      </p:sp>
      <p:graphicFrame>
        <p:nvGraphicFramePr>
          <p:cNvPr id="23" name="Chart"/>
          <p:cNvGraphicFramePr/>
          <p:nvPr/>
        </p:nvGraphicFramePr>
        <p:xfrm>
          <a:off xmlns:a="http://schemas.openxmlformats.org/drawingml/2006/main" x="666750" y="2314575"/>
          <a:ext xmlns:a="http://schemas.openxmlformats.org/drawingml/2006/main" cx="6524625" cy="3190875"/>
        </p:xfrm>
        <a:graphic xmlns:a="http://schemas.openxmlformats.org/drawingml/2006/main">
          <a:graphicData uri="http://schemas.openxmlformats.org/drawingml/2006/chart">
            <c:chart xmlns:r="http://schemas.openxmlformats.org/officeDocument/2006/relationships" xmlns:c="http://schemas.openxmlformats.org/drawingml/2006/chart" r:id="R558ee395d839467e"/>
          </a:graphicData>
        </a:graphic>
      </p:graphicFrame>
      <p:sp>
        <p:nvSpPr>
          <p:cNvPr id="10" name="">
            <a:extLst xmlns:a="http://schemas.openxmlformats.org/drawingml/2006/main">
              <a:ext uri="{FF2B5EF4-FFF2-40B4-BE49-F238E27FC236}">
                <a16:creationId xmlns:a16="http://schemas.microsoft.com/office/drawing/2014/main" id="{396A4541-DF20-4DF5-A12C-5B5E79E122F2}"/>
              </a:ext>
            </a:extLst>
          </p:cNvPr>
          <p:cNvSpPr>
            <a:spLocks xmlns:a="http://schemas.openxmlformats.org/drawingml/2006/main" noGrp="1"/>
          </p:cNvSpPr>
          <p:nvPr/>
        </p:nvSpPr>
        <p:spPr>
          <a:xfrm xmlns:a="http://schemas.openxmlformats.org/drawingml/2006/main">
            <a:off x="762000" y="1609725"/>
            <a:ext cx="328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2162A0"/>
                </a:solidFill>
                <a:latin typeface="Arial"/>
                <a:ea typeface="Arial"/>
                <a:cs typeface="Arial"/>
              </a:defRPr>
            </a:pPr>
            <a:r>
              <a:rPr sz="1875" b="1">
                <a:solidFill>
                  <a:srgbClr val="2162A0"/>
                </a:solidFill>
                <a:latin typeface="Arial"/>
                <a:ea typeface="Arial"/>
                <a:cs typeface="Arial"/>
              </a:rPr>
              <a:t>Unión (azul)</a:t>
            </a:r>
          </a:p>
        </p:txBody>
      </p:sp>
      <p:sp>
        <p:nvSpPr>
          <p:cNvPr id="11" name="">
            <a:extLst xmlns:a="http://schemas.openxmlformats.org/drawingml/2006/main">
              <a:ext uri="{FF2B5EF4-FFF2-40B4-BE49-F238E27FC236}">
                <a16:creationId xmlns:a16="http://schemas.microsoft.com/office/drawing/2014/main" id="{12A2BDB7-9FA0-4637-8D76-7A9D37B99245}"/>
              </a:ext>
            </a:extLst>
          </p:cNvPr>
          <p:cNvSpPr>
            <a:spLocks xmlns:a="http://schemas.openxmlformats.org/drawingml/2006/main" noGrp="1"/>
          </p:cNvSpPr>
          <p:nvPr/>
        </p:nvSpPr>
        <p:spPr>
          <a:xfrm xmlns:a="http://schemas.openxmlformats.org/drawingml/2006/main">
            <a:off x="4143375" y="1609725"/>
            <a:ext cx="328612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1">
                <a:solidFill>
                  <a:srgbClr val="D96B18"/>
                </a:solidFill>
                <a:latin typeface="Arial"/>
                <a:ea typeface="Arial"/>
                <a:cs typeface="Arial"/>
              </a:defRPr>
            </a:pPr>
            <a:r>
              <a:rPr sz="1875" b="1">
                <a:solidFill>
                  <a:srgbClr val="D96B18"/>
                </a:solidFill>
                <a:latin typeface="Arial"/>
                <a:ea typeface="Arial"/>
                <a:cs typeface="Arial"/>
              </a:rPr>
              <a:t>Suma (naranja)</a:t>
            </a:r>
          </a:p>
        </p:txBody>
      </p:sp>
      <p:sp>
        <p:nvSpPr>
          <p:cNvPr id="12" name="">
            <a:extLst xmlns:a="http://schemas.openxmlformats.org/drawingml/2006/main">
              <a:ext uri="{FF2B5EF4-FFF2-40B4-BE49-F238E27FC236}">
                <a16:creationId xmlns:a16="http://schemas.microsoft.com/office/drawing/2014/main" id="{92C0AF10-E0DC-40F2-A67E-B5E02CE28EC3}"/>
              </a:ext>
            </a:extLst>
          </p:cNvPr>
          <p:cNvSpPr>
            <a:spLocks xmlns:a="http://schemas.openxmlformats.org/drawingml/2006/main" noGrp="1"/>
          </p:cNvSpPr>
          <p:nvPr/>
        </p:nvSpPr>
        <p:spPr>
          <a:xfrm xmlns:a="http://schemas.openxmlformats.org/drawingml/2006/main">
            <a:off x="7667625" y="1952625"/>
            <a:ext cx="3714750" cy="3381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Ejemplo con solape</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A1 = 25,2; c1 = 30</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A2 = 15,3; c2 = 60</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u* = Σ Ai ci / Σ Ai</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     ≈ 41,33 %</a:t>
            </a:r>
          </a:p>
        </p:txBody>
      </p:sp>
      <p:sp>
        <p:nvSpPr>
          <p:cNvPr id="13" name="">
            <a:extLst xmlns:a="http://schemas.openxmlformats.org/drawingml/2006/main">
              <a:ext uri="{FF2B5EF4-FFF2-40B4-BE49-F238E27FC236}">
                <a16:creationId xmlns:a16="http://schemas.microsoft.com/office/drawing/2014/main" id="{E61192DC-7D32-41EE-BFB9-4670FCE25B0F}"/>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suma cuenta el solape por cada regla. El centroide de la unión daría ≈ 40,66 %.</a:t>
            </a:r>
          </a:p>
        </p:txBody>
      </p:sp>
      <p:sp>
        <p:nvSpPr>
          <p:cNvPr id="14" name="">
            <a:extLst xmlns:a="http://schemas.openxmlformats.org/drawingml/2006/main">
              <a:ext uri="{FF2B5EF4-FFF2-40B4-BE49-F238E27FC236}">
                <a16:creationId xmlns:a16="http://schemas.microsoft.com/office/drawing/2014/main" id="{5EF067F7-C651-4AC4-BA63-447B1B4ACAB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B4E417A4-2F9A-4779-ADF0-09EA83D5FEF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6. Centro del área mayor: escoger una región</a:t>
            </a:r>
          </a:p>
        </p:txBody>
      </p:sp>
      <p:graphicFrame>
        <p:nvGraphicFramePr>
          <p:cNvPr id="21"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b768792483a14a2c"/>
          </a:graphicData>
        </a:graphic>
      </p:graphicFrame>
      <p:sp>
        <p:nvSpPr>
          <p:cNvPr id="10" name="">
            <a:extLst xmlns:a="http://schemas.openxmlformats.org/drawingml/2006/main">
              <a:ext uri="{FF2B5EF4-FFF2-40B4-BE49-F238E27FC236}">
                <a16:creationId xmlns:a16="http://schemas.microsoft.com/office/drawing/2014/main" id="{BF5CD85E-4864-4E17-ABB8-FEF5F954732E}"/>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Volvemos al ejemplo inicial.</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Región baja: área 21.</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Región alta: área 12,75.</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Elegimos la región baja</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y su centroide: 25 %.</a:t>
            </a:r>
          </a:p>
        </p:txBody>
      </p:sp>
      <p:sp>
        <p:nvSpPr>
          <p:cNvPr id="11" name="">
            <a:extLst xmlns:a="http://schemas.openxmlformats.org/drawingml/2006/main">
              <a:ext uri="{FF2B5EF4-FFF2-40B4-BE49-F238E27FC236}">
                <a16:creationId xmlns:a16="http://schemas.microsoft.com/office/drawing/2014/main" id="{A7AB47BF-5C23-4484-8509-3EA72AEB5F6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Mayor área no significa necesariamente mayor pico.</a:t>
            </a:r>
          </a:p>
        </p:txBody>
      </p:sp>
      <p:sp>
        <p:nvSpPr>
          <p:cNvPr id="12" name="">
            <a:extLst xmlns:a="http://schemas.openxmlformats.org/drawingml/2006/main">
              <a:ext uri="{FF2B5EF4-FFF2-40B4-BE49-F238E27FC236}">
                <a16:creationId xmlns:a16="http://schemas.microsoft.com/office/drawing/2014/main" id="{50149E3B-B178-4D6A-B5E8-8183476347B2}"/>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8C42B3CF-E5CD-4197-8A24-AF400DC6050B}"/>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7. Primero o último de los máximos</a:t>
            </a:r>
          </a:p>
        </p:txBody>
      </p:sp>
      <p:graphicFrame>
        <p:nvGraphicFramePr>
          <p:cNvPr id="21"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3ac8874959034420"/>
          </a:graphicData>
        </a:graphic>
      </p:graphicFrame>
      <p:sp>
        <p:nvSpPr>
          <p:cNvPr id="10" name="">
            <a:extLst xmlns:a="http://schemas.openxmlformats.org/drawingml/2006/main">
              <a:ext uri="{FF2B5EF4-FFF2-40B4-BE49-F238E27FC236}">
                <a16:creationId xmlns:a16="http://schemas.microsoft.com/office/drawing/2014/main" id="{9F4EF8C1-57F2-47D7-B453-B858B3B3338C}"/>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Misma meseta: [15, 35].</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Primero: u* = 15 %.</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Último: u* = 35 %.</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Hay que declarar cuál usamos.</a:t>
            </a:r>
          </a:p>
        </p:txBody>
      </p:sp>
      <p:sp>
        <p:nvSpPr>
          <p:cNvPr id="11" name="">
            <a:extLst xmlns:a="http://schemas.openxmlformats.org/drawingml/2006/main">
              <a:ext uri="{FF2B5EF4-FFF2-40B4-BE49-F238E27FC236}">
                <a16:creationId xmlns:a16="http://schemas.microsoft.com/office/drawing/2014/main" id="{FB02BD1E-6C56-4234-AD81-51A75571DE8D}"/>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máximo se busca en vertical. Primero y último se eligen en el eje de potencia.</a:t>
            </a:r>
          </a:p>
        </p:txBody>
      </p:sp>
      <p:sp>
        <p:nvSpPr>
          <p:cNvPr id="12" name="">
            <a:extLst xmlns:a="http://schemas.openxmlformats.org/drawingml/2006/main">
              <a:ext uri="{FF2B5EF4-FFF2-40B4-BE49-F238E27FC236}">
                <a16:creationId xmlns:a16="http://schemas.microsoft.com/office/drawing/2014/main" id="{5AE9BB89-C2EA-4260-B7A3-74213A9F84D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7C11D503-A119-4D1F-A24C-CB8E770EECAC}"/>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Misma salida fuzzy, decisiones diferentes</a:t>
            </a:r>
          </a:p>
        </p:txBody>
      </p:sp>
      <p:graphicFrame>
        <p:nvGraphicFramePr>
          <p:cNvPr id="20" name=""/>
          <p:cNvGraphicFramePr/>
          <p:nvPr/>
        </p:nvGraphicFramePr>
        <p:xfrm>
          <a:off xmlns:a="http://schemas.openxmlformats.org/drawingml/2006/main" x="762000" y="1562100"/>
          <a:ext xmlns:a="http://schemas.openxmlformats.org/drawingml/2006/main" cx="10668000" cy="4162425"/>
        </p:xfrm>
        <a:graphic xmlns:a="http://schemas.openxmlformats.org/drawingml/2006/main">
          <a:graphicData uri="http://schemas.openxmlformats.org/drawingml/2006/table">
            <a:tbl>
              <a:tblPr/>
              <a:tblGrid>
                <a:gridCol w="4619625"/>
                <a:gridCol w="6048375"/>
              </a:tblGrid>
              <a:tr h="520303">
                <a:tc>
                  <a:txBody>
                    <a:bodyPr lIns="85725" tIns="76200" rIns="85725" bIns="76200"/>
                    <a:lstStyle/>
                    <a:p>
                      <a:pPr algn="ctr">
                        <a:buNone/>
                      </a:pPr>
                      <a:r>
                        <a:rPr sz="1875" b="1">
                          <a:solidFill>
                            <a:srgbClr val="2162A0"/>
                          </a:solidFill>
                          <a:latin typeface="Arial"/>
                          <a:ea typeface="Arial"/>
                          <a:cs typeface="Arial"/>
                        </a:rPr>
                        <a:t>Método</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Potencia resultante</a:t>
                      </a:r>
                    </a:p>
                  </a:txBody>
                  <a:tcPr marL="91440" marR="91440" marT="45720" marB="45720" anchor="ctr">
                    <a:solidFill>
                      <a:srgbClr val="E7EFF5"/>
                    </a:solidFill>
                  </a:tcPr>
                </a:tc>
              </a:tr>
              <a:tr h="520303">
                <a:tc>
                  <a:txBody>
                    <a:bodyPr lIns="85725" tIns="76200" rIns="85725" bIns="76200"/>
                    <a:lstStyle/>
                    <a:p>
                      <a:pPr algn="ctr">
                        <a:buNone/>
                      </a:pPr>
                      <a:r>
                        <a:rPr sz="1875" b="0">
                          <a:solidFill>
                            <a:srgbClr val="233746"/>
                          </a:solidFill>
                          <a:latin typeface="Arial"/>
                          <a:ea typeface="Arial"/>
                          <a:cs typeface="Arial"/>
                        </a:rPr>
                        <a:t>Máxima pertenencia</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Cualquier valor de [15, 35] sin desempate</a:t>
                      </a:r>
                    </a:p>
                  </a:txBody>
                  <a:tcPr marL="91440" marR="91440" marT="45720" marB="45720" anchor="ctr">
                    <a:solidFill>
                      <a:srgbClr val="FFFFFF"/>
                    </a:solidFill>
                  </a:tcPr>
                </a:tc>
              </a:tr>
              <a:tr h="520303">
                <a:tc>
                  <a:txBody>
                    <a:bodyPr lIns="85725" tIns="76200" rIns="85725" bIns="76200"/>
                    <a:lstStyle/>
                    <a:p>
                      <a:pPr algn="ctr">
                        <a:buNone/>
                      </a:pPr>
                      <a:r>
                        <a:rPr sz="1875" b="0">
                          <a:solidFill>
                            <a:srgbClr val="233746"/>
                          </a:solidFill>
                          <a:latin typeface="Arial"/>
                          <a:ea typeface="Arial"/>
                          <a:cs typeface="Arial"/>
                        </a:rPr>
                        <a:t>Centroide</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43,89 %</a:t>
                      </a:r>
                    </a:p>
                  </a:txBody>
                  <a:tcPr marL="91440" marR="91440" marT="45720" marB="45720" anchor="ctr">
                    <a:solidFill>
                      <a:srgbClr val="F4F7F9"/>
                    </a:solidFill>
                  </a:tcPr>
                </a:tc>
              </a:tr>
              <a:tr h="520303">
                <a:tc>
                  <a:txBody>
                    <a:bodyPr lIns="85725" tIns="76200" rIns="85725" bIns="76200"/>
                    <a:lstStyle/>
                    <a:p>
                      <a:pPr algn="ctr">
                        <a:buNone/>
                      </a:pPr>
                      <a:r>
                        <a:rPr sz="1875" b="0">
                          <a:solidFill>
                            <a:srgbClr val="233746"/>
                          </a:solidFill>
                          <a:latin typeface="Arial"/>
                          <a:ea typeface="Arial"/>
                          <a:cs typeface="Arial"/>
                        </a:rPr>
                        <a:t>Media ponderada</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41,67 %</a:t>
                      </a:r>
                    </a:p>
                  </a:txBody>
                  <a:tcPr marL="91440" marR="91440" marT="45720" marB="45720" anchor="ctr">
                    <a:solidFill>
                      <a:srgbClr val="FFFFFF"/>
                    </a:solidFill>
                  </a:tcPr>
                </a:tc>
              </a:tr>
              <a:tr h="520303">
                <a:tc>
                  <a:txBody>
                    <a:bodyPr lIns="85725" tIns="76200" rIns="85725" bIns="76200"/>
                    <a:lstStyle/>
                    <a:p>
                      <a:pPr algn="ctr">
                        <a:buNone/>
                      </a:pPr>
                      <a:r>
                        <a:rPr sz="1875" b="0">
                          <a:solidFill>
                            <a:srgbClr val="233746"/>
                          </a:solidFill>
                          <a:latin typeface="Arial"/>
                          <a:ea typeface="Arial"/>
                          <a:cs typeface="Arial"/>
                        </a:rPr>
                        <a:t>Media de máximos</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25 %</a:t>
                      </a:r>
                    </a:p>
                  </a:txBody>
                  <a:tcPr marL="91440" marR="91440" marT="45720" marB="45720" anchor="ctr">
                    <a:solidFill>
                      <a:srgbClr val="F4F7F9"/>
                    </a:solidFill>
                  </a:tcPr>
                </a:tc>
              </a:tr>
              <a:tr h="520303">
                <a:tc>
                  <a:txBody>
                    <a:bodyPr lIns="85725" tIns="76200" rIns="85725" bIns="76200"/>
                    <a:lstStyle/>
                    <a:p>
                      <a:pPr algn="ctr">
                        <a:buNone/>
                      </a:pPr>
                      <a:r>
                        <a:rPr sz="1875" b="0">
                          <a:solidFill>
                            <a:srgbClr val="233746"/>
                          </a:solidFill>
                          <a:latin typeface="Arial"/>
                          <a:ea typeface="Arial"/>
                          <a:cs typeface="Arial"/>
                        </a:rPr>
                        <a:t>Centro de sumas</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43,89 % en este caso sin solape</a:t>
                      </a:r>
                    </a:p>
                  </a:txBody>
                  <a:tcPr marL="91440" marR="91440" marT="45720" marB="45720" anchor="ctr">
                    <a:solidFill>
                      <a:srgbClr val="FFFFFF"/>
                    </a:solidFill>
                  </a:tcPr>
                </a:tc>
              </a:tr>
              <a:tr h="520303">
                <a:tc>
                  <a:txBody>
                    <a:bodyPr lIns="85725" tIns="76200" rIns="85725" bIns="76200"/>
                    <a:lstStyle/>
                    <a:p>
                      <a:pPr algn="ctr">
                        <a:buNone/>
                      </a:pPr>
                      <a:r>
                        <a:rPr sz="1875" b="0">
                          <a:solidFill>
                            <a:srgbClr val="233746"/>
                          </a:solidFill>
                          <a:latin typeface="Arial"/>
                          <a:ea typeface="Arial"/>
                          <a:cs typeface="Arial"/>
                        </a:rPr>
                        <a:t>Centro del área mayor</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25 %</a:t>
                      </a:r>
                    </a:p>
                  </a:txBody>
                  <a:tcPr marL="91440" marR="91440" marT="45720" marB="45720" anchor="ctr">
                    <a:solidFill>
                      <a:srgbClr val="F4F7F9"/>
                    </a:solidFill>
                  </a:tcPr>
                </a:tc>
              </a:tr>
              <a:tr h="520303">
                <a:tc>
                  <a:txBody>
                    <a:bodyPr lIns="85725" tIns="76200" rIns="85725" bIns="76200"/>
                    <a:lstStyle/>
                    <a:p>
                      <a:pPr algn="ctr">
                        <a:buNone/>
                      </a:pPr>
                      <a:r>
                        <a:rPr sz="1875" b="0">
                          <a:solidFill>
                            <a:srgbClr val="233746"/>
                          </a:solidFill>
                          <a:latin typeface="Arial"/>
                          <a:ea typeface="Arial"/>
                          <a:cs typeface="Arial"/>
                        </a:rPr>
                        <a:t>Primero / último de máximos</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15 % / 35 %</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20334007-A79F-4C16-9373-9ADE6C3A271F}"/>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Elegir el método forma parte del diseño del controlador y debe quedar escrito.</a:t>
            </a:r>
          </a:p>
        </p:txBody>
      </p:sp>
      <p:sp>
        <p:nvSpPr>
          <p:cNvPr id="11" name="">
            <a:extLst xmlns:a="http://schemas.openxmlformats.org/drawingml/2006/main">
              <a:ext uri="{FF2B5EF4-FFF2-40B4-BE49-F238E27FC236}">
                <a16:creationId xmlns:a16="http://schemas.microsoft.com/office/drawing/2014/main" id="{9942ADE0-3ECC-48C7-92CD-CD49A221CCAE}"/>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BD9C005-1370-424D-9DC3-3D1781B69F1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Cinco criterios para elegir la desdifusificación</a:t>
            </a:r>
          </a:p>
        </p:txBody>
      </p:sp>
      <p:graphicFrame>
        <p:nvGraphicFramePr>
          <p:cNvPr id="20" name=""/>
          <p:cNvGraphicFramePr/>
          <p:nvPr/>
        </p:nvGraphicFramePr>
        <p:xfrm>
          <a:off xmlns:a="http://schemas.openxmlformats.org/drawingml/2006/main" x="762000" y="1638300"/>
          <a:ext xmlns:a="http://schemas.openxmlformats.org/drawingml/2006/main" cx="10668000" cy="3724275"/>
        </p:xfrm>
        <a:graphic xmlns:a="http://schemas.openxmlformats.org/drawingml/2006/main">
          <a:graphicData uri="http://schemas.openxmlformats.org/drawingml/2006/table">
            <a:tbl>
              <a:tblPr/>
              <a:tblGrid>
                <a:gridCol w="4000500"/>
                <a:gridCol w="6667500"/>
              </a:tblGrid>
              <a:tr h="620713">
                <a:tc>
                  <a:txBody>
                    <a:bodyPr lIns="85725" tIns="76200" rIns="85725" bIns="76200"/>
                    <a:lstStyle/>
                    <a:p>
                      <a:pPr algn="ctr">
                        <a:buNone/>
                      </a:pPr>
                      <a:r>
                        <a:rPr sz="1950" b="1">
                          <a:solidFill>
                            <a:srgbClr val="2162A0"/>
                          </a:solidFill>
                          <a:latin typeface="Arial"/>
                          <a:ea typeface="Arial"/>
                          <a:cs typeface="Arial"/>
                        </a:rPr>
                        <a:t>Criterio de Ross</a:t>
                      </a:r>
                    </a:p>
                  </a:txBody>
                  <a:tcPr marL="91440" marR="91440" marT="45720" marB="45720" anchor="ctr">
                    <a:solidFill>
                      <a:srgbClr val="E7EFF5"/>
                    </a:solidFill>
                  </a:tcPr>
                </a:tc>
                <a:tc>
                  <a:txBody>
                    <a:bodyPr lIns="85725" tIns="76200" rIns="85725" bIns="76200"/>
                    <a:lstStyle/>
                    <a:p>
                      <a:pPr algn="ctr">
                        <a:buNone/>
                      </a:pPr>
                      <a:r>
                        <a:rPr sz="1950" b="1">
                          <a:solidFill>
                            <a:srgbClr val="2162A0"/>
                          </a:solidFill>
                          <a:latin typeface="Arial"/>
                          <a:ea typeface="Arial"/>
                          <a:cs typeface="Arial"/>
                        </a:rPr>
                        <a:t>Qué buscamos en el controlador</a:t>
                      </a:r>
                    </a:p>
                  </a:txBody>
                  <a:tcPr marL="91440" marR="91440" marT="45720" marB="45720" anchor="ctr">
                    <a:solidFill>
                      <a:srgbClr val="E7EFF5"/>
                    </a:solidFill>
                  </a:tcPr>
                </a:tc>
              </a:tr>
              <a:tr h="620713">
                <a:tc>
                  <a:txBody>
                    <a:bodyPr lIns="85725" tIns="76200" rIns="85725" bIns="76200"/>
                    <a:lstStyle/>
                    <a:p>
                      <a:pPr algn="ctr">
                        <a:buNone/>
                      </a:pPr>
                      <a:r>
                        <a:rPr sz="1950" b="0">
                          <a:solidFill>
                            <a:srgbClr val="233746"/>
                          </a:solidFill>
                          <a:latin typeface="Arial"/>
                          <a:ea typeface="Arial"/>
                          <a:cs typeface="Arial"/>
                        </a:rPr>
                        <a:t>1. Continuidad</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Cambios pequeños de entrada producen cambios pequeños de salida</a:t>
                      </a:r>
                    </a:p>
                  </a:txBody>
                  <a:tcPr marL="91440" marR="91440" marT="45720" marB="45720" anchor="ctr">
                    <a:solidFill>
                      <a:srgbClr val="FFFFFF"/>
                    </a:solidFill>
                  </a:tcPr>
                </a:tc>
              </a:tr>
              <a:tr h="620713">
                <a:tc>
                  <a:txBody>
                    <a:bodyPr lIns="85725" tIns="76200" rIns="85725" bIns="76200"/>
                    <a:lstStyle/>
                    <a:p>
                      <a:pPr algn="ctr">
                        <a:buNone/>
                      </a:pPr>
                      <a:r>
                        <a:rPr sz="1950" b="0">
                          <a:solidFill>
                            <a:srgbClr val="233746"/>
                          </a:solidFill>
                          <a:latin typeface="Arial"/>
                          <a:ea typeface="Arial"/>
                          <a:cs typeface="Arial"/>
                        </a:rPr>
                        <a:t>2. Unicidad (disambiguity)</a:t>
                      </a:r>
                    </a:p>
                  </a:txBody>
                  <a:tcPr marL="91440" marR="91440" marT="45720" marB="45720" anchor="ctr">
                    <a:solidFill>
                      <a:srgbClr val="F4F7F9"/>
                    </a:solidFill>
                  </a:tcPr>
                </a:tc>
                <a:tc>
                  <a:txBody>
                    <a:bodyPr lIns="85725" tIns="76200" rIns="85725" bIns="76200"/>
                    <a:lstStyle/>
                    <a:p>
                      <a:pPr algn="ctr">
                        <a:buNone/>
                      </a:pPr>
                      <a:r>
                        <a:rPr sz="1950" b="0">
                          <a:solidFill>
                            <a:srgbClr val="233746"/>
                          </a:solidFill>
                          <a:latin typeface="Arial"/>
                          <a:ea typeface="Arial"/>
                          <a:cs typeface="Arial"/>
                        </a:rPr>
                        <a:t>Obtener un único valor, también cuando hay empates</a:t>
                      </a:r>
                    </a:p>
                  </a:txBody>
                  <a:tcPr marL="91440" marR="91440" marT="45720" marB="45720" anchor="ctr">
                    <a:solidFill>
                      <a:srgbClr val="F4F7F9"/>
                    </a:solidFill>
                  </a:tcPr>
                </a:tc>
              </a:tr>
              <a:tr h="620713">
                <a:tc>
                  <a:txBody>
                    <a:bodyPr lIns="85725" tIns="76200" rIns="85725" bIns="76200"/>
                    <a:lstStyle/>
                    <a:p>
                      <a:pPr algn="ctr">
                        <a:buNone/>
                      </a:pPr>
                      <a:r>
                        <a:rPr sz="1950" b="0">
                          <a:solidFill>
                            <a:srgbClr val="233746"/>
                          </a:solidFill>
                          <a:latin typeface="Arial"/>
                          <a:ea typeface="Arial"/>
                          <a:cs typeface="Arial"/>
                        </a:rPr>
                        <a:t>3. Plausibilidad</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Un valor central en el soporte y con pertenencia alta</a:t>
                      </a:r>
                    </a:p>
                  </a:txBody>
                  <a:tcPr marL="91440" marR="91440" marT="45720" marB="45720" anchor="ctr">
                    <a:solidFill>
                      <a:srgbClr val="FFFFFF"/>
                    </a:solidFill>
                  </a:tcPr>
                </a:tc>
              </a:tr>
              <a:tr h="620713">
                <a:tc>
                  <a:txBody>
                    <a:bodyPr lIns="85725" tIns="76200" rIns="85725" bIns="76200"/>
                    <a:lstStyle/>
                    <a:p>
                      <a:pPr algn="ctr">
                        <a:buNone/>
                      </a:pPr>
                      <a:r>
                        <a:rPr sz="1950" b="0">
                          <a:solidFill>
                            <a:srgbClr val="233746"/>
                          </a:solidFill>
                          <a:latin typeface="Arial"/>
                          <a:ea typeface="Arial"/>
                          <a:cs typeface="Arial"/>
                        </a:rPr>
                        <a:t>4. Simplicidad computacional</a:t>
                      </a:r>
                    </a:p>
                  </a:txBody>
                  <a:tcPr marL="91440" marR="91440" marT="45720" marB="45720" anchor="ctr">
                    <a:solidFill>
                      <a:srgbClr val="F4F7F9"/>
                    </a:solidFill>
                  </a:tcPr>
                </a:tc>
                <a:tc>
                  <a:txBody>
                    <a:bodyPr lIns="85725" tIns="76200" rIns="85725" bIns="76200"/>
                    <a:lstStyle/>
                    <a:p>
                      <a:pPr algn="ctr">
                        <a:buNone/>
                      </a:pPr>
                      <a:r>
                        <a:rPr sz="1950" b="0">
                          <a:solidFill>
                            <a:srgbClr val="233746"/>
                          </a:solidFill>
                          <a:latin typeface="Arial"/>
                          <a:ea typeface="Arial"/>
                          <a:cs typeface="Arial"/>
                        </a:rPr>
                        <a:t>Calcular la acción dentro del tiempo de muestreo</a:t>
                      </a:r>
                    </a:p>
                  </a:txBody>
                  <a:tcPr marL="91440" marR="91440" marT="45720" marB="45720" anchor="ctr">
                    <a:solidFill>
                      <a:srgbClr val="F4F7F9"/>
                    </a:solidFill>
                  </a:tcPr>
                </a:tc>
              </a:tr>
              <a:tr h="620713">
                <a:tc>
                  <a:txBody>
                    <a:bodyPr lIns="85725" tIns="76200" rIns="85725" bIns="76200"/>
                    <a:lstStyle/>
                    <a:p>
                      <a:pPr algn="ctr">
                        <a:buNone/>
                      </a:pPr>
                      <a:r>
                        <a:rPr sz="1950" b="0">
                          <a:solidFill>
                            <a:srgbClr val="233746"/>
                          </a:solidFill>
                          <a:latin typeface="Arial"/>
                          <a:ea typeface="Arial"/>
                          <a:cs typeface="Arial"/>
                        </a:rPr>
                        <a:t>5. Forma de ponderar (weighting)</a:t>
                      </a:r>
                    </a:p>
                  </a:txBody>
                  <a:tcPr marL="91440" marR="91440" marT="45720" marB="45720" anchor="ctr">
                    <a:solidFill>
                      <a:srgbClr val="FFFFFF"/>
                    </a:solidFill>
                  </a:tcPr>
                </a:tc>
                <a:tc>
                  <a:txBody>
                    <a:bodyPr lIns="85725" tIns="76200" rIns="85725" bIns="76200"/>
                    <a:lstStyle/>
                    <a:p>
                      <a:pPr algn="ctr">
                        <a:buNone/>
                      </a:pPr>
                      <a:r>
                        <a:rPr sz="1950" b="0">
                          <a:solidFill>
                            <a:srgbClr val="233746"/>
                          </a:solidFill>
                          <a:latin typeface="Arial"/>
                          <a:ea typeface="Arial"/>
                          <a:cs typeface="Arial"/>
                        </a:rPr>
                        <a:t>Decidir qué influye más: altura, área o curva agregada</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5F9B24A2-1D51-48C9-9321-650DDD4389F7}"/>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Ningún método es el mejor para todos los problemas. La elección depende de la acción física.</a:t>
            </a:r>
          </a:p>
        </p:txBody>
      </p:sp>
      <p:sp>
        <p:nvSpPr>
          <p:cNvPr id="11" name="">
            <a:extLst xmlns:a="http://schemas.openxmlformats.org/drawingml/2006/main">
              <a:ext uri="{FF2B5EF4-FFF2-40B4-BE49-F238E27FC236}">
                <a16:creationId xmlns:a16="http://schemas.microsoft.com/office/drawing/2014/main" id="{E18F6DD4-B95A-418A-BFD3-D2FB95AE6AC9}"/>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F0D4D52C-4773-4666-9104-04DFB6E6B0D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Continuidad y unicidad son propiedades diferentes</a:t>
            </a:r>
          </a:p>
        </p:txBody>
      </p:sp>
      <p:graphicFrame>
        <p:nvGraphicFramePr>
          <p:cNvPr id="26" name="Chart"/>
          <p:cNvGraphicFramePr/>
          <p:nvPr/>
        </p:nvGraphicFramePr>
        <p:xfrm>
          <a:off xmlns:a="http://schemas.openxmlformats.org/drawingml/2006/main" x="762000" y="2181225"/>
          <a:ext xmlns:a="http://schemas.openxmlformats.org/drawingml/2006/main" cx="5095875" cy="2886075"/>
        </p:xfrm>
        <a:graphic xmlns:a="http://schemas.openxmlformats.org/drawingml/2006/main">
          <a:graphicData uri="http://schemas.openxmlformats.org/drawingml/2006/chart">
            <c:chart xmlns:r="http://schemas.openxmlformats.org/officeDocument/2006/relationships" xmlns:c="http://schemas.openxmlformats.org/drawingml/2006/chart" r:id="Rdc99a014dfce4abd"/>
          </a:graphicData>
        </a:graphic>
      </p:graphicFrame>
      <p:graphicFrame>
        <p:nvGraphicFramePr>
          <p:cNvPr id="27" name="Chart"/>
          <p:cNvGraphicFramePr/>
          <p:nvPr/>
        </p:nvGraphicFramePr>
        <p:xfrm>
          <a:off xmlns:a="http://schemas.openxmlformats.org/drawingml/2006/main" x="6477000" y="2181225"/>
          <a:ext xmlns:a="http://schemas.openxmlformats.org/drawingml/2006/main" cx="4953000" cy="2886075"/>
        </p:xfrm>
        <a:graphic xmlns:a="http://schemas.openxmlformats.org/drawingml/2006/main">
          <a:graphicData uri="http://schemas.openxmlformats.org/drawingml/2006/chart">
            <c:chart xmlns:r="http://schemas.openxmlformats.org/officeDocument/2006/relationships" xmlns:c="http://schemas.openxmlformats.org/drawingml/2006/chart" r:id="Rfe76e434c6d44d63"/>
          </a:graphicData>
        </a:graphic>
      </p:graphicFrame>
      <p:sp>
        <p:nvSpPr>
          <p:cNvPr id="11" name="">
            <a:extLst xmlns:a="http://schemas.openxmlformats.org/drawingml/2006/main">
              <a:ext uri="{FF2B5EF4-FFF2-40B4-BE49-F238E27FC236}">
                <a16:creationId xmlns:a16="http://schemas.microsoft.com/office/drawing/2014/main" id="{975B38A2-0C3D-4797-86EE-54DF0FF0CB47}"/>
              </a:ext>
            </a:extLst>
          </p:cNvPr>
          <p:cNvSpPr>
            <a:spLocks xmlns:a="http://schemas.openxmlformats.org/drawingml/2006/main" noGrp="1"/>
          </p:cNvSpPr>
          <p:nvPr/>
        </p:nvSpPr>
        <p:spPr>
          <a:xfrm xmlns:a="http://schemas.openxmlformats.org/drawingml/2006/main">
            <a:off x="762000" y="1571625"/>
            <a:ext cx="504825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2162A0"/>
                </a:solidFill>
                <a:latin typeface="Arial"/>
                <a:ea typeface="Arial"/>
                <a:cs typeface="Arial"/>
              </a:defRPr>
            </a:pPr>
            <a:r>
              <a:rPr sz="2250" b="1">
                <a:solidFill>
                  <a:srgbClr val="2162A0"/>
                </a:solidFill>
                <a:latin typeface="Arial"/>
                <a:ea typeface="Arial"/>
                <a:cs typeface="Arial"/>
              </a:rPr>
              <a:t>Alturas: 0,51 y 0,49</a:t>
            </a:r>
          </a:p>
        </p:txBody>
      </p:sp>
      <p:sp>
        <p:nvSpPr>
          <p:cNvPr id="12" name="">
            <a:extLst xmlns:a="http://schemas.openxmlformats.org/drawingml/2006/main">
              <a:ext uri="{FF2B5EF4-FFF2-40B4-BE49-F238E27FC236}">
                <a16:creationId xmlns:a16="http://schemas.microsoft.com/office/drawing/2014/main" id="{A965CC1B-C082-4FE8-A8EE-E09740F6040E}"/>
              </a:ext>
            </a:extLst>
          </p:cNvPr>
          <p:cNvSpPr>
            <a:spLocks xmlns:a="http://schemas.openxmlformats.org/drawingml/2006/main" noGrp="1"/>
          </p:cNvSpPr>
          <p:nvPr/>
        </p:nvSpPr>
        <p:spPr>
          <a:xfrm xmlns:a="http://schemas.openxmlformats.org/drawingml/2006/main">
            <a:off x="6477000" y="1571625"/>
            <a:ext cx="4953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Alturas: 0,49 y 0,51</a:t>
            </a:r>
          </a:p>
        </p:txBody>
      </p:sp>
      <p:sp>
        <p:nvSpPr>
          <p:cNvPr id="13" name="">
            <a:extLst xmlns:a="http://schemas.openxmlformats.org/drawingml/2006/main">
              <a:ext uri="{FF2B5EF4-FFF2-40B4-BE49-F238E27FC236}">
                <a16:creationId xmlns:a16="http://schemas.microsoft.com/office/drawing/2014/main" id="{0A3AD29E-3DCC-473D-BB08-98C04DDA3D48}"/>
              </a:ext>
            </a:extLst>
          </p:cNvPr>
          <p:cNvSpPr>
            <a:spLocks xmlns:a="http://schemas.openxmlformats.org/drawingml/2006/main" noGrp="1"/>
          </p:cNvSpPr>
          <p:nvPr/>
        </p:nvSpPr>
        <p:spPr>
          <a:xfrm xmlns:a="http://schemas.openxmlformats.org/drawingml/2006/main">
            <a:off x="1524000" y="5162550"/>
            <a:ext cx="4191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Máximo: 20 %</a:t>
            </a:r>
          </a:p>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Centroide: 49,4 %</a:t>
            </a:r>
          </a:p>
        </p:txBody>
      </p:sp>
      <p:sp>
        <p:nvSpPr>
          <p:cNvPr id="14" name="">
            <a:extLst xmlns:a="http://schemas.openxmlformats.org/drawingml/2006/main">
              <a:ext uri="{FF2B5EF4-FFF2-40B4-BE49-F238E27FC236}">
                <a16:creationId xmlns:a16="http://schemas.microsoft.com/office/drawing/2014/main" id="{7D3D30D6-E3CC-4C3B-87B2-6F30862AE17E}"/>
              </a:ext>
            </a:extLst>
          </p:cNvPr>
          <p:cNvSpPr>
            <a:spLocks xmlns:a="http://schemas.openxmlformats.org/drawingml/2006/main" noGrp="1"/>
          </p:cNvSpPr>
          <p:nvPr/>
        </p:nvSpPr>
        <p:spPr>
          <a:xfrm xmlns:a="http://schemas.openxmlformats.org/drawingml/2006/main">
            <a:off x="7239000" y="5162550"/>
            <a:ext cx="41910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Máximo: 80 %</a:t>
            </a:r>
          </a:p>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Centroide: 50,6 %</a:t>
            </a:r>
          </a:p>
        </p:txBody>
      </p:sp>
      <p:sp>
        <p:nvSpPr>
          <p:cNvPr id="15" name="">
            <a:extLst xmlns:a="http://schemas.openxmlformats.org/drawingml/2006/main">
              <a:ext uri="{FF2B5EF4-FFF2-40B4-BE49-F238E27FC236}">
                <a16:creationId xmlns:a16="http://schemas.microsoft.com/office/drawing/2014/main" id="{226E875F-8D9D-47B6-B20C-FDA4CD56656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máximo salta. Si ambas alturas son iguales, además necesita una regla de desempate.</a:t>
            </a:r>
          </a:p>
        </p:txBody>
      </p:sp>
      <p:sp>
        <p:nvSpPr>
          <p:cNvPr id="16" name="">
            <a:extLst xmlns:a="http://schemas.openxmlformats.org/drawingml/2006/main">
              <a:ext uri="{FF2B5EF4-FFF2-40B4-BE49-F238E27FC236}">
                <a16:creationId xmlns:a16="http://schemas.microsoft.com/office/drawing/2014/main" id="{AD1EA1DD-38D5-45FB-B9F1-B9A699AFBB59}"/>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9B48E918-C0FE-4CE5-B504-3264FAC8080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Plausibilidad: el punto débil del centroide</a:t>
            </a:r>
          </a:p>
        </p:txBody>
      </p:sp>
      <p:graphicFrame>
        <p:nvGraphicFramePr>
          <p:cNvPr id="22" name="Chart"/>
          <p:cNvGraphicFramePr/>
          <p:nvPr/>
        </p:nvGraphicFramePr>
        <p:xfrm>
          <a:off xmlns:a="http://schemas.openxmlformats.org/drawingml/2006/main" x="762000" y="2276475"/>
          <a:ext xmlns:a="http://schemas.openxmlformats.org/drawingml/2006/main" cx="6286500" cy="3143250"/>
        </p:xfrm>
        <a:graphic xmlns:a="http://schemas.openxmlformats.org/drawingml/2006/main">
          <a:graphicData uri="http://schemas.openxmlformats.org/drawingml/2006/chart">
            <c:chart xmlns:r="http://schemas.openxmlformats.org/officeDocument/2006/relationships" xmlns:c="http://schemas.openxmlformats.org/drawingml/2006/chart" r:id="R8085da551d2e4479"/>
          </a:graphicData>
        </a:graphic>
      </p:graphicFrame>
      <p:sp>
        <p:nvSpPr>
          <p:cNvPr id="10" name="">
            <a:extLst xmlns:a="http://schemas.openxmlformats.org/drawingml/2006/main">
              <a:ext uri="{FF2B5EF4-FFF2-40B4-BE49-F238E27FC236}">
                <a16:creationId xmlns:a16="http://schemas.microsoft.com/office/drawing/2014/main" id="{C5FB496F-D825-49A5-AF2E-C83557FEB132}"/>
              </a:ext>
            </a:extLst>
          </p:cNvPr>
          <p:cNvSpPr>
            <a:spLocks xmlns:a="http://schemas.openxmlformats.org/drawingml/2006/main" noGrp="1"/>
          </p:cNvSpPr>
          <p:nvPr/>
        </p:nvSpPr>
        <p:spPr>
          <a:xfrm xmlns:a="http://schemas.openxmlformats.org/drawingml/2006/main">
            <a:off x="7620000" y="1952625"/>
            <a:ext cx="3810000" cy="2447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0">
                <a:solidFill>
                  <a:srgbClr val="233746"/>
                </a:solidFill>
                <a:latin typeface="Arial"/>
                <a:ea typeface="Arial"/>
                <a:cs typeface="Arial"/>
              </a:defRPr>
            </a:pPr>
            <a:r>
              <a:rPr sz="2325" b="0">
                <a:solidFill>
                  <a:srgbClr val="233746"/>
                </a:solidFill>
                <a:latin typeface="Arial"/>
                <a:ea typeface="Arial"/>
                <a:cs typeface="Arial"/>
              </a:rPr>
              <a:t>Dos regiones iguales:</a:t>
            </a:r>
          </a:p>
          <a:p xmlns:a="http://schemas.openxmlformats.org/drawingml/2006/main">
            <a:pPr>
              <a:buNone/>
              <a:defRPr sz="2325" b="0">
                <a:solidFill>
                  <a:srgbClr val="233746"/>
                </a:solidFill>
                <a:latin typeface="Arial"/>
                <a:ea typeface="Arial"/>
                <a:cs typeface="Arial"/>
              </a:defRPr>
            </a:pPr>
            <a:r>
              <a:rPr sz="2325" b="0">
                <a:solidFill>
                  <a:srgbClr val="233746"/>
                </a:solidFill>
                <a:latin typeface="Arial"/>
                <a:ea typeface="Arial"/>
                <a:cs typeface="Arial"/>
              </a:rPr>
              <a:t>centros 20 y 80.</a:t>
            </a:r>
          </a:p>
          <a:p xmlns:a="http://schemas.openxmlformats.org/drawingml/2006/main">
            <a:r>
              <a:t/>
            </a:r>
          </a:p>
          <a:p xmlns:a="http://schemas.openxmlformats.org/drawingml/2006/main">
            <a:pPr>
              <a:buNone/>
              <a:defRPr sz="2325" b="0">
                <a:solidFill>
                  <a:srgbClr val="233746"/>
                </a:solidFill>
                <a:latin typeface="Arial"/>
                <a:ea typeface="Arial"/>
                <a:cs typeface="Arial"/>
              </a:defRPr>
            </a:pPr>
            <a:r>
              <a:rPr sz="2325" b="0">
                <a:solidFill>
                  <a:srgbClr val="233746"/>
                </a:solidFill>
                <a:latin typeface="Arial"/>
                <a:ea typeface="Arial"/>
                <a:cs typeface="Arial"/>
              </a:rPr>
              <a:t>Centroide = 50 %.</a:t>
            </a:r>
          </a:p>
          <a:p xmlns:a="http://schemas.openxmlformats.org/drawingml/2006/main">
            <a:pPr>
              <a:buNone/>
              <a:defRPr sz="2325" b="0">
                <a:solidFill>
                  <a:srgbClr val="233746"/>
                </a:solidFill>
                <a:latin typeface="Arial"/>
                <a:ea typeface="Arial"/>
                <a:cs typeface="Arial"/>
              </a:defRPr>
            </a:pPr>
            <a:r>
              <a:rPr sz="2325" b="0">
                <a:solidFill>
                  <a:srgbClr val="233746"/>
                </a:solidFill>
                <a:latin typeface="Arial"/>
                <a:ea typeface="Arial"/>
                <a:cs typeface="Arial"/>
              </a:rPr>
              <a:t>Pero μ(50) = 0.</a:t>
            </a:r>
          </a:p>
        </p:txBody>
      </p:sp>
      <p:sp>
        <p:nvSpPr>
          <p:cNvPr id="11" name="">
            <a:extLst xmlns:a="http://schemas.openxmlformats.org/drawingml/2006/main">
              <a:ext uri="{FF2B5EF4-FFF2-40B4-BE49-F238E27FC236}">
                <a16:creationId xmlns:a16="http://schemas.microsoft.com/office/drawing/2014/main" id="{84631F79-7C14-4750-BB4F-8021F3708818}"/>
              </a:ext>
            </a:extLst>
          </p:cNvPr>
          <p:cNvSpPr>
            <a:spLocks xmlns:a="http://schemas.openxmlformats.org/drawingml/2006/main" noGrp="1"/>
          </p:cNvSpPr>
          <p:nvPr/>
        </p:nvSpPr>
        <p:spPr>
          <a:xfrm xmlns:a="http://schemas.openxmlformats.org/drawingml/2006/main">
            <a:off x="7620000" y="4657725"/>
            <a:ext cx="3810000" cy="828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Es central, pero tiene</a:t>
            </a:r>
          </a:p>
          <a:p xmlns:a="http://schemas.openxmlformats.org/drawingml/2006/main">
            <a:pPr>
              <a:buNone/>
              <a:defRPr sz="2175" b="1">
                <a:solidFill>
                  <a:srgbClr val="D96B18"/>
                </a:solidFill>
                <a:latin typeface="Arial"/>
                <a:ea typeface="Arial"/>
                <a:cs typeface="Arial"/>
              </a:defRPr>
            </a:pPr>
            <a:r>
              <a:rPr sz="2175" b="1">
                <a:solidFill>
                  <a:srgbClr val="D96B18"/>
                </a:solidFill>
                <a:latin typeface="Arial"/>
                <a:ea typeface="Arial"/>
                <a:cs typeface="Arial"/>
              </a:rPr>
              <a:t>pertenencia nula.</a:t>
            </a:r>
          </a:p>
        </p:txBody>
      </p:sp>
      <p:sp>
        <p:nvSpPr>
          <p:cNvPr id="12" name="">
            <a:extLst xmlns:a="http://schemas.openxmlformats.org/drawingml/2006/main">
              <a:ext uri="{FF2B5EF4-FFF2-40B4-BE49-F238E27FC236}">
                <a16:creationId xmlns:a16="http://schemas.microsoft.com/office/drawing/2014/main" id="{52B565A1-2873-4558-BE98-CFEFE5D456DD}"/>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Un compromiso puede servir para potencia continua. Si esa acción no es admisible, hay que cambiar el diseño.</a:t>
            </a:r>
          </a:p>
        </p:txBody>
      </p:sp>
      <p:sp>
        <p:nvSpPr>
          <p:cNvPr id="13" name="">
            <a:extLst xmlns:a="http://schemas.openxmlformats.org/drawingml/2006/main">
              <a:ext uri="{FF2B5EF4-FFF2-40B4-BE49-F238E27FC236}">
                <a16:creationId xmlns:a16="http://schemas.microsoft.com/office/drawing/2014/main" id="{9E1014C6-CA35-4799-9E33-AB11A9E9BC2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94F86DA5-83C5-4C06-8F9D-68941E7D13C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Weighting: qué hace pesar más a una propuesta</a:t>
            </a:r>
          </a:p>
        </p:txBody>
      </p:sp>
      <p:graphicFrame>
        <p:nvGraphicFramePr>
          <p:cNvPr id="23" name="Chart"/>
          <p:cNvGraphicFramePr/>
          <p:nvPr/>
        </p:nvGraphicFramePr>
        <p:xfrm>
          <a:off xmlns:a="http://schemas.openxmlformats.org/drawingml/2006/main" x="762000" y="2352675"/>
          <a:ext xmlns:a="http://schemas.openxmlformats.org/drawingml/2006/main" cx="6286500" cy="3086100"/>
        </p:xfrm>
        <a:graphic xmlns:a="http://schemas.openxmlformats.org/drawingml/2006/main">
          <a:graphicData uri="http://schemas.openxmlformats.org/drawingml/2006/chart">
            <c:chart xmlns:r="http://schemas.openxmlformats.org/officeDocument/2006/relationships" xmlns:c="http://schemas.openxmlformats.org/drawingml/2006/chart" r:id="Ra3ec960b07524f52"/>
          </a:graphicData>
        </a:graphic>
      </p:graphicFrame>
      <p:sp>
        <p:nvSpPr>
          <p:cNvPr id="10" name="">
            <a:extLst xmlns:a="http://schemas.openxmlformats.org/drawingml/2006/main">
              <a:ext uri="{FF2B5EF4-FFF2-40B4-BE49-F238E27FC236}">
                <a16:creationId xmlns:a16="http://schemas.microsoft.com/office/drawing/2014/main" id="{A385A307-0DDE-41FC-9861-4F2176C4031D}"/>
              </a:ext>
            </a:extLst>
          </p:cNvPr>
          <p:cNvSpPr>
            <a:spLocks xmlns:a="http://schemas.openxmlformats.org/drawingml/2006/main" noGrp="1"/>
          </p:cNvSpPr>
          <p:nvPr/>
        </p:nvSpPr>
        <p:spPr>
          <a:xfrm xmlns:a="http://schemas.openxmlformats.org/drawingml/2006/main">
            <a:off x="7620000" y="1724025"/>
            <a:ext cx="3810000" cy="1314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Igual altura: 0,8</a:t>
            </a:r>
          </a:p>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Centros: 20 y 70</a:t>
            </a:r>
          </a:p>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Áreas: 8 y 24</a:t>
            </a:r>
          </a:p>
        </p:txBody>
      </p:sp>
      <p:sp>
        <p:nvSpPr>
          <p:cNvPr id="11" name="">
            <a:extLst xmlns:a="http://schemas.openxmlformats.org/drawingml/2006/main">
              <a:ext uri="{FF2B5EF4-FFF2-40B4-BE49-F238E27FC236}">
                <a16:creationId xmlns:a16="http://schemas.microsoft.com/office/drawing/2014/main" id="{90684242-45D7-49A6-A872-BFC85F5BEF36}"/>
              </a:ext>
            </a:extLst>
          </p:cNvPr>
          <p:cNvSpPr>
            <a:spLocks xmlns:a="http://schemas.openxmlformats.org/drawingml/2006/main" noGrp="1"/>
          </p:cNvSpPr>
          <p:nvPr/>
        </p:nvSpPr>
        <p:spPr>
          <a:xfrm xmlns:a="http://schemas.openxmlformats.org/drawingml/2006/main">
            <a:off x="7620000" y="3257550"/>
            <a:ext cx="3810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Pesos = alturas</a:t>
            </a:r>
          </a:p>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(0,8·20 + 0,8·70) / 1,6</a:t>
            </a:r>
          </a:p>
          <a:p xmlns:a="http://schemas.openxmlformats.org/drawingml/2006/main">
            <a:pPr>
              <a:buNone/>
              <a:defRPr sz="2100" b="1">
                <a:solidFill>
                  <a:srgbClr val="2162A0"/>
                </a:solidFill>
                <a:latin typeface="Arial"/>
                <a:ea typeface="Arial"/>
                <a:cs typeface="Arial"/>
              </a:defRPr>
            </a:pPr>
            <a:r>
              <a:rPr sz="2100" b="1">
                <a:solidFill>
                  <a:srgbClr val="2162A0"/>
                </a:solidFill>
                <a:latin typeface="Arial"/>
                <a:ea typeface="Arial"/>
                <a:cs typeface="Arial"/>
              </a:rPr>
              <a:t>= 45 %</a:t>
            </a:r>
          </a:p>
        </p:txBody>
      </p:sp>
      <p:sp>
        <p:nvSpPr>
          <p:cNvPr id="12" name="">
            <a:extLst xmlns:a="http://schemas.openxmlformats.org/drawingml/2006/main">
              <a:ext uri="{FF2B5EF4-FFF2-40B4-BE49-F238E27FC236}">
                <a16:creationId xmlns:a16="http://schemas.microsoft.com/office/drawing/2014/main" id="{CB4F6AD4-333C-49DF-B3A6-FB9E9EA0294A}"/>
              </a:ext>
            </a:extLst>
          </p:cNvPr>
          <p:cNvSpPr>
            <a:spLocks xmlns:a="http://schemas.openxmlformats.org/drawingml/2006/main" noGrp="1"/>
          </p:cNvSpPr>
          <p:nvPr/>
        </p:nvSpPr>
        <p:spPr>
          <a:xfrm xmlns:a="http://schemas.openxmlformats.org/drawingml/2006/main">
            <a:off x="7620000" y="4619625"/>
            <a:ext cx="3810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Pesos = áreas</a:t>
            </a:r>
          </a:p>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(8·20 + 24·70) / 32</a:t>
            </a:r>
          </a:p>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 57,5 %</a:t>
            </a:r>
          </a:p>
        </p:txBody>
      </p:sp>
      <p:sp>
        <p:nvSpPr>
          <p:cNvPr id="13" name="">
            <a:extLst xmlns:a="http://schemas.openxmlformats.org/drawingml/2006/main">
              <a:ext uri="{FF2B5EF4-FFF2-40B4-BE49-F238E27FC236}">
                <a16:creationId xmlns:a16="http://schemas.microsoft.com/office/drawing/2014/main" id="{F9B4C417-221C-4462-B266-2ABB761C22E5}"/>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propuesta ancha pesa más por su área. Debemos decidir si esa anchura debe influir en la acción.</a:t>
            </a:r>
          </a:p>
        </p:txBody>
      </p:sp>
      <p:sp>
        <p:nvSpPr>
          <p:cNvPr id="14" name="">
            <a:extLst xmlns:a="http://schemas.openxmlformats.org/drawingml/2006/main">
              <a:ext uri="{FF2B5EF4-FFF2-40B4-BE49-F238E27FC236}">
                <a16:creationId xmlns:a16="http://schemas.microsoft.com/office/drawing/2014/main" id="{54E25B89-A393-4669-A575-2FBBD69CDD4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44CE4E7-23E1-4372-9574-994C9BFB519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59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Nuestra elección para empezar a controlar</a:t>
            </a:r>
          </a:p>
        </p:txBody>
      </p:sp>
      <p:sp>
        <p:nvSpPr>
          <p:cNvPr id="9" name="">
            <a:extLst xmlns:a="http://schemas.openxmlformats.org/drawingml/2006/main">
              <a:ext uri="{FF2B5EF4-FFF2-40B4-BE49-F238E27FC236}">
                <a16:creationId xmlns:a16="http://schemas.microsoft.com/office/drawing/2014/main" id="{DDF6A368-9259-47B3-B724-4FC2872C909E}"/>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Mamdani: empezaría por el centroide</a:t>
            </a:r>
          </a:p>
        </p:txBody>
      </p:sp>
      <p:sp>
        <p:nvSpPr>
          <p:cNvPr id="10" name="">
            <a:extLst xmlns:a="http://schemas.openxmlformats.org/drawingml/2006/main">
              <a:ext uri="{FF2B5EF4-FFF2-40B4-BE49-F238E27FC236}">
                <a16:creationId xmlns:a16="http://schemas.microsoft.com/office/drawing/2014/main" id="{E8AB9C46-EAFC-4775-9B42-4474CF91CCE2}"/>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Usa toda la salida, da un valor único si hay área y favorece cambios graduales con un diseño regular.</a:t>
            </a:r>
          </a:p>
        </p:txBody>
      </p:sp>
      <p:sp>
        <p:nvSpPr>
          <p:cNvPr id="11" name="">
            <a:extLst xmlns:a="http://schemas.openxmlformats.org/drawingml/2006/main">
              <a:ext uri="{FF2B5EF4-FFF2-40B4-BE49-F238E27FC236}">
                <a16:creationId xmlns:a16="http://schemas.microsoft.com/office/drawing/2014/main" id="{A4A82D98-04E6-4743-8F6F-6837B7B63244}"/>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Su límite merece una comprobación</a:t>
            </a:r>
          </a:p>
        </p:txBody>
      </p:sp>
      <p:sp>
        <p:nvSpPr>
          <p:cNvPr id="12" name="">
            <a:extLst xmlns:a="http://schemas.openxmlformats.org/drawingml/2006/main">
              <a:ext uri="{FF2B5EF4-FFF2-40B4-BE49-F238E27FC236}">
                <a16:creationId xmlns:a16="http://schemas.microsoft.com/office/drawing/2014/main" id="{B435B332-83B3-48FB-8389-B605762BF449}"/>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Mirar dónde cae la acción: una media entre propuestas incompatibles puede ser poco plausible.</a:t>
            </a:r>
          </a:p>
        </p:txBody>
      </p:sp>
      <p:sp>
        <p:nvSpPr>
          <p:cNvPr id="13" name="">
            <a:extLst xmlns:a="http://schemas.openxmlformats.org/drawingml/2006/main">
              <a:ext uri="{FF2B5EF4-FFF2-40B4-BE49-F238E27FC236}">
                <a16:creationId xmlns:a16="http://schemas.microsoft.com/office/drawing/2014/main" id="{A9CFD894-E6D3-4FD8-8B56-66DC7DAFD661}"/>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Si el cálculo debe ser muy sencillo</a:t>
            </a:r>
          </a:p>
        </p:txBody>
      </p:sp>
      <p:sp>
        <p:nvSpPr>
          <p:cNvPr id="14" name="">
            <a:extLst xmlns:a="http://schemas.openxmlformats.org/drawingml/2006/main">
              <a:ext uri="{FF2B5EF4-FFF2-40B4-BE49-F238E27FC236}">
                <a16:creationId xmlns:a16="http://schemas.microsoft.com/office/drawing/2014/main" id="{2558BC8C-494B-42FE-8BCE-A85E1D9023F4}"/>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Sugeno y su media ponderada facilitan programar. Cambian la representación de los consecuentes.</a:t>
            </a:r>
          </a:p>
        </p:txBody>
      </p:sp>
      <p:sp>
        <p:nvSpPr>
          <p:cNvPr id="15" name="">
            <a:extLst xmlns:a="http://schemas.openxmlformats.org/drawingml/2006/main">
              <a:ext uri="{FF2B5EF4-FFF2-40B4-BE49-F238E27FC236}">
                <a16:creationId xmlns:a16="http://schemas.microsoft.com/office/drawing/2014/main" id="{4A08098F-385E-4CC1-9355-B4B523E2BBDF}"/>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Elegimos un método, medimos su coste y comprobamos el lazo. La simplicidad se evalúa con el muestreo.</a:t>
            </a:r>
          </a:p>
        </p:txBody>
      </p:sp>
      <p:sp>
        <p:nvSpPr>
          <p:cNvPr id="16" name="">
            <a:extLst xmlns:a="http://schemas.openxmlformats.org/drawingml/2006/main">
              <a:ext uri="{FF2B5EF4-FFF2-40B4-BE49-F238E27FC236}">
                <a16:creationId xmlns:a16="http://schemas.microsoft.com/office/drawing/2014/main" id="{BF2D6201-7E96-4D6C-866C-3989B3F3870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50829FE-2E8F-4640-BEF0-FD052650CFF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Un método adicional: bisector del área</a:t>
            </a:r>
          </a:p>
        </p:txBody>
      </p:sp>
      <p:graphicFrame>
        <p:nvGraphicFramePr>
          <p:cNvPr id="21" name="Chart"/>
          <p:cNvGraphicFramePr/>
          <p:nvPr/>
        </p:nvGraphicFramePr>
        <p:xfrm>
          <a:off xmlns:a="http://schemas.openxmlformats.org/drawingml/2006/main" x="685800" y="2305050"/>
          <a:ext xmlns:a="http://schemas.openxmlformats.org/drawingml/2006/main" cx="6524625" cy="3295650"/>
        </p:xfrm>
        <a:graphic xmlns:a="http://schemas.openxmlformats.org/drawingml/2006/main">
          <a:graphicData uri="http://schemas.openxmlformats.org/drawingml/2006/chart">
            <c:chart xmlns:r="http://schemas.openxmlformats.org/officeDocument/2006/relationships" xmlns:c="http://schemas.openxmlformats.org/drawingml/2006/chart" r:id="Rf16bf9747eed445e"/>
          </a:graphicData>
        </a:graphic>
      </p:graphicFrame>
      <p:sp>
        <p:nvSpPr>
          <p:cNvPr id="10" name="">
            <a:extLst xmlns:a="http://schemas.openxmlformats.org/drawingml/2006/main">
              <a:ext uri="{FF2B5EF4-FFF2-40B4-BE49-F238E27FC236}">
                <a16:creationId xmlns:a16="http://schemas.microsoft.com/office/drawing/2014/main" id="{6E17207D-6C1D-4DDB-82AB-B14422AB526F}"/>
              </a:ext>
            </a:extLst>
          </p:cNvPr>
          <p:cNvSpPr>
            <a:spLocks xmlns:a="http://schemas.openxmlformats.org/drawingml/2006/main" noGrp="1"/>
          </p:cNvSpPr>
          <p:nvPr/>
        </p:nvSpPr>
        <p:spPr>
          <a:xfrm xmlns:a="http://schemas.openxmlformats.org/drawingml/2006/main">
            <a:off x="7667625" y="2085975"/>
            <a:ext cx="3714750" cy="3343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Divide el área total</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en dos mitades.</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Área total: 33,75.</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Cada mitad: 16,875.</a:t>
            </a:r>
          </a:p>
          <a:p xmlns:a="http://schemas.openxmlformats.org/drawingml/2006/main">
            <a:r>
              <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u* ≈ 35,64 %</a:t>
            </a:r>
          </a:p>
        </p:txBody>
      </p:sp>
      <p:sp>
        <p:nvSpPr>
          <p:cNvPr id="11" name="">
            <a:extLst xmlns:a="http://schemas.openxmlformats.org/drawingml/2006/main">
              <a:ext uri="{FF2B5EF4-FFF2-40B4-BE49-F238E27FC236}">
                <a16:creationId xmlns:a16="http://schemas.microsoft.com/office/drawing/2014/main" id="{14D7CE6B-982D-42BF-B7F4-709D306F21C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Es otro criterio. No pertenece a la lista de siete que acabamos de recorrer.</a:t>
            </a:r>
          </a:p>
        </p:txBody>
      </p:sp>
      <p:sp>
        <p:nvSpPr>
          <p:cNvPr id="12" name="">
            <a:extLst xmlns:a="http://schemas.openxmlformats.org/drawingml/2006/main">
              <a:ext uri="{FF2B5EF4-FFF2-40B4-BE49-F238E27FC236}">
                <a16:creationId xmlns:a16="http://schemas.microsoft.com/office/drawing/2014/main" id="{F4C58FB8-D1EF-448F-A690-943D51742B5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F0006C10-F9C3-4878-B97E-BC5FB633F2C8}"/>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Sugeno: combinar salidas numéricas</a:t>
            </a:r>
          </a:p>
        </p:txBody>
      </p:sp>
      <p:sp>
        <p:nvSpPr>
          <p:cNvPr id="9" name="">
            <a:extLst xmlns:a="http://schemas.openxmlformats.org/drawingml/2006/main">
              <a:ext uri="{FF2B5EF4-FFF2-40B4-BE49-F238E27FC236}">
                <a16:creationId xmlns:a16="http://schemas.microsoft.com/office/drawing/2014/main" id="{C2F787C7-2B0E-4DA2-BE19-7A11AA49C1B1}"/>
              </a:ext>
            </a:extLst>
          </p:cNvPr>
          <p:cNvSpPr>
            <a:spLocks xmlns:a="http://schemas.openxmlformats.org/drawingml/2006/main" noGrp="1"/>
          </p:cNvSpPr>
          <p:nvPr/>
        </p:nvSpPr>
        <p:spPr>
          <a:xfrm xmlns:a="http://schemas.openxmlformats.org/drawingml/2006/main">
            <a:off x="762000" y="1581150"/>
            <a:ext cx="10668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225" b="1">
                <a:solidFill>
                  <a:srgbClr val="D96B18"/>
                </a:solidFill>
                <a:latin typeface="Arial"/>
                <a:ea typeface="Arial"/>
                <a:cs typeface="Arial"/>
              </a:defRPr>
            </a:pPr>
            <a:r>
              <a:rPr sz="3225" b="1">
                <a:solidFill>
                  <a:srgbClr val="D96B18"/>
                </a:solidFill>
                <a:latin typeface="Arial"/>
                <a:ea typeface="Arial"/>
                <a:cs typeface="Arial"/>
              </a:rPr>
              <a:t>u = Σ wk zk / Σ wk</a:t>
            </a:r>
          </a:p>
        </p:txBody>
      </p:sp>
      <p:graphicFrame>
        <p:nvGraphicFramePr>
          <p:cNvPr id="24" name=""/>
          <p:cNvGraphicFramePr/>
          <p:nvPr/>
        </p:nvGraphicFramePr>
        <p:xfrm>
          <a:off xmlns:a="http://schemas.openxmlformats.org/drawingml/2006/main" x="762000" y="2628900"/>
          <a:ext xmlns:a="http://schemas.openxmlformats.org/drawingml/2006/main" cx="10668000" cy="1990725"/>
        </p:xfrm>
        <a:graphic xmlns:a="http://schemas.openxmlformats.org/drawingml/2006/main">
          <a:graphicData uri="http://schemas.openxmlformats.org/drawingml/2006/table">
            <a:tbl>
              <a:tblPr/>
              <a:tblGrid>
                <a:gridCol w="3556000"/>
                <a:gridCol w="3556000"/>
                <a:gridCol w="3556000"/>
              </a:tblGrid>
              <a:tr h="663575">
                <a:tc>
                  <a:txBody>
                    <a:bodyPr lIns="85725" tIns="76200" rIns="85725" bIns="76200"/>
                    <a:lstStyle/>
                    <a:p>
                      <a:pPr algn="ctr">
                        <a:buNone/>
                      </a:pPr>
                      <a:r>
                        <a:rPr sz="2250" b="1">
                          <a:solidFill>
                            <a:srgbClr val="2162A0"/>
                          </a:solidFill>
                          <a:latin typeface="Arial"/>
                          <a:ea typeface="Arial"/>
                          <a:cs typeface="Arial"/>
                        </a:rPr>
                        <a:t>Regla</a:t>
                      </a:r>
                    </a:p>
                  </a:txBody>
                  <a:tcPr marL="91440" marR="91440" marT="45720" marB="45720" anchor="ctr">
                    <a:solidFill>
                      <a:srgbClr val="E7EFF5"/>
                    </a:solidFill>
                  </a:tcPr>
                </a:tc>
                <a:tc>
                  <a:txBody>
                    <a:bodyPr lIns="85725" tIns="76200" rIns="85725" bIns="76200"/>
                    <a:lstStyle/>
                    <a:p>
                      <a:pPr algn="ctr">
                        <a:buNone/>
                      </a:pPr>
                      <a:r>
                        <a:rPr sz="2250" b="1">
                          <a:solidFill>
                            <a:srgbClr val="2162A0"/>
                          </a:solidFill>
                          <a:latin typeface="Arial"/>
                          <a:ea typeface="Arial"/>
                          <a:cs typeface="Arial"/>
                        </a:rPr>
                        <a:t>Activación wk</a:t>
                      </a:r>
                    </a:p>
                  </a:txBody>
                  <a:tcPr marL="91440" marR="91440" marT="45720" marB="45720" anchor="ctr">
                    <a:solidFill>
                      <a:srgbClr val="E7EFF5"/>
                    </a:solidFill>
                  </a:tcPr>
                </a:tc>
                <a:tc>
                  <a:txBody>
                    <a:bodyPr lIns="85725" tIns="76200" rIns="85725" bIns="76200"/>
                    <a:lstStyle/>
                    <a:p>
                      <a:pPr algn="ctr">
                        <a:buNone/>
                      </a:pPr>
                      <a:r>
                        <a:rPr sz="2250" b="1">
                          <a:solidFill>
                            <a:srgbClr val="2162A0"/>
                          </a:solidFill>
                          <a:latin typeface="Arial"/>
                          <a:ea typeface="Arial"/>
                          <a:cs typeface="Arial"/>
                        </a:rPr>
                        <a:t>Salida zk</a:t>
                      </a:r>
                    </a:p>
                  </a:txBody>
                  <a:tcPr marL="91440" marR="91440" marT="45720" marB="45720" anchor="ctr">
                    <a:solidFill>
                      <a:srgbClr val="E7EFF5"/>
                    </a:solidFill>
                  </a:tcPr>
                </a:tc>
              </a:tr>
              <a:tr h="663575">
                <a:tc>
                  <a:txBody>
                    <a:bodyPr lIns="85725" tIns="76200" rIns="85725" bIns="76200"/>
                    <a:lstStyle/>
                    <a:p>
                      <a:pPr algn="ctr">
                        <a:buNone/>
                      </a:pPr>
                      <a:r>
                        <a:rPr sz="2250" b="0">
                          <a:solidFill>
                            <a:srgbClr val="233746"/>
                          </a:solidFill>
                          <a:latin typeface="Arial"/>
                          <a:ea typeface="Arial"/>
                          <a:cs typeface="Arial"/>
                        </a:rPr>
                        <a:t>R1</a:t>
                      </a:r>
                    </a:p>
                  </a:txBody>
                  <a:tcPr marL="91440" marR="91440" marT="45720" marB="45720" anchor="ctr">
                    <a:solidFill>
                      <a:srgbClr val="FFFFFF"/>
                    </a:solidFill>
                  </a:tcPr>
                </a:tc>
                <a:tc>
                  <a:txBody>
                    <a:bodyPr lIns="85725" tIns="76200" rIns="85725" bIns="76200"/>
                    <a:lstStyle/>
                    <a:p>
                      <a:pPr algn="ctr">
                        <a:buNone/>
                      </a:pPr>
                      <a:r>
                        <a:rPr sz="2250" b="0">
                          <a:solidFill>
                            <a:srgbClr val="233746"/>
                          </a:solidFill>
                          <a:latin typeface="Arial"/>
                          <a:ea typeface="Arial"/>
                          <a:cs typeface="Arial"/>
                        </a:rPr>
                        <a:t>0,6</a:t>
                      </a:r>
                    </a:p>
                  </a:txBody>
                  <a:tcPr marL="91440" marR="91440" marT="45720" marB="45720" anchor="ctr">
                    <a:solidFill>
                      <a:srgbClr val="FFFFFF"/>
                    </a:solidFill>
                  </a:tcPr>
                </a:tc>
                <a:tc>
                  <a:txBody>
                    <a:bodyPr lIns="85725" tIns="76200" rIns="85725" bIns="76200"/>
                    <a:lstStyle/>
                    <a:p>
                      <a:pPr algn="ctr">
                        <a:buNone/>
                      </a:pPr>
                      <a:r>
                        <a:rPr sz="2250" b="0">
                          <a:solidFill>
                            <a:srgbClr val="233746"/>
                          </a:solidFill>
                          <a:latin typeface="Arial"/>
                          <a:ea typeface="Arial"/>
                          <a:cs typeface="Arial"/>
                        </a:rPr>
                        <a:t>25 %</a:t>
                      </a:r>
                    </a:p>
                  </a:txBody>
                  <a:tcPr marL="91440" marR="91440" marT="45720" marB="45720" anchor="ctr">
                    <a:solidFill>
                      <a:srgbClr val="FFFFFF"/>
                    </a:solidFill>
                  </a:tcPr>
                </a:tc>
              </a:tr>
              <a:tr h="663575">
                <a:tc>
                  <a:txBody>
                    <a:bodyPr lIns="85725" tIns="76200" rIns="85725" bIns="76200"/>
                    <a:lstStyle/>
                    <a:p>
                      <a:pPr algn="ctr">
                        <a:buNone/>
                      </a:pPr>
                      <a:r>
                        <a:rPr sz="2250" b="0">
                          <a:solidFill>
                            <a:srgbClr val="233746"/>
                          </a:solidFill>
                          <a:latin typeface="Arial"/>
                          <a:ea typeface="Arial"/>
                          <a:cs typeface="Arial"/>
                        </a:rPr>
                        <a:t>R2</a:t>
                      </a:r>
                    </a:p>
                  </a:txBody>
                  <a:tcPr marL="91440" marR="91440" marT="45720" marB="45720" anchor="ctr">
                    <a:solidFill>
                      <a:srgbClr val="F4F7F9"/>
                    </a:solidFill>
                  </a:tcPr>
                </a:tc>
                <a:tc>
                  <a:txBody>
                    <a:bodyPr lIns="85725" tIns="76200" rIns="85725" bIns="76200"/>
                    <a:lstStyle/>
                    <a:p>
                      <a:pPr algn="ctr">
                        <a:buNone/>
                      </a:pPr>
                      <a:r>
                        <a:rPr sz="2250" b="0">
                          <a:solidFill>
                            <a:srgbClr val="233746"/>
                          </a:solidFill>
                          <a:latin typeface="Arial"/>
                          <a:ea typeface="Arial"/>
                          <a:cs typeface="Arial"/>
                        </a:rPr>
                        <a:t>0,3</a:t>
                      </a:r>
                    </a:p>
                  </a:txBody>
                  <a:tcPr marL="91440" marR="91440" marT="45720" marB="45720" anchor="ctr">
                    <a:solidFill>
                      <a:srgbClr val="F4F7F9"/>
                    </a:solidFill>
                  </a:tcPr>
                </a:tc>
                <a:tc>
                  <a:txBody>
                    <a:bodyPr lIns="85725" tIns="76200" rIns="85725" bIns="76200"/>
                    <a:lstStyle/>
                    <a:p>
                      <a:pPr algn="ctr">
                        <a:buNone/>
                      </a:pPr>
                      <a:r>
                        <a:rPr sz="2250" b="0">
                          <a:solidFill>
                            <a:srgbClr val="233746"/>
                          </a:solidFill>
                          <a:latin typeface="Arial"/>
                          <a:ea typeface="Arial"/>
                          <a:cs typeface="Arial"/>
                        </a:rPr>
                        <a:t>75 %</a:t>
                      </a:r>
                    </a:p>
                  </a:txBody>
                  <a:tcPr marL="91440" marR="91440" marT="45720" marB="45720" anchor="ctr">
                    <a:solidFill>
                      <a:srgbClr val="F4F7F9"/>
                    </a:solidFill>
                  </a:tcPr>
                </a:tc>
              </a:tr>
            </a:tbl>
          </a:graphicData>
        </a:graphic>
      </p:graphicFrame>
      <p:sp>
        <p:nvSpPr>
          <p:cNvPr id="11" name="">
            <a:extLst xmlns:a="http://schemas.openxmlformats.org/drawingml/2006/main">
              <a:ext uri="{FF2B5EF4-FFF2-40B4-BE49-F238E27FC236}">
                <a16:creationId xmlns:a16="http://schemas.microsoft.com/office/drawing/2014/main" id="{8DAE22F1-8200-4BA2-85D2-C825B60576C4}"/>
              </a:ext>
            </a:extLst>
          </p:cNvPr>
          <p:cNvSpPr>
            <a:spLocks xmlns:a="http://schemas.openxmlformats.org/drawingml/2006/main" noGrp="1"/>
          </p:cNvSpPr>
          <p:nvPr/>
        </p:nvSpPr>
        <p:spPr>
          <a:xfrm xmlns:a="http://schemas.openxmlformats.org/drawingml/2006/main">
            <a:off x="762000" y="5133975"/>
            <a:ext cx="10668000" cy="695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75" b="1">
                <a:solidFill>
                  <a:srgbClr val="233746"/>
                </a:solidFill>
                <a:latin typeface="Arial"/>
                <a:ea typeface="Arial"/>
                <a:cs typeface="Arial"/>
              </a:defRPr>
            </a:pPr>
            <a:r>
              <a:rPr sz="2475" b="1">
                <a:solidFill>
                  <a:srgbClr val="233746"/>
                </a:solidFill>
                <a:latin typeface="Arial"/>
                <a:ea typeface="Arial"/>
                <a:cs typeface="Arial"/>
              </a:rPr>
              <a:t>u = (0,6·25 + 0,3·75) / (0,6 + 0,3) ≈ 41,67 %</a:t>
            </a:r>
          </a:p>
        </p:txBody>
      </p:sp>
      <p:sp>
        <p:nvSpPr>
          <p:cNvPr id="12" name="">
            <a:extLst xmlns:a="http://schemas.openxmlformats.org/drawingml/2006/main">
              <a:ext uri="{FF2B5EF4-FFF2-40B4-BE49-F238E27FC236}">
                <a16:creationId xmlns:a16="http://schemas.microsoft.com/office/drawing/2014/main" id="{7AF90D83-17F4-4E88-8C14-E90751BD5D07}"/>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Cada regla aporta una constante; no construimos un área de salida que haya que integrar.</a:t>
            </a:r>
          </a:p>
        </p:txBody>
      </p:sp>
      <p:sp>
        <p:nvSpPr>
          <p:cNvPr id="14" name="">
            <a:extLst xmlns:a="http://schemas.openxmlformats.org/drawingml/2006/main">
              <a:ext uri="{FF2B5EF4-FFF2-40B4-BE49-F238E27FC236}">
                <a16:creationId xmlns:a16="http://schemas.microsoft.com/office/drawing/2014/main" id="{4397E72B-922B-4B50-B4BA-932F79F6A08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014548FD-DCDE-43F8-9BC8-EE6C3D39C8F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087F79"/>
                </a:solidFill>
                <a:latin typeface="Arial"/>
                <a:ea typeface="Arial"/>
                <a:cs typeface="Arial"/>
              </a:defRPr>
            </a:pPr>
            <a:r>
              <a:rPr sz="3000" b="0">
                <a:solidFill>
                  <a:srgbClr val="087F79"/>
                </a:solidFill>
                <a:latin typeface="Arial"/>
                <a:ea typeface="Arial"/>
                <a:cs typeface="Arial"/>
              </a:rPr>
              <a:t>Salida del controlador: un número con unidades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30246645e2c9437f"/>
          <a:stretch xmlns:a="http://schemas.openxmlformats.org/drawingml/2006/main"/>
        </p:blipFill>
        <p:spPr>
          <a:xfrm xmlns:a="http://schemas.openxmlformats.org/drawingml/2006/main">
            <a:off x="5334000" y="1601788"/>
            <a:ext cx="6096000" cy="4064000"/>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5DE35E25-4CA0-4731-B15D-FD35E80E6BEE}"/>
              </a:ext>
            </a:extLst>
          </p:cNvPr>
          <p:cNvSpPr>
            <a:spLocks xmlns:a="http://schemas.openxmlformats.org/drawingml/2006/main" noGrp="1"/>
          </p:cNvSpPr>
          <p:nvPr/>
        </p:nvSpPr>
        <p:spPr>
          <a:xfrm xmlns:a="http://schemas.openxmlformats.org/drawingml/2006/main">
            <a:off x="762000" y="1885950"/>
            <a:ext cx="438150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850" b="1">
                <a:solidFill>
                  <a:srgbClr val="087F79"/>
                </a:solidFill>
                <a:latin typeface="Arial"/>
                <a:ea typeface="Arial"/>
                <a:cs typeface="Arial"/>
              </a:defRPr>
            </a:pPr>
            <a:r>
              <a:rPr sz="2850" b="1">
                <a:solidFill>
                  <a:srgbClr val="087F79"/>
                </a:solidFill>
                <a:latin typeface="Arial"/>
                <a:ea typeface="Arial"/>
                <a:cs typeface="Arial"/>
              </a:rPr>
              <a:t>El cálculo entrega</a:t>
            </a:r>
          </a:p>
          <a:p xmlns:a="http://schemas.openxmlformats.org/drawingml/2006/main">
            <a:pPr>
              <a:buNone/>
              <a:defRPr sz="2850" b="1">
                <a:solidFill>
                  <a:srgbClr val="087F79"/>
                </a:solidFill>
                <a:latin typeface="Arial"/>
                <a:ea typeface="Arial"/>
                <a:cs typeface="Arial"/>
              </a:defRPr>
            </a:pPr>
            <a:r>
              <a:rPr sz="2850" b="1">
                <a:solidFill>
                  <a:srgbClr val="087F79"/>
                </a:solidFill>
                <a:latin typeface="Arial"/>
                <a:ea typeface="Arial"/>
                <a:cs typeface="Arial"/>
              </a:rPr>
              <a:t>una potencia: 48 %.</a:t>
            </a:r>
          </a:p>
        </p:txBody>
      </p:sp>
      <p:sp>
        <p:nvSpPr>
          <p:cNvPr id="11" name="">
            <a:extLst xmlns:a="http://schemas.openxmlformats.org/drawingml/2006/main">
              <a:ext uri="{FF2B5EF4-FFF2-40B4-BE49-F238E27FC236}">
                <a16:creationId xmlns:a16="http://schemas.microsoft.com/office/drawing/2014/main" id="{A310539F-B69A-4F06-8374-15348E5F2A6A}"/>
              </a:ext>
            </a:extLst>
          </p:cNvPr>
          <p:cNvSpPr>
            <a:spLocks xmlns:a="http://schemas.openxmlformats.org/drawingml/2006/main" noGrp="1"/>
          </p:cNvSpPr>
          <p:nvPr/>
        </p:nvSpPr>
        <p:spPr>
          <a:xfrm xmlns:a="http://schemas.openxmlformats.org/drawingml/2006/main">
            <a:off x="762000" y="3667125"/>
            <a:ext cx="4429125"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El calefactor actúa.</a:t>
            </a:r>
          </a:p>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La temperatura cambia.</a:t>
            </a:r>
          </a:p>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El sensor vuelve a medir.</a:t>
            </a:r>
          </a:p>
        </p:txBody>
      </p:sp>
      <p:sp>
        <p:nvSpPr>
          <p:cNvPr id="12" name="">
            <a:extLst xmlns:a="http://schemas.openxmlformats.org/drawingml/2006/main">
              <a:ext uri="{FF2B5EF4-FFF2-40B4-BE49-F238E27FC236}">
                <a16:creationId xmlns:a16="http://schemas.microsoft.com/office/drawing/2014/main" id="{7B10F87E-E030-4C0C-91CD-D64FE5A2C15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Ya tenemos una decisión. Ahora debemos comprobar su efecto en el tiempo.</a:t>
            </a:r>
          </a:p>
        </p:txBody>
      </p:sp>
      <p:sp>
        <p:nvSpPr>
          <p:cNvPr id="13" name="">
            <a:extLst xmlns:a="http://schemas.openxmlformats.org/drawingml/2006/main">
              <a:ext uri="{FF2B5EF4-FFF2-40B4-BE49-F238E27FC236}">
                <a16:creationId xmlns:a16="http://schemas.microsoft.com/office/drawing/2014/main" id="{9D3FCBEF-BFD9-4004-AFCB-D4DE61C3FBFE}"/>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087F79"/>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6C03508C-DB65-4691-91D8-5DDF9D12A77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087F79"/>
                </a:solidFill>
                <a:latin typeface="Arial"/>
                <a:ea typeface="Arial"/>
                <a:cs typeface="Arial"/>
              </a:defRPr>
            </a:pPr>
            <a:r>
              <a:rPr sz="1350" b="1">
                <a:solidFill>
                  <a:srgbClr val="087F79"/>
                </a:solidFill>
                <a:latin typeface="Arial"/>
                <a:ea typeface="Arial"/>
                <a:cs typeface="Arial"/>
              </a:rPr>
              <a:t>04  SALIDA NUMÉRICA    /    Desdifusificar · obtener una potencia</a:t>
            </a:r>
          </a:p>
        </p:txBody>
      </p:sp>
    </p:spTree>
    <p:extLst>
      <p:ext uri="{BB962C8B-B14F-4D97-AF65-F5344CB8AC3E}">
        <p14:creationId xmlns:p14="http://schemas.microsoft.com/office/powerpoint/2010/main" val="1721896526"/>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El modelo de la habitación: calor ganado y perdido</a:t>
            </a:r>
          </a:p>
        </p:txBody>
      </p:sp>
      <p:sp>
        <p:nvSpPr>
          <p:cNvPr id="9" name="">
            <a:extLst xmlns:a="http://schemas.openxmlformats.org/drawingml/2006/main">
              <a:ext uri="{FF2B5EF4-FFF2-40B4-BE49-F238E27FC236}">
                <a16:creationId xmlns:a16="http://schemas.microsoft.com/office/drawing/2014/main" id="{8A1AC0EB-64C0-47C5-A13B-EA5BCA087E7E}"/>
              </a:ext>
            </a:extLst>
          </p:cNvPr>
          <p:cNvSpPr>
            <a:spLocks xmlns:a="http://schemas.openxmlformats.org/drawingml/2006/main" noGrp="1"/>
          </p:cNvSpPr>
          <p:nvPr/>
        </p:nvSpPr>
        <p:spPr>
          <a:xfrm xmlns:a="http://schemas.openxmlformats.org/drawingml/2006/main">
            <a:off x="762000" y="1695450"/>
            <a:ext cx="10668000" cy="704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150" b="1">
                <a:solidFill>
                  <a:srgbClr val="D96B18"/>
                </a:solidFill>
                <a:latin typeface="Arial"/>
                <a:ea typeface="Arial"/>
                <a:cs typeface="Arial"/>
              </a:defRPr>
            </a:pPr>
            <a:r>
              <a:rPr sz="3150" b="1">
                <a:solidFill>
                  <a:srgbClr val="D96B18"/>
                </a:solidFill>
                <a:latin typeface="Arial"/>
                <a:ea typeface="Arial"/>
                <a:cs typeface="Arial"/>
              </a:rPr>
              <a:t>dT/dt = −(T − Ta) / 10 + 0,02 · u</a:t>
            </a:r>
          </a:p>
        </p:txBody>
      </p:sp>
      <p:graphicFrame>
        <p:nvGraphicFramePr>
          <p:cNvPr id="23" name=""/>
          <p:cNvGraphicFramePr/>
          <p:nvPr/>
        </p:nvGraphicFramePr>
        <p:xfrm>
          <a:off xmlns:a="http://schemas.openxmlformats.org/drawingml/2006/main" x="762000" y="2724150"/>
          <a:ext xmlns:a="http://schemas.openxmlformats.org/drawingml/2006/main" cx="10668000" cy="2743200"/>
        </p:xfrm>
        <a:graphic xmlns:a="http://schemas.openxmlformats.org/drawingml/2006/main">
          <a:graphicData uri="http://schemas.openxmlformats.org/drawingml/2006/table">
            <a:tbl>
              <a:tblPr/>
              <a:tblGrid>
                <a:gridCol w="4000500"/>
                <a:gridCol w="6667500"/>
              </a:tblGrid>
              <a:tr h="457200">
                <a:tc>
                  <a:txBody>
                    <a:bodyPr lIns="85725" tIns="76200" rIns="85725" bIns="76200"/>
                    <a:lstStyle/>
                    <a:p>
                      <a:pPr algn="ctr">
                        <a:buNone/>
                      </a:pPr>
                      <a:r>
                        <a:rPr sz="1875" b="1">
                          <a:solidFill>
                            <a:srgbClr val="2162A0"/>
                          </a:solidFill>
                          <a:latin typeface="Arial"/>
                          <a:ea typeface="Arial"/>
                          <a:cs typeface="Arial"/>
                        </a:rPr>
                        <a:t>Magnitud</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Valor o unidad</a:t>
                      </a:r>
                    </a:p>
                  </a:txBody>
                  <a:tcPr marL="91440" marR="91440" marT="45720" marB="45720" anchor="ctr">
                    <a:solidFill>
                      <a:srgbClr val="E7EFF5"/>
                    </a:solidFill>
                  </a:tcPr>
                </a:tc>
              </a:tr>
              <a:tr h="457200">
                <a:tc>
                  <a:txBody>
                    <a:bodyPr lIns="85725" tIns="76200" rIns="85725" bIns="76200"/>
                    <a:lstStyle/>
                    <a:p>
                      <a:pPr algn="ctr">
                        <a:buNone/>
                      </a:pPr>
                      <a:r>
                        <a:rPr sz="1875" b="0">
                          <a:solidFill>
                            <a:srgbClr val="233746"/>
                          </a:solidFill>
                          <a:latin typeface="Arial"/>
                          <a:ea typeface="Arial"/>
                          <a:cs typeface="Arial"/>
                        </a:rPr>
                        <a:t>T, Ta</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Temperatura interior y ambiente, en °C</a:t>
                      </a:r>
                    </a:p>
                  </a:txBody>
                  <a:tcPr marL="91440" marR="91440" marT="45720" marB="45720" anchor="ctr">
                    <a:solidFill>
                      <a:srgbClr val="FFFFFF"/>
                    </a:solidFill>
                  </a:tcPr>
                </a:tc>
              </a:tr>
              <a:tr h="457200">
                <a:tc>
                  <a:txBody>
                    <a:bodyPr lIns="85725" tIns="76200" rIns="85725" bIns="76200"/>
                    <a:lstStyle/>
                    <a:p>
                      <a:pPr algn="ctr">
                        <a:buNone/>
                      </a:pPr>
                      <a:r>
                        <a:rPr sz="1875" b="0">
                          <a:solidFill>
                            <a:srgbClr val="233746"/>
                          </a:solidFill>
                          <a:latin typeface="Arial"/>
                          <a:ea typeface="Arial"/>
                          <a:cs typeface="Arial"/>
                        </a:rPr>
                        <a:t>t</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Tiempo en minutos</a:t>
                      </a:r>
                    </a:p>
                  </a:txBody>
                  <a:tcPr marL="91440" marR="91440" marT="45720" marB="45720" anchor="ctr">
                    <a:solidFill>
                      <a:srgbClr val="F4F7F9"/>
                    </a:solidFill>
                  </a:tcPr>
                </a:tc>
              </a:tr>
              <a:tr h="457200">
                <a:tc>
                  <a:txBody>
                    <a:bodyPr lIns="85725" tIns="76200" rIns="85725" bIns="76200"/>
                    <a:lstStyle/>
                    <a:p>
                      <a:pPr algn="ctr">
                        <a:buNone/>
                      </a:pPr>
                      <a:r>
                        <a:rPr sz="1875" b="0">
                          <a:solidFill>
                            <a:srgbClr val="233746"/>
                          </a:solidFill>
                          <a:latin typeface="Arial"/>
                          <a:ea typeface="Arial"/>
                          <a:cs typeface="Arial"/>
                        </a:rPr>
                        <a:t>u</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Potencia porcentual: 0 ≤ u ≤ 100</a:t>
                      </a:r>
                    </a:p>
                  </a:txBody>
                  <a:tcPr marL="91440" marR="91440" marT="45720" marB="45720" anchor="ctr">
                    <a:solidFill>
                      <a:srgbClr val="FFFFFF"/>
                    </a:solidFill>
                  </a:tcPr>
                </a:tc>
              </a:tr>
              <a:tr h="457200">
                <a:tc>
                  <a:txBody>
                    <a:bodyPr lIns="85725" tIns="76200" rIns="85725" bIns="76200"/>
                    <a:lstStyle/>
                    <a:p>
                      <a:pPr algn="ctr">
                        <a:buNone/>
                      </a:pPr>
                      <a:r>
                        <a:rPr sz="1875" b="0">
                          <a:solidFill>
                            <a:srgbClr val="233746"/>
                          </a:solidFill>
                          <a:latin typeface="Arial"/>
                          <a:ea typeface="Arial"/>
                          <a:cs typeface="Arial"/>
                        </a:rPr>
                        <a:t>Constante de tiempo</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10 min</a:t>
                      </a:r>
                    </a:p>
                  </a:txBody>
                  <a:tcPr marL="91440" marR="91440" marT="45720" marB="45720" anchor="ctr">
                    <a:solidFill>
                      <a:srgbClr val="F4F7F9"/>
                    </a:solidFill>
                  </a:tcPr>
                </a:tc>
              </a:tr>
              <a:tr h="457200">
                <a:tc>
                  <a:txBody>
                    <a:bodyPr lIns="85725" tIns="76200" rIns="85725" bIns="76200"/>
                    <a:lstStyle/>
                    <a:p>
                      <a:pPr algn="ctr">
                        <a:buNone/>
                      </a:pPr>
                      <a:r>
                        <a:rPr sz="1875" b="0">
                          <a:solidFill>
                            <a:srgbClr val="233746"/>
                          </a:solidFill>
                          <a:latin typeface="Arial"/>
                          <a:ea typeface="Arial"/>
                          <a:cs typeface="Arial"/>
                        </a:rPr>
                        <a:t>Calentamiento máximo</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2 °C/min antes de descontar pérdidas</a:t>
                      </a:r>
                    </a:p>
                  </a:txBody>
                  <a:tcPr marL="91440" marR="91440" marT="45720" marB="45720" anchor="ctr">
                    <a:solidFill>
                      <a:srgbClr val="FFFFFF"/>
                    </a:solidFill>
                  </a:tcPr>
                </a:tc>
              </a:tr>
            </a:tbl>
          </a:graphicData>
        </a:graphic>
      </p:graphicFrame>
      <p:sp>
        <p:nvSpPr>
          <p:cNvPr id="11" name="">
            <a:extLst xmlns:a="http://schemas.openxmlformats.org/drawingml/2006/main">
              <a:ext uri="{FF2B5EF4-FFF2-40B4-BE49-F238E27FC236}">
                <a16:creationId xmlns:a16="http://schemas.microsoft.com/office/drawing/2014/main" id="{87771AB1-E850-4033-B047-5495EB567478}"/>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A 22 °C y ambiente de 18 °C: pérdidas = 0,4 °C/min; u = 20 % las compensa.</a:t>
            </a:r>
          </a:p>
        </p:txBody>
      </p:sp>
      <p:sp>
        <p:nvSpPr>
          <p:cNvPr id="13" name="">
            <a:extLst xmlns:a="http://schemas.openxmlformats.org/drawingml/2006/main">
              <a:ext uri="{FF2B5EF4-FFF2-40B4-BE49-F238E27FC236}">
                <a16:creationId xmlns:a16="http://schemas.microsoft.com/office/drawing/2014/main" id="{FBC1EBCF-C735-43FE-A7D4-E77F193E48A8}"/>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CBBB8BB3-F2FB-40C8-AC34-FF90D14F143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AD414C"/>
                </a:solidFill>
                <a:latin typeface="Arial"/>
                <a:ea typeface="Arial"/>
                <a:cs typeface="Arial"/>
              </a:defRPr>
            </a:pPr>
            <a:r>
              <a:rPr sz="1350" b="1">
                <a:solidFill>
                  <a:srgbClr val="AD414C"/>
                </a:solidFill>
                <a:latin typeface="Arial"/>
                <a:ea typeface="Arial"/>
                <a:cs typeface="Arial"/>
              </a:rPr>
              <a:t>05  SISTEMA DE CONTROL    /    Actuar · simular · comprobar · ajustar</a:t>
            </a:r>
          </a:p>
        </p:txBody>
      </p:sp>
    </p:spTree>
    <p:extLst>
      <p:ext uri="{BB962C8B-B14F-4D97-AF65-F5344CB8AC3E}">
        <p14:creationId xmlns:p14="http://schemas.microsoft.com/office/powerpoint/2010/main" val="1721896526"/>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Límites del sistema de control</a:t>
            </a:r>
          </a:p>
        </p:txBody>
      </p:sp>
      <p:sp>
        <p:nvSpPr>
          <p:cNvPr id="9" name="">
            <a:extLst xmlns:a="http://schemas.openxmlformats.org/drawingml/2006/main">
              <a:ext uri="{FF2B5EF4-FFF2-40B4-BE49-F238E27FC236}">
                <a16:creationId xmlns:a16="http://schemas.microsoft.com/office/drawing/2014/main" id="{7824DC9A-62E3-4566-A2A2-3B28140B96A7}"/>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El actuador tiene límites</a:t>
            </a:r>
          </a:p>
        </p:txBody>
      </p:sp>
      <p:sp>
        <p:nvSpPr>
          <p:cNvPr id="10" name="">
            <a:extLst xmlns:a="http://schemas.openxmlformats.org/drawingml/2006/main">
              <a:ext uri="{FF2B5EF4-FFF2-40B4-BE49-F238E27FC236}">
                <a16:creationId xmlns:a16="http://schemas.microsoft.com/office/drawing/2014/main" id="{08B0D9FD-B8B0-495A-8809-0D7C635BA33F}"/>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La potencia está entre 0 y 100 % y no podemos enfriar activamente.</a:t>
            </a:r>
          </a:p>
        </p:txBody>
      </p:sp>
      <p:sp>
        <p:nvSpPr>
          <p:cNvPr id="11" name="">
            <a:extLst xmlns:a="http://schemas.openxmlformats.org/drawingml/2006/main">
              <a:ext uri="{FF2B5EF4-FFF2-40B4-BE49-F238E27FC236}">
                <a16:creationId xmlns:a16="http://schemas.microsoft.com/office/drawing/2014/main" id="{B97B70BE-EDBB-47BC-8330-F393393FB358}"/>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El modelo también limita lo alcanzable</a:t>
            </a:r>
          </a:p>
        </p:txBody>
      </p:sp>
      <p:sp>
        <p:nvSpPr>
          <p:cNvPr id="12" name="">
            <a:extLst xmlns:a="http://schemas.openxmlformats.org/drawingml/2006/main">
              <a:ext uri="{FF2B5EF4-FFF2-40B4-BE49-F238E27FC236}">
                <a16:creationId xmlns:a16="http://schemas.microsoft.com/office/drawing/2014/main" id="{9C5FB4AC-EA41-4463-8225-34645C2B0003}"/>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Con Ta = 18 °C y u = 100 %, el equilibrio máximo es 38 °C.</a:t>
            </a:r>
          </a:p>
        </p:txBody>
      </p:sp>
      <p:sp>
        <p:nvSpPr>
          <p:cNvPr id="13" name="">
            <a:extLst xmlns:a="http://schemas.openxmlformats.org/drawingml/2006/main">
              <a:ext uri="{FF2B5EF4-FFF2-40B4-BE49-F238E27FC236}">
                <a16:creationId xmlns:a16="http://schemas.microsoft.com/office/drawing/2014/main" id="{D37F22C7-BB7B-4DD9-8B1A-F098401814EC}"/>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Consigna de 45 °C</a:t>
            </a:r>
          </a:p>
        </p:txBody>
      </p:sp>
      <p:sp>
        <p:nvSpPr>
          <p:cNvPr id="14" name="">
            <a:extLst xmlns:a="http://schemas.openxmlformats.org/drawingml/2006/main">
              <a:ext uri="{FF2B5EF4-FFF2-40B4-BE49-F238E27FC236}">
                <a16:creationId xmlns:a16="http://schemas.microsoft.com/office/drawing/2014/main" id="{03158DF5-0D46-4214-9730-166FD481AF5D}"/>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Ninguna regla puede superar por sí sola esa limitación física del modelo.</a:t>
            </a:r>
          </a:p>
        </p:txBody>
      </p:sp>
      <p:sp>
        <p:nvSpPr>
          <p:cNvPr id="15" name="">
            <a:extLst xmlns:a="http://schemas.openxmlformats.org/drawingml/2006/main">
              <a:ext uri="{FF2B5EF4-FFF2-40B4-BE49-F238E27FC236}">
                <a16:creationId xmlns:a16="http://schemas.microsoft.com/office/drawing/2014/main" id="{0B4DC2DC-B4BE-4E9F-8629-2B970377EE82}"/>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Detectar saturación y falta de capacidad es parte del diseño del sistema.</a:t>
            </a:r>
          </a:p>
        </p:txBody>
      </p:sp>
      <p:sp>
        <p:nvSpPr>
          <p:cNvPr id="16" name="">
            <a:extLst xmlns:a="http://schemas.openxmlformats.org/drawingml/2006/main">
              <a:ext uri="{FF2B5EF4-FFF2-40B4-BE49-F238E27FC236}">
                <a16:creationId xmlns:a16="http://schemas.microsoft.com/office/drawing/2014/main" id="{BBF68656-68B6-43E5-9B67-40C51BCE121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06009BB0-4E54-4479-8FB3-20E19A76C5C2}"/>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AD414C"/>
                </a:solidFill>
                <a:latin typeface="Arial"/>
                <a:ea typeface="Arial"/>
                <a:cs typeface="Arial"/>
              </a:defRPr>
            </a:pPr>
            <a:r>
              <a:rPr sz="1350" b="1">
                <a:solidFill>
                  <a:srgbClr val="AD414C"/>
                </a:solidFill>
                <a:latin typeface="Arial"/>
                <a:ea typeface="Arial"/>
                <a:cs typeface="Arial"/>
              </a:rPr>
              <a:t>05  SISTEMA DE CONTROL    /    Actuar · simular · comprobar · ajustar</a:t>
            </a:r>
          </a:p>
        </p:txBody>
      </p:sp>
    </p:spTree>
    <p:extLst>
      <p:ext uri="{BB962C8B-B14F-4D97-AF65-F5344CB8AC3E}">
        <p14:creationId xmlns:p14="http://schemas.microsoft.com/office/powerpoint/2010/main" val="1721896526"/>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Fuzzy y robustez frente a pequeñas variaciones</a:t>
            </a:r>
          </a:p>
        </p:txBody>
      </p:sp>
      <p:graphicFrame>
        <p:nvGraphicFramePr>
          <p:cNvPr id="26" name="Chart"/>
          <p:cNvGraphicFramePr/>
          <p:nvPr/>
        </p:nvGraphicFramePr>
        <p:xfrm>
          <a:off xmlns:a="http://schemas.openxmlformats.org/drawingml/2006/main" x="619125" y="1714500"/>
          <a:ext xmlns:a="http://schemas.openxmlformats.org/drawingml/2006/main" cx="5619750" cy="3476625"/>
        </p:xfrm>
        <a:graphic xmlns:a="http://schemas.openxmlformats.org/drawingml/2006/main">
          <a:graphicData uri="http://schemas.openxmlformats.org/drawingml/2006/chart">
            <c:chart xmlns:r="http://schemas.openxmlformats.org/officeDocument/2006/relationships" xmlns:c="http://schemas.openxmlformats.org/drawingml/2006/chart" r:id="Rc08837457f2c461b"/>
          </a:graphicData>
        </a:graphic>
      </p:graphicFrame>
      <p:sp>
        <p:nvSpPr>
          <p:cNvPr id="10" name="">
            <a:extLst xmlns:a="http://schemas.openxmlformats.org/drawingml/2006/main">
              <a:ext uri="{FF2B5EF4-FFF2-40B4-BE49-F238E27FC236}">
                <a16:creationId xmlns:a16="http://schemas.microsoft.com/office/drawing/2014/main" id="{45B2D0BB-33B5-4100-83A0-C22B049BC373}"/>
              </a:ext>
            </a:extLst>
          </p:cNvPr>
          <p:cNvSpPr>
            <a:spLocks xmlns:a="http://schemas.openxmlformats.org/drawingml/2006/main" noGrp="1"/>
          </p:cNvSpPr>
          <p:nvPr/>
        </p:nvSpPr>
        <p:spPr>
          <a:xfrm xmlns:a="http://schemas.openxmlformats.org/drawingml/2006/main">
            <a:off x="6762750" y="1676400"/>
            <a:ext cx="4667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D96B18"/>
                </a:solidFill>
                <a:latin typeface="Arial"/>
                <a:ea typeface="Arial"/>
                <a:cs typeface="Arial"/>
              </a:defRPr>
            </a:pPr>
            <a:r>
              <a:rPr sz="2100" b="1">
                <a:solidFill>
                  <a:srgbClr val="D96B18"/>
                </a:solidFill>
                <a:latin typeface="Arial"/>
                <a:ea typeface="Arial"/>
                <a:cs typeface="Arial"/>
              </a:rPr>
              <a:t>Pequeño cambio en la entrada</a:t>
            </a:r>
          </a:p>
        </p:txBody>
      </p:sp>
      <p:sp>
        <p:nvSpPr>
          <p:cNvPr id="11" name="">
            <a:extLst xmlns:a="http://schemas.openxmlformats.org/drawingml/2006/main">
              <a:ext uri="{FF2B5EF4-FFF2-40B4-BE49-F238E27FC236}">
                <a16:creationId xmlns:a16="http://schemas.microsoft.com/office/drawing/2014/main" id="{40EDD1E8-8120-46A5-A568-0F16134A5D14}"/>
              </a:ext>
            </a:extLst>
          </p:cNvPr>
          <p:cNvSpPr>
            <a:spLocks xmlns:a="http://schemas.openxmlformats.org/drawingml/2006/main" noGrp="1"/>
          </p:cNvSpPr>
          <p:nvPr/>
        </p:nvSpPr>
        <p:spPr>
          <a:xfrm xmlns:a="http://schemas.openxmlformats.org/drawingml/2006/main">
            <a:off x="6762750" y="2543175"/>
            <a:ext cx="466725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Error: 0,49 a 0,51 °C</a:t>
            </a:r>
          </a:p>
          <a:p xmlns:a="http://schemas.openxmlformats.org/drawingml/2006/main">
            <a:pPr>
              <a:buNone/>
              <a:defRPr sz="2100" b="1">
                <a:solidFill>
                  <a:srgbClr val="233746"/>
                </a:solidFill>
                <a:latin typeface="Arial"/>
                <a:ea typeface="Arial"/>
                <a:cs typeface="Arial"/>
              </a:defRPr>
            </a:pPr>
            <a:r>
              <a:rPr sz="2100" b="1">
                <a:solidFill>
                  <a:srgbClr val="233746"/>
                </a:solidFill>
                <a:latin typeface="Arial"/>
                <a:ea typeface="Arial"/>
                <a:cs typeface="Arial"/>
              </a:rPr>
              <a:t>Potencia: 49,4 a 50,6 %</a:t>
            </a:r>
          </a:p>
        </p:txBody>
      </p:sp>
      <p:sp>
        <p:nvSpPr>
          <p:cNvPr id="12" name="">
            <a:extLst xmlns:a="http://schemas.openxmlformats.org/drawingml/2006/main">
              <a:ext uri="{FF2B5EF4-FFF2-40B4-BE49-F238E27FC236}">
                <a16:creationId xmlns:a16="http://schemas.microsoft.com/office/drawing/2014/main" id="{15FF4B71-1C14-43F6-90E3-232C2FC39222}"/>
              </a:ext>
            </a:extLst>
          </p:cNvPr>
          <p:cNvSpPr>
            <a:spLocks xmlns:a="http://schemas.openxmlformats.org/drawingml/2006/main" noGrp="1"/>
          </p:cNvSpPr>
          <p:nvPr/>
        </p:nvSpPr>
        <p:spPr>
          <a:xfrm xmlns:a="http://schemas.openxmlformats.org/drawingml/2006/main">
            <a:off x="6762750" y="3714750"/>
            <a:ext cx="46196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La estructura combina reglas de forma gradual y evita cambios bruscos de acción.</a:t>
            </a:r>
          </a:p>
        </p:txBody>
      </p:sp>
      <p:sp>
        <p:nvSpPr>
          <p:cNvPr id="13" name="">
            <a:extLst xmlns:a="http://schemas.openxmlformats.org/drawingml/2006/main">
              <a:ext uri="{FF2B5EF4-FFF2-40B4-BE49-F238E27FC236}">
                <a16:creationId xmlns:a16="http://schemas.microsoft.com/office/drawing/2014/main" id="{54548B7B-7C03-4902-955B-35A75611ED44}"/>
              </a:ext>
            </a:extLst>
          </p:cNvPr>
          <p:cNvSpPr>
            <a:spLocks xmlns:a="http://schemas.openxmlformats.org/drawingml/2006/main" noGrp="1"/>
          </p:cNvSpPr>
          <p:nvPr/>
        </p:nvSpPr>
        <p:spPr>
          <a:xfrm xmlns:a="http://schemas.openxmlformats.org/drawingml/2006/main">
            <a:off x="762000" y="5467350"/>
            <a:ext cx="10668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1">
                <a:solidFill>
                  <a:srgbClr val="D96B18"/>
                </a:solidFill>
                <a:latin typeface="Arial"/>
                <a:ea typeface="Arial"/>
                <a:cs typeface="Arial"/>
              </a:defRPr>
            </a:pPr>
            <a:r>
              <a:rPr sz="2325" b="1">
                <a:solidFill>
                  <a:srgbClr val="D96B18"/>
                </a:solidFill>
                <a:latin typeface="Arial"/>
                <a:ea typeface="Arial"/>
                <a:cs typeface="Arial"/>
              </a:rPr>
              <a:t>Un sistema fuzzy bien diseñado es robusto frente a pequeñas variaciones de entrada.</a:t>
            </a:r>
          </a:p>
        </p:txBody>
      </p:sp>
      <p:sp>
        <p:nvSpPr>
          <p:cNvPr id="15" name="">
            <a:extLst xmlns:a="http://schemas.openxmlformats.org/drawingml/2006/main">
              <a:ext uri="{FF2B5EF4-FFF2-40B4-BE49-F238E27FC236}">
                <a16:creationId xmlns:a16="http://schemas.microsoft.com/office/drawing/2014/main" id="{D35B3C1E-AC6C-4AF0-B404-606645783DCF}"/>
              </a:ext>
            </a:extLst>
          </p:cNvPr>
          <p:cNvSpPr>
            <a:spLocks xmlns:a="http://schemas.openxmlformats.org/drawingml/2006/main" noGrp="1"/>
          </p:cNvSpPr>
          <p:nvPr/>
        </p:nvSpPr>
        <p:spPr>
          <a:xfrm xmlns:a="http://schemas.openxmlformats.org/drawingml/2006/main">
            <a:off x="762000" y="6315075"/>
            <a:ext cx="10668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00" b="0">
                <a:solidFill>
                  <a:srgbClr val="233746"/>
                </a:solidFill>
                <a:latin typeface="Arial"/>
                <a:ea typeface="Arial"/>
                <a:cs typeface="Arial"/>
              </a:defRPr>
            </a:pPr>
            <a:r>
              <a:rPr sz="1500" b="0">
                <a:solidFill>
                  <a:srgbClr val="233746"/>
                </a:solidFill>
                <a:latin typeface="Arial"/>
                <a:ea typeface="Arial"/>
                <a:cs typeface="Arial"/>
              </a:rPr>
              <a:t>La suavidad de la acción ayuda; la estabilidad del lazo se comprueba con la planta.</a:t>
            </a:r>
          </a:p>
        </p:txBody>
      </p:sp>
      <p:sp>
        <p:nvSpPr>
          <p:cNvPr id="17" name="">
            <a:extLst xmlns:a="http://schemas.openxmlformats.org/drawingml/2006/main">
              <a:ext uri="{FF2B5EF4-FFF2-40B4-BE49-F238E27FC236}">
                <a16:creationId xmlns:a16="http://schemas.microsoft.com/office/drawing/2014/main" id="{6FCD4A40-A838-42DA-94B5-A89AE487FB1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8" name="">
            <a:extLst xmlns:a="http://schemas.openxmlformats.org/drawingml/2006/main">
              <a:ext uri="{FF2B5EF4-FFF2-40B4-BE49-F238E27FC236}">
                <a16:creationId xmlns:a16="http://schemas.microsoft.com/office/drawing/2014/main" id="{66D6274E-4D80-4042-9F85-D1CF41248B3B}"/>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AD414C"/>
                </a:solidFill>
                <a:latin typeface="Arial"/>
                <a:ea typeface="Arial"/>
                <a:cs typeface="Arial"/>
              </a:defRPr>
            </a:pPr>
            <a:r>
              <a:rPr sz="1350" b="1">
                <a:solidFill>
                  <a:srgbClr val="AD414C"/>
                </a:solidFill>
                <a:latin typeface="Arial"/>
                <a:ea typeface="Arial"/>
                <a:cs typeface="Arial"/>
              </a:rPr>
              <a:t>05  SISTEMA DE CONTROL    /    Actuar · simular · comprobar · ajustar</a:t>
            </a:r>
          </a:p>
        </p:txBody>
      </p:sp>
    </p:spTree>
    <p:extLst>
      <p:ext uri="{BB962C8B-B14F-4D97-AF65-F5344CB8AC3E}">
        <p14:creationId xmlns:p14="http://schemas.microsoft.com/office/powerpoint/2010/main" val="1721896526"/>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AD414C"/>
                </a:solidFill>
                <a:latin typeface="Arial"/>
                <a:ea typeface="Arial"/>
                <a:cs typeface="Arial"/>
              </a:defRPr>
            </a:pPr>
            <a:r>
              <a:rPr sz="3000" b="0">
                <a:solidFill>
                  <a:srgbClr val="AD414C"/>
                </a:solidFill>
                <a:latin typeface="Arial"/>
                <a:ea typeface="Arial"/>
                <a:cs typeface="Arial"/>
              </a:rPr>
              <a:t>Diseño del controlador: el guion de Ross</a:t>
            </a:r>
          </a:p>
        </p:txBody>
      </p:sp>
      <p:sp>
        <p:nvSpPr>
          <p:cNvPr id="9" name="">
            <a:extLst xmlns:a="http://schemas.openxmlformats.org/drawingml/2006/main">
              <a:ext uri="{FF2B5EF4-FFF2-40B4-BE49-F238E27FC236}">
                <a16:creationId xmlns:a16="http://schemas.microsoft.com/office/drawing/2014/main" id="{53EE7578-0FC0-4DF4-A701-09BDF113F70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AD414C"/>
          </a:solidFill>
          <a:ln xmlns:a="http://schemas.openxmlformats.org/drawingml/2006/main" w="0">
            <a:noFill/>
          </a:ln>
        </p:spPr>
      </p:sp>
      <p:sp>
        <p:nvSpPr>
          <p:cNvPr id="10" name="">
            <a:extLst xmlns:a="http://schemas.openxmlformats.org/drawingml/2006/main">
              <a:ext uri="{FF2B5EF4-FFF2-40B4-BE49-F238E27FC236}">
                <a16:creationId xmlns:a16="http://schemas.microsoft.com/office/drawing/2014/main" id="{32C8E7F6-043A-4646-8AB2-77E65266573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350" b="1">
                <a:solidFill>
                  <a:srgbClr val="AD414C"/>
                </a:solidFill>
                <a:latin typeface="Arial"/>
                <a:ea typeface="Arial"/>
                <a:cs typeface="Arial"/>
              </a:defRPr>
            </a:pPr>
            <a:r>
              <a:rPr sz="1350" b="1">
                <a:solidFill>
                  <a:srgbClr val="AD414C"/>
                </a:solidFill>
                <a:latin typeface="Arial"/>
                <a:ea typeface="Arial"/>
                <a:cs typeface="Arial"/>
              </a:rPr>
              <a:t>05  SISTEMA DE CONTROL    /    Diseñar · actuar · comprobar · ajustar</a:t>
            </a:r>
          </a:p>
        </p:txBody>
      </p:sp>
      <p:sp>
        <p:nvSpPr>
          <p:cNvPr id="11" name="">
            <a:extLst xmlns:a="http://schemas.openxmlformats.org/drawingml/2006/main">
              <a:ext uri="{FF2B5EF4-FFF2-40B4-BE49-F238E27FC236}">
                <a16:creationId xmlns:a16="http://schemas.microsoft.com/office/drawing/2014/main" id="{E9798EB6-0046-4226-817C-6E0CB31F27D3}"/>
              </a:ext>
            </a:extLst>
          </p:cNvPr>
          <p:cNvSpPr>
            <a:spLocks xmlns:a="http://schemas.openxmlformats.org/drawingml/2006/main" noGrp="1"/>
          </p:cNvSpPr>
          <p:nvPr/>
        </p:nvSpPr>
        <p:spPr>
          <a:xfrm xmlns:a="http://schemas.openxmlformats.org/drawingml/2006/main">
            <a:off x="762000" y="16668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AD414C"/>
                </a:solidFill>
                <a:latin typeface="Arial"/>
                <a:ea typeface="Arial"/>
                <a:cs typeface="Arial"/>
              </a:defRPr>
            </a:pPr>
            <a:r>
              <a:rPr sz="2250" b="1">
                <a:solidFill>
                  <a:srgbClr val="AD414C"/>
                </a:solidFill>
                <a:latin typeface="Arial"/>
                <a:ea typeface="Arial"/>
                <a:cs typeface="Arial"/>
              </a:rPr>
              <a:t>1. Objetivo y variables</a:t>
            </a:r>
          </a:p>
        </p:txBody>
      </p:sp>
      <p:sp>
        <p:nvSpPr>
          <p:cNvPr id="12" name="">
            <a:extLst xmlns:a="http://schemas.openxmlformats.org/drawingml/2006/main">
              <a:ext uri="{FF2B5EF4-FFF2-40B4-BE49-F238E27FC236}">
                <a16:creationId xmlns:a16="http://schemas.microsoft.com/office/drawing/2014/main" id="{DC8358FD-F10D-4E94-8698-B8065323B25A}"/>
              </a:ext>
            </a:extLst>
          </p:cNvPr>
          <p:cNvSpPr>
            <a:spLocks xmlns:a="http://schemas.openxmlformats.org/drawingml/2006/main" noGrp="1"/>
          </p:cNvSpPr>
          <p:nvPr/>
        </p:nvSpPr>
        <p:spPr>
          <a:xfrm xmlns:a="http://schemas.openxmlformats.org/drawingml/2006/main">
            <a:off x="762000" y="20764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Qué regular, qué medir y con qué actuar. Límites y unidades.</a:t>
            </a:r>
          </a:p>
        </p:txBody>
      </p:sp>
      <p:sp>
        <p:nvSpPr>
          <p:cNvPr id="13" name="">
            <a:extLst xmlns:a="http://schemas.openxmlformats.org/drawingml/2006/main">
              <a:ext uri="{FF2B5EF4-FFF2-40B4-BE49-F238E27FC236}">
                <a16:creationId xmlns:a16="http://schemas.microsoft.com/office/drawing/2014/main" id="{BE150DC8-1D0F-46FB-8926-6AD9FB782809}"/>
              </a:ext>
            </a:extLst>
          </p:cNvPr>
          <p:cNvSpPr>
            <a:spLocks xmlns:a="http://schemas.openxmlformats.org/drawingml/2006/main" noGrp="1"/>
          </p:cNvSpPr>
          <p:nvPr/>
        </p:nvSpPr>
        <p:spPr>
          <a:xfrm xmlns:a="http://schemas.openxmlformats.org/drawingml/2006/main">
            <a:off x="762000" y="26955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AD414C"/>
                </a:solidFill>
                <a:latin typeface="Arial"/>
                <a:ea typeface="Arial"/>
                <a:cs typeface="Arial"/>
              </a:defRPr>
            </a:pPr>
            <a:r>
              <a:rPr sz="2250" b="1">
                <a:solidFill>
                  <a:srgbClr val="AD414C"/>
                </a:solidFill>
                <a:latin typeface="Arial"/>
                <a:ea typeface="Arial"/>
                <a:cs typeface="Arial"/>
              </a:rPr>
              <a:t>2. Escalas y pertenencias</a:t>
            </a:r>
          </a:p>
        </p:txBody>
      </p:sp>
      <p:sp>
        <p:nvSpPr>
          <p:cNvPr id="14" name="">
            <a:extLst xmlns:a="http://schemas.openxmlformats.org/drawingml/2006/main">
              <a:ext uri="{FF2B5EF4-FFF2-40B4-BE49-F238E27FC236}">
                <a16:creationId xmlns:a16="http://schemas.microsoft.com/office/drawing/2014/main" id="{7251AB1E-9E88-427A-BAEC-D537EDC5E588}"/>
              </a:ext>
            </a:extLst>
          </p:cNvPr>
          <p:cNvSpPr>
            <a:spLocks xmlns:a="http://schemas.openxmlformats.org/drawingml/2006/main" noGrp="1"/>
          </p:cNvSpPr>
          <p:nvPr/>
        </p:nvSpPr>
        <p:spPr>
          <a:xfrm xmlns:a="http://schemas.openxmlformats.org/drawingml/2006/main">
            <a:off x="762000" y="31051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Elegir rangos, etiquetas y funciones que cubran las entradas.</a:t>
            </a:r>
          </a:p>
        </p:txBody>
      </p:sp>
      <p:sp>
        <p:nvSpPr>
          <p:cNvPr id="15" name="">
            <a:extLst xmlns:a="http://schemas.openxmlformats.org/drawingml/2006/main">
              <a:ext uri="{FF2B5EF4-FFF2-40B4-BE49-F238E27FC236}">
                <a16:creationId xmlns:a16="http://schemas.microsoft.com/office/drawing/2014/main" id="{404F0572-820B-4AC2-B1E7-83145C80A4E5}"/>
              </a:ext>
            </a:extLst>
          </p:cNvPr>
          <p:cNvSpPr>
            <a:spLocks xmlns:a="http://schemas.openxmlformats.org/drawingml/2006/main" noGrp="1"/>
          </p:cNvSpPr>
          <p:nvPr/>
        </p:nvSpPr>
        <p:spPr>
          <a:xfrm xmlns:a="http://schemas.openxmlformats.org/drawingml/2006/main">
            <a:off x="762000" y="37242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AD414C"/>
                </a:solidFill>
                <a:latin typeface="Arial"/>
                <a:ea typeface="Arial"/>
                <a:cs typeface="Arial"/>
              </a:defRPr>
            </a:pPr>
            <a:r>
              <a:rPr sz="2250" b="1">
                <a:solidFill>
                  <a:srgbClr val="AD414C"/>
                </a:solidFill>
                <a:latin typeface="Arial"/>
                <a:ea typeface="Arial"/>
                <a:cs typeface="Arial"/>
              </a:rPr>
              <a:t>3. Reglas y cálculo de la salida</a:t>
            </a:r>
          </a:p>
        </p:txBody>
      </p:sp>
      <p:sp>
        <p:nvSpPr>
          <p:cNvPr id="16" name="">
            <a:extLst xmlns:a="http://schemas.openxmlformats.org/drawingml/2006/main">
              <a:ext uri="{FF2B5EF4-FFF2-40B4-BE49-F238E27FC236}">
                <a16:creationId xmlns:a16="http://schemas.microsoft.com/office/drawing/2014/main" id="{7271CBD3-DBE9-4200-8331-2C990414FFC0}"/>
              </a:ext>
            </a:extLst>
          </p:cNvPr>
          <p:cNvSpPr>
            <a:spLocks xmlns:a="http://schemas.openxmlformats.org/drawingml/2006/main" noGrp="1"/>
          </p:cNvSpPr>
          <p:nvPr/>
        </p:nvSpPr>
        <p:spPr>
          <a:xfrm xmlns:a="http://schemas.openxmlformats.org/drawingml/2006/main">
            <a:off x="762000" y="41338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Relacionar condiciones y acciones. Elegir operadores y método de salida.</a:t>
            </a:r>
          </a:p>
        </p:txBody>
      </p:sp>
      <p:sp>
        <p:nvSpPr>
          <p:cNvPr id="17" name="">
            <a:extLst xmlns:a="http://schemas.openxmlformats.org/drawingml/2006/main">
              <a:ext uri="{FF2B5EF4-FFF2-40B4-BE49-F238E27FC236}">
                <a16:creationId xmlns:a16="http://schemas.microsoft.com/office/drawing/2014/main" id="{729E9F28-17C8-4B53-BB3C-FF08758D1643}"/>
              </a:ext>
            </a:extLst>
          </p:cNvPr>
          <p:cNvSpPr>
            <a:spLocks xmlns:a="http://schemas.openxmlformats.org/drawingml/2006/main" noGrp="1"/>
          </p:cNvSpPr>
          <p:nvPr/>
        </p:nvSpPr>
        <p:spPr>
          <a:xfrm xmlns:a="http://schemas.openxmlformats.org/drawingml/2006/main">
            <a:off x="762000" y="475297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250" b="1">
                <a:solidFill>
                  <a:srgbClr val="AD414C"/>
                </a:solidFill>
                <a:latin typeface="Arial"/>
                <a:ea typeface="Arial"/>
                <a:cs typeface="Arial"/>
              </a:defRPr>
            </a:pPr>
            <a:r>
              <a:rPr sz="2250" b="1">
                <a:solidFill>
                  <a:srgbClr val="AD414C"/>
                </a:solidFill>
                <a:latin typeface="Arial"/>
                <a:ea typeface="Arial"/>
                <a:cs typeface="Arial"/>
              </a:rPr>
              <a:t>4. Sistema completo y pruebas</a:t>
            </a:r>
          </a:p>
        </p:txBody>
      </p:sp>
      <p:sp>
        <p:nvSpPr>
          <p:cNvPr id="18" name="">
            <a:extLst xmlns:a="http://schemas.openxmlformats.org/drawingml/2006/main">
              <a:ext uri="{FF2B5EF4-FFF2-40B4-BE49-F238E27FC236}">
                <a16:creationId xmlns:a16="http://schemas.microsoft.com/office/drawing/2014/main" id="{FBBF8901-771A-41D3-8FA9-B96B9D2A9F78}"/>
              </a:ext>
            </a:extLst>
          </p:cNvPr>
          <p:cNvSpPr>
            <a:spLocks xmlns:a="http://schemas.openxmlformats.org/drawingml/2006/main" noGrp="1"/>
          </p:cNvSpPr>
          <p:nvPr/>
        </p:nvSpPr>
        <p:spPr>
          <a:xfrm xmlns:a="http://schemas.openxmlformats.org/drawingml/2006/main">
            <a:off x="762000" y="5162550"/>
            <a:ext cx="10668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2025" b="0">
                <a:solidFill>
                  <a:srgbClr val="233746"/>
                </a:solidFill>
                <a:latin typeface="Arial"/>
                <a:ea typeface="Arial"/>
                <a:cs typeface="Arial"/>
              </a:defRPr>
            </a:pPr>
            <a:r>
              <a:rPr sz="2025" b="0">
                <a:solidFill>
                  <a:srgbClr val="233746"/>
                </a:solidFill>
                <a:latin typeface="Arial"/>
                <a:ea typeface="Arial"/>
                <a:cs typeface="Arial"/>
              </a:rPr>
              <a:t>Repetir medida, cálculo y actuación. Evaluar y ajustar el comportamiento.</a:t>
            </a:r>
          </a:p>
        </p:txBody>
      </p:sp>
      <p:sp>
        <p:nvSpPr>
          <p:cNvPr id="19" name="">
            <a:extLst xmlns:a="http://schemas.openxmlformats.org/drawingml/2006/main">
              <a:ext uri="{FF2B5EF4-FFF2-40B4-BE49-F238E27FC236}">
                <a16:creationId xmlns:a16="http://schemas.microsoft.com/office/drawing/2014/main" id="{C0D55613-EBF8-4CAE-9B61-246397CD7BBA}"/>
              </a:ext>
            </a:extLst>
          </p:cNvPr>
          <p:cNvSpPr>
            <a:spLocks xmlns:a="http://schemas.openxmlformats.org/drawingml/2006/main" noGrp="1"/>
          </p:cNvSpPr>
          <p:nvPr/>
        </p:nvSpPr>
        <p:spPr>
          <a:xfrm xmlns:a="http://schemas.openxmlformats.org/drawingml/2006/main">
            <a:off x="762000" y="5972175"/>
            <a:ext cx="10668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defRPr sz="1875" b="1">
                <a:solidFill>
                  <a:srgbClr val="D96B18"/>
                </a:solidFill>
                <a:latin typeface="Arial"/>
                <a:ea typeface="Arial"/>
                <a:cs typeface="Arial"/>
              </a:defRPr>
            </a:pPr>
            <a:r>
              <a:rPr sz="1875" b="1">
                <a:solidFill>
                  <a:srgbClr val="D96B18"/>
                </a:solidFill>
                <a:latin typeface="Arial"/>
                <a:ea typeface="Arial"/>
                <a:cs typeface="Arial"/>
              </a:rPr>
              <a:t>Diseñamos u = h(error, tendencia). Después comprobamos cómo responde la planta.</a:t>
            </a:r>
          </a:p>
        </p:txBody>
      </p:sp>
    </p:spTree>
    <p:extLst>
      <p:ext uri="{BB962C8B-B14F-4D97-AF65-F5344CB8AC3E}">
        <p14:creationId xmlns:p14="http://schemas.microsoft.com/office/powerpoint/2010/main" val="1721896526"/>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1. Leer dos temperaturas consecutivas</a:t>
            </a:r>
          </a:p>
        </p:txBody>
      </p:sp>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fbd63fabf220472f"/>
          <a:stretch xmlns:a="http://schemas.openxmlformats.org/drawingml/2006/main"/>
        </p:blipFill>
        <p:spPr>
          <a:xfrm xmlns:a="http://schemas.openxmlformats.org/drawingml/2006/main">
            <a:off x="3007309" y="1619250"/>
            <a:ext cx="6177383" cy="3476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984881FD-6D1E-4E1D-9FBA-F1D43D64269A}"/>
              </a:ext>
            </a:extLst>
          </p:cNvPr>
          <p:cNvSpPr>
            <a:spLocks xmlns:a="http://schemas.openxmlformats.org/drawingml/2006/main" noGrp="1"/>
          </p:cNvSpPr>
          <p:nvPr/>
        </p:nvSpPr>
        <p:spPr>
          <a:xfrm xmlns:a="http://schemas.openxmlformats.org/drawingml/2006/main">
            <a:off x="762000" y="5267325"/>
            <a:ext cx="5524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625" b="1">
                <a:solidFill>
                  <a:srgbClr val="D96B18"/>
                </a:solidFill>
                <a:latin typeface="Arial"/>
                <a:ea typeface="Arial"/>
                <a:cs typeface="Arial"/>
              </a:defRPr>
            </a:pPr>
            <a:r>
              <a:rPr sz="2625" b="1">
                <a:solidFill>
                  <a:srgbClr val="D96B18"/>
                </a:solidFill>
                <a:latin typeface="Arial"/>
                <a:ea typeface="Arial"/>
                <a:cs typeface="Arial"/>
              </a:rPr>
              <a:t>Consigna: r = 22 °C</a:t>
            </a:r>
          </a:p>
        </p:txBody>
      </p:sp>
      <p:sp>
        <p:nvSpPr>
          <p:cNvPr id="11" name="">
            <a:extLst xmlns:a="http://schemas.openxmlformats.org/drawingml/2006/main">
              <a:ext uri="{FF2B5EF4-FFF2-40B4-BE49-F238E27FC236}">
                <a16:creationId xmlns:a16="http://schemas.microsoft.com/office/drawing/2014/main" id="{A438DC1F-EBF9-4DC5-A7BB-AE1F63D7C1D4}"/>
              </a:ext>
            </a:extLst>
          </p:cNvPr>
          <p:cNvSpPr>
            <a:spLocks xmlns:a="http://schemas.openxmlformats.org/drawingml/2006/main" noGrp="1"/>
          </p:cNvSpPr>
          <p:nvPr/>
        </p:nvSpPr>
        <p:spPr>
          <a:xfrm xmlns:a="http://schemas.openxmlformats.org/drawingml/2006/main">
            <a:off x="6572250" y="5267325"/>
            <a:ext cx="4857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625" b="1">
                <a:solidFill>
                  <a:srgbClr val="2162A0"/>
                </a:solidFill>
                <a:latin typeface="Arial"/>
                <a:ea typeface="Arial"/>
                <a:cs typeface="Arial"/>
              </a:defRPr>
            </a:pPr>
            <a:r>
              <a:rPr sz="2625" b="1">
                <a:solidFill>
                  <a:srgbClr val="2162A0"/>
                </a:solidFill>
                <a:latin typeface="Arial"/>
                <a:ea typeface="Arial"/>
                <a:cs typeface="Arial"/>
              </a:rPr>
              <a:t>Δt = 6 s = 0,1 min</a:t>
            </a:r>
          </a:p>
        </p:txBody>
      </p:sp>
      <p:sp>
        <p:nvSpPr>
          <p:cNvPr id="12" name="">
            <a:extLst xmlns:a="http://schemas.openxmlformats.org/drawingml/2006/main">
              <a:ext uri="{FF2B5EF4-FFF2-40B4-BE49-F238E27FC236}">
                <a16:creationId xmlns:a16="http://schemas.microsoft.com/office/drawing/2014/main" id="{C72FCB5C-1C2A-4539-9337-087D798526A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temperatura ha bajado 0,02 °C. Estamos por debajo del objetivo y alejándonos de él.</a:t>
            </a:r>
          </a:p>
        </p:txBody>
      </p:sp>
      <p:sp>
        <p:nvSpPr>
          <p:cNvPr id="13" name="">
            <a:extLst xmlns:a="http://schemas.openxmlformats.org/drawingml/2006/main">
              <a:ext uri="{FF2B5EF4-FFF2-40B4-BE49-F238E27FC236}">
                <a16:creationId xmlns:a16="http://schemas.microsoft.com/office/drawing/2014/main" id="{1464EA9F-73C2-4E2A-B7A0-910878F8B4C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743AED09-005C-471A-BF4E-68DC16BAE720}"/>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2. Convertir las lecturas en error y tendencia</a:t>
            </a:r>
          </a:p>
        </p:txBody>
      </p:sp>
      <p:graphicFrame>
        <p:nvGraphicFramePr>
          <p:cNvPr id="22" name=""/>
          <p:cNvGraphicFramePr/>
          <p:nvPr/>
        </p:nvGraphicFramePr>
        <p:xfrm>
          <a:off xmlns:a="http://schemas.openxmlformats.org/drawingml/2006/main" x="762000" y="1714500"/>
          <a:ext xmlns:a="http://schemas.openxmlformats.org/drawingml/2006/main" cx="10668000" cy="2095500"/>
        </p:xfrm>
        <a:graphic xmlns:a="http://schemas.openxmlformats.org/drawingml/2006/main">
          <a:graphicData uri="http://schemas.openxmlformats.org/drawingml/2006/table">
            <a:tbl>
              <a:tblPr/>
              <a:tblGrid>
                <a:gridCol w="2714625"/>
                <a:gridCol w="3095625"/>
                <a:gridCol w="4857750"/>
              </a:tblGrid>
              <a:tr h="698500">
                <a:tc>
                  <a:txBody>
                    <a:bodyPr lIns="85725" tIns="76200" rIns="85725" bIns="76200"/>
                    <a:lstStyle/>
                    <a:p>
                      <a:pPr algn="ctr">
                        <a:buNone/>
                      </a:pPr>
                      <a:r>
                        <a:rPr sz="2250" b="1">
                          <a:solidFill>
                            <a:srgbClr val="2162A0"/>
                          </a:solidFill>
                          <a:latin typeface="Arial"/>
                          <a:ea typeface="Arial"/>
                          <a:cs typeface="Arial"/>
                        </a:rPr>
                        <a:t>Instante</a:t>
                      </a:r>
                    </a:p>
                  </a:txBody>
                  <a:tcPr marL="91440" marR="91440" marT="45720" marB="45720" anchor="ctr">
                    <a:solidFill>
                      <a:srgbClr val="E7EFF5"/>
                    </a:solidFill>
                  </a:tcPr>
                </a:tc>
                <a:tc>
                  <a:txBody>
                    <a:bodyPr lIns="85725" tIns="76200" rIns="85725" bIns="76200"/>
                    <a:lstStyle/>
                    <a:p>
                      <a:pPr algn="ctr">
                        <a:buNone/>
                      </a:pPr>
                      <a:r>
                        <a:rPr sz="2250" b="1">
                          <a:solidFill>
                            <a:srgbClr val="2162A0"/>
                          </a:solidFill>
                          <a:latin typeface="Arial"/>
                          <a:ea typeface="Arial"/>
                          <a:cs typeface="Arial"/>
                        </a:rPr>
                        <a:t>Temperatura</a:t>
                      </a:r>
                    </a:p>
                  </a:txBody>
                  <a:tcPr marL="91440" marR="91440" marT="45720" marB="45720" anchor="ctr">
                    <a:solidFill>
                      <a:srgbClr val="E7EFF5"/>
                    </a:solidFill>
                  </a:tcPr>
                </a:tc>
                <a:tc>
                  <a:txBody>
                    <a:bodyPr lIns="85725" tIns="76200" rIns="85725" bIns="76200"/>
                    <a:lstStyle/>
                    <a:p>
                      <a:pPr algn="ctr">
                        <a:buNone/>
                      </a:pPr>
                      <a:r>
                        <a:rPr sz="2250" b="1">
                          <a:solidFill>
                            <a:srgbClr val="2162A0"/>
                          </a:solidFill>
                          <a:latin typeface="Arial"/>
                          <a:ea typeface="Arial"/>
                          <a:cs typeface="Arial"/>
                        </a:rPr>
                        <a:t>Error r − T</a:t>
                      </a:r>
                    </a:p>
                  </a:txBody>
                  <a:tcPr marL="91440" marR="91440" marT="45720" marB="45720" anchor="ctr">
                    <a:solidFill>
                      <a:srgbClr val="E7EFF5"/>
                    </a:solidFill>
                  </a:tcPr>
                </a:tc>
              </a:tr>
              <a:tr h="698500">
                <a:tc>
                  <a:txBody>
                    <a:bodyPr lIns="85725" tIns="76200" rIns="85725" bIns="76200"/>
                    <a:lstStyle/>
                    <a:p>
                      <a:pPr algn="ctr">
                        <a:buNone/>
                      </a:pPr>
                      <a:r>
                        <a:rPr sz="2250" b="0">
                          <a:solidFill>
                            <a:srgbClr val="233746"/>
                          </a:solidFill>
                          <a:latin typeface="Arial"/>
                          <a:ea typeface="Arial"/>
                          <a:cs typeface="Arial"/>
                        </a:rPr>
                        <a:t>Anterior</a:t>
                      </a:r>
                    </a:p>
                  </a:txBody>
                  <a:tcPr marL="91440" marR="91440" marT="45720" marB="45720" anchor="ctr">
                    <a:solidFill>
                      <a:srgbClr val="FFFFFF"/>
                    </a:solidFill>
                  </a:tcPr>
                </a:tc>
                <a:tc>
                  <a:txBody>
                    <a:bodyPr lIns="85725" tIns="76200" rIns="85725" bIns="76200"/>
                    <a:lstStyle/>
                    <a:p>
                      <a:pPr algn="ctr">
                        <a:buNone/>
                      </a:pPr>
                      <a:r>
                        <a:rPr sz="2250" b="0">
                          <a:solidFill>
                            <a:srgbClr val="233746"/>
                          </a:solidFill>
                          <a:latin typeface="Arial"/>
                          <a:ea typeface="Arial"/>
                          <a:cs typeface="Arial"/>
                        </a:rPr>
                        <a:t>20,02 °C</a:t>
                      </a:r>
                    </a:p>
                  </a:txBody>
                  <a:tcPr marL="91440" marR="91440" marT="45720" marB="45720" anchor="ctr">
                    <a:solidFill>
                      <a:srgbClr val="FFFFFF"/>
                    </a:solidFill>
                  </a:tcPr>
                </a:tc>
                <a:tc>
                  <a:txBody>
                    <a:bodyPr lIns="85725" tIns="76200" rIns="85725" bIns="76200"/>
                    <a:lstStyle/>
                    <a:p>
                      <a:pPr algn="ctr">
                        <a:buNone/>
                      </a:pPr>
                      <a:r>
                        <a:rPr sz="2250" b="0">
                          <a:solidFill>
                            <a:srgbClr val="233746"/>
                          </a:solidFill>
                          <a:latin typeface="Arial"/>
                          <a:ea typeface="Arial"/>
                          <a:cs typeface="Arial"/>
                        </a:rPr>
                        <a:t>22 − 20,02 = 1,98 °C</a:t>
                      </a:r>
                    </a:p>
                  </a:txBody>
                  <a:tcPr marL="91440" marR="91440" marT="45720" marB="45720" anchor="ctr">
                    <a:solidFill>
                      <a:srgbClr val="FFFFFF"/>
                    </a:solidFill>
                  </a:tcPr>
                </a:tc>
              </a:tr>
              <a:tr h="698500">
                <a:tc>
                  <a:txBody>
                    <a:bodyPr lIns="85725" tIns="76200" rIns="85725" bIns="76200"/>
                    <a:lstStyle/>
                    <a:p>
                      <a:pPr algn="ctr">
                        <a:buNone/>
                      </a:pPr>
                      <a:r>
                        <a:rPr sz="2250" b="0">
                          <a:solidFill>
                            <a:srgbClr val="233746"/>
                          </a:solidFill>
                          <a:latin typeface="Arial"/>
                          <a:ea typeface="Arial"/>
                          <a:cs typeface="Arial"/>
                        </a:rPr>
                        <a:t>Actual</a:t>
                      </a:r>
                    </a:p>
                  </a:txBody>
                  <a:tcPr marL="91440" marR="91440" marT="45720" marB="45720" anchor="ctr">
                    <a:solidFill>
                      <a:srgbClr val="F4F7F9"/>
                    </a:solidFill>
                  </a:tcPr>
                </a:tc>
                <a:tc>
                  <a:txBody>
                    <a:bodyPr lIns="85725" tIns="76200" rIns="85725" bIns="76200"/>
                    <a:lstStyle/>
                    <a:p>
                      <a:pPr algn="ctr">
                        <a:buNone/>
                      </a:pPr>
                      <a:r>
                        <a:rPr sz="2250" b="0">
                          <a:solidFill>
                            <a:srgbClr val="233746"/>
                          </a:solidFill>
                          <a:latin typeface="Arial"/>
                          <a:ea typeface="Arial"/>
                          <a:cs typeface="Arial"/>
                        </a:rPr>
                        <a:t>20,00 °C</a:t>
                      </a:r>
                    </a:p>
                  </a:txBody>
                  <a:tcPr marL="91440" marR="91440" marT="45720" marB="45720" anchor="ctr">
                    <a:solidFill>
                      <a:srgbClr val="F4F7F9"/>
                    </a:solidFill>
                  </a:tcPr>
                </a:tc>
                <a:tc>
                  <a:txBody>
                    <a:bodyPr lIns="85725" tIns="76200" rIns="85725" bIns="76200"/>
                    <a:lstStyle/>
                    <a:p>
                      <a:pPr algn="ctr">
                        <a:buNone/>
                      </a:pPr>
                      <a:r>
                        <a:rPr sz="2250" b="0">
                          <a:solidFill>
                            <a:srgbClr val="233746"/>
                          </a:solidFill>
                          <a:latin typeface="Arial"/>
                          <a:ea typeface="Arial"/>
                          <a:cs typeface="Arial"/>
                        </a:rPr>
                        <a:t>22 − 20,00 = 2,00 °C</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699BDD01-3654-49F5-A8B7-A33CD77112AC}"/>
              </a:ext>
            </a:extLst>
          </p:cNvPr>
          <p:cNvSpPr>
            <a:spLocks xmlns:a="http://schemas.openxmlformats.org/drawingml/2006/main" noGrp="1"/>
          </p:cNvSpPr>
          <p:nvPr/>
        </p:nvSpPr>
        <p:spPr>
          <a:xfrm xmlns:a="http://schemas.openxmlformats.org/drawingml/2006/main">
            <a:off x="762000" y="4219575"/>
            <a:ext cx="1066800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D96B18"/>
                </a:solidFill>
                <a:latin typeface="Arial"/>
                <a:ea typeface="Arial"/>
                <a:cs typeface="Arial"/>
              </a:defRPr>
            </a:pPr>
            <a:r>
              <a:rPr sz="2550" b="1">
                <a:solidFill>
                  <a:srgbClr val="D96B18"/>
                </a:solidFill>
                <a:latin typeface="Arial"/>
                <a:ea typeface="Arial"/>
                <a:cs typeface="Arial"/>
              </a:rPr>
              <a:t>Variación del error = (2,00 − 1,98) / 0,1 = 0,2 °C/min</a:t>
            </a:r>
          </a:p>
        </p:txBody>
      </p:sp>
      <p:sp>
        <p:nvSpPr>
          <p:cNvPr id="11" name="">
            <a:extLst xmlns:a="http://schemas.openxmlformats.org/drawingml/2006/main">
              <a:ext uri="{FF2B5EF4-FFF2-40B4-BE49-F238E27FC236}">
                <a16:creationId xmlns:a16="http://schemas.microsoft.com/office/drawing/2014/main" id="{39DF7525-6C78-4173-A047-27835C0A18F9}"/>
              </a:ext>
            </a:extLst>
          </p:cNvPr>
          <p:cNvSpPr>
            <a:spLocks xmlns:a="http://schemas.openxmlformats.org/drawingml/2006/main" noGrp="1"/>
          </p:cNvSpPr>
          <p:nvPr/>
        </p:nvSpPr>
        <p:spPr>
          <a:xfrm xmlns:a="http://schemas.openxmlformats.org/drawingml/2006/main">
            <a:off x="762000" y="5181600"/>
            <a:ext cx="1066800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e &gt; 0: falta temperatura.</a:t>
            </a:r>
          </a:p>
          <a:p xmlns:a="http://schemas.openxmlformats.org/drawingml/2006/main">
            <a:pPr>
              <a:buNone/>
              <a:defRPr sz="2250" b="0">
                <a:solidFill>
                  <a:srgbClr val="233746"/>
                </a:solidFill>
                <a:latin typeface="Arial"/>
                <a:ea typeface="Arial"/>
                <a:cs typeface="Arial"/>
              </a:defRPr>
            </a:pPr>
            <a:r>
              <a:rPr sz="2250" b="0">
                <a:solidFill>
                  <a:srgbClr val="233746"/>
                </a:solidFill>
                <a:latin typeface="Arial"/>
                <a:ea typeface="Arial"/>
                <a:cs typeface="Arial"/>
              </a:rPr>
              <a:t>de/dt &gt; 0: el error está creciendo.</a:t>
            </a:r>
          </a:p>
        </p:txBody>
      </p:sp>
      <p:sp>
        <p:nvSpPr>
          <p:cNvPr id="12" name="">
            <a:extLst xmlns:a="http://schemas.openxmlformats.org/drawingml/2006/main">
              <a:ext uri="{FF2B5EF4-FFF2-40B4-BE49-F238E27FC236}">
                <a16:creationId xmlns:a16="http://schemas.microsoft.com/office/drawing/2014/main" id="{98195B8B-A718-462B-B1E5-65AA8D2EC56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signo tiene significado físico: la habitación está perdiendo temperatura.</a:t>
            </a:r>
          </a:p>
        </p:txBody>
      </p:sp>
      <p:sp>
        <p:nvSpPr>
          <p:cNvPr id="13" name="">
            <a:extLst xmlns:a="http://schemas.openxmlformats.org/drawingml/2006/main">
              <a:ext uri="{FF2B5EF4-FFF2-40B4-BE49-F238E27FC236}">
                <a16:creationId xmlns:a16="http://schemas.microsoft.com/office/drawing/2014/main" id="{CBF11FED-91B6-4485-99D2-DD5DB9CF9A9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E87832E4-06E7-4C8C-819C-478FED6CF25B}"/>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69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3. Leer los grados en las dos gráficas</a:t>
            </a:r>
          </a:p>
        </p:txBody>
      </p:sp>
      <p:sp>
        <p:nvSpPr>
          <p:cNvPr id="9" name="">
            <a:extLst xmlns:a="http://schemas.openxmlformats.org/drawingml/2006/main">
              <a:ext uri="{FF2B5EF4-FFF2-40B4-BE49-F238E27FC236}">
                <a16:creationId xmlns:a16="http://schemas.microsoft.com/office/drawing/2014/main" id="{BB8FF0C0-995B-49AF-A82F-FB64D21BE4A8}"/>
              </a:ext>
            </a:extLst>
          </p:cNvPr>
          <p:cNvSpPr>
            <a:spLocks xmlns:a="http://schemas.openxmlformats.org/drawingml/2006/main" noGrp="1"/>
          </p:cNvSpPr>
          <p:nvPr/>
        </p:nvSpPr>
        <p:spPr>
          <a:xfrm xmlns:a="http://schemas.openxmlformats.org/drawingml/2006/main">
            <a:off x="762000" y="1609725"/>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1">
                <a:solidFill>
                  <a:srgbClr val="2162A0"/>
                </a:solidFill>
                <a:latin typeface="Arial"/>
                <a:ea typeface="Arial"/>
                <a:cs typeface="Arial"/>
              </a:defRPr>
            </a:pPr>
            <a:r>
              <a:rPr sz="2400" b="1">
                <a:solidFill>
                  <a:srgbClr val="2162A0"/>
                </a:solidFill>
                <a:latin typeface="Arial"/>
                <a:ea typeface="Arial"/>
                <a:cs typeface="Arial"/>
              </a:rPr>
              <a:t>E = e / 4 = 0,5</a:t>
            </a:r>
          </a:p>
        </p:txBody>
      </p:sp>
      <p:sp>
        <p:nvSpPr>
          <p:cNvPr id="10" name="">
            <a:extLst xmlns:a="http://schemas.openxmlformats.org/drawingml/2006/main">
              <a:ext uri="{FF2B5EF4-FFF2-40B4-BE49-F238E27FC236}">
                <a16:creationId xmlns:a16="http://schemas.microsoft.com/office/drawing/2014/main" id="{CB52FCAE-280E-4834-ADB7-D37F1701C269}"/>
              </a:ext>
            </a:extLst>
          </p:cNvPr>
          <p:cNvSpPr>
            <a:spLocks xmlns:a="http://schemas.openxmlformats.org/drawingml/2006/main" noGrp="1"/>
          </p:cNvSpPr>
          <p:nvPr/>
        </p:nvSpPr>
        <p:spPr>
          <a:xfrm xmlns:a="http://schemas.openxmlformats.org/drawingml/2006/main">
            <a:off x="6572250" y="1609725"/>
            <a:ext cx="4857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00" b="1">
                <a:solidFill>
                  <a:srgbClr val="D96B18"/>
                </a:solidFill>
                <a:latin typeface="Arial"/>
                <a:ea typeface="Arial"/>
                <a:cs typeface="Arial"/>
              </a:defRPr>
            </a:pPr>
            <a:r>
              <a:rPr sz="2400" b="1">
                <a:solidFill>
                  <a:srgbClr val="D96B18"/>
                </a:solidFill>
                <a:latin typeface="Arial"/>
                <a:ea typeface="Arial"/>
                <a:cs typeface="Arial"/>
              </a:rPr>
              <a:t>D = (de/dt) / 1 = 0,2</a:t>
            </a:r>
          </a:p>
        </p:txBody>
      </p:sp>
      <p:graphicFrame>
        <p:nvGraphicFramePr>
          <p:cNvPr id="28" name="Chart"/>
          <p:cNvGraphicFramePr/>
          <p:nvPr/>
        </p:nvGraphicFramePr>
        <p:xfrm>
          <a:off xmlns:a="http://schemas.openxmlformats.org/drawingml/2006/main" x="762000" y="2209800"/>
          <a:ext xmlns:a="http://schemas.openxmlformats.org/drawingml/2006/main" cx="5095875" cy="2800350"/>
        </p:xfrm>
        <a:graphic xmlns:a="http://schemas.openxmlformats.org/drawingml/2006/main">
          <a:graphicData uri="http://schemas.openxmlformats.org/drawingml/2006/chart">
            <c:chart xmlns:r="http://schemas.openxmlformats.org/officeDocument/2006/relationships" xmlns:c="http://schemas.openxmlformats.org/drawingml/2006/chart" r:id="R5e8ffe4489d1411a"/>
          </a:graphicData>
        </a:graphic>
      </p:graphicFrame>
      <p:graphicFrame>
        <p:nvGraphicFramePr>
          <p:cNvPr id="29" name="Chart"/>
          <p:cNvGraphicFramePr/>
          <p:nvPr/>
        </p:nvGraphicFramePr>
        <p:xfrm>
          <a:off xmlns:a="http://schemas.openxmlformats.org/drawingml/2006/main" x="6477000" y="2209800"/>
          <a:ext xmlns:a="http://schemas.openxmlformats.org/drawingml/2006/main" cx="4953000" cy="2800350"/>
        </p:xfrm>
        <a:graphic xmlns:a="http://schemas.openxmlformats.org/drawingml/2006/main">
          <a:graphicData uri="http://schemas.openxmlformats.org/drawingml/2006/chart">
            <c:chart xmlns:r="http://schemas.openxmlformats.org/officeDocument/2006/relationships" xmlns:c="http://schemas.openxmlformats.org/drawingml/2006/chart" r:id="R557bd3269a7740a4"/>
          </a:graphicData>
        </a:graphic>
      </p:graphicFrame>
      <p:sp>
        <p:nvSpPr>
          <p:cNvPr id="13" name="">
            <a:extLst xmlns:a="http://schemas.openxmlformats.org/drawingml/2006/main">
              <a:ext uri="{FF2B5EF4-FFF2-40B4-BE49-F238E27FC236}">
                <a16:creationId xmlns:a16="http://schemas.microsoft.com/office/drawing/2014/main" id="{DDC28400-DCFF-4397-9992-CA98386E7794}"/>
              </a:ext>
            </a:extLst>
          </p:cNvPr>
          <p:cNvSpPr>
            <a:spLocks xmlns:a="http://schemas.openxmlformats.org/drawingml/2006/main" noGrp="1"/>
          </p:cNvSpPr>
          <p:nvPr/>
        </p:nvSpPr>
        <p:spPr>
          <a:xfrm xmlns:a="http://schemas.openxmlformats.org/drawingml/2006/main">
            <a:off x="1190625" y="5219700"/>
            <a:ext cx="4381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2162A0"/>
                </a:solidFill>
                <a:latin typeface="Arial"/>
                <a:ea typeface="Arial"/>
                <a:cs typeface="Arial"/>
              </a:defRPr>
            </a:pPr>
            <a:r>
              <a:rPr sz="2250" b="1">
                <a:solidFill>
                  <a:srgbClr val="2162A0"/>
                </a:solidFill>
                <a:latin typeface="Arial"/>
                <a:ea typeface="Arial"/>
                <a:cs typeface="Arial"/>
              </a:rPr>
              <a:t>Cero = 0,5</a:t>
            </a:r>
          </a:p>
          <a:p xmlns:a="http://schemas.openxmlformats.org/drawingml/2006/main">
            <a:pPr>
              <a:buNone/>
              <a:defRPr sz="2250" b="1">
                <a:solidFill>
                  <a:srgbClr val="2162A0"/>
                </a:solidFill>
                <a:latin typeface="Arial"/>
                <a:ea typeface="Arial"/>
                <a:cs typeface="Arial"/>
              </a:defRPr>
            </a:pPr>
            <a:r>
              <a:rPr sz="2250" b="1">
                <a:solidFill>
                  <a:srgbClr val="2162A0"/>
                </a:solidFill>
                <a:latin typeface="Arial"/>
                <a:ea typeface="Arial"/>
                <a:cs typeface="Arial"/>
              </a:rPr>
              <a:t>Positivo = 0,5</a:t>
            </a:r>
          </a:p>
        </p:txBody>
      </p:sp>
      <p:sp>
        <p:nvSpPr>
          <p:cNvPr id="14" name="">
            <a:extLst xmlns:a="http://schemas.openxmlformats.org/drawingml/2006/main">
              <a:ext uri="{FF2B5EF4-FFF2-40B4-BE49-F238E27FC236}">
                <a16:creationId xmlns:a16="http://schemas.microsoft.com/office/drawing/2014/main" id="{C48CAEF6-F431-4661-9C39-13FDF6E27C84}"/>
              </a:ext>
            </a:extLst>
          </p:cNvPr>
          <p:cNvSpPr>
            <a:spLocks xmlns:a="http://schemas.openxmlformats.org/drawingml/2006/main" noGrp="1"/>
          </p:cNvSpPr>
          <p:nvPr/>
        </p:nvSpPr>
        <p:spPr>
          <a:xfrm xmlns:a="http://schemas.openxmlformats.org/drawingml/2006/main">
            <a:off x="6905625" y="5219700"/>
            <a:ext cx="4381500" cy="733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Estable = 0,8</a:t>
            </a:r>
          </a:p>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Crece = 0,2</a:t>
            </a:r>
          </a:p>
        </p:txBody>
      </p:sp>
      <p:sp>
        <p:nvSpPr>
          <p:cNvPr id="15" name="">
            <a:extLst xmlns:a="http://schemas.openxmlformats.org/drawingml/2006/main">
              <a:ext uri="{FF2B5EF4-FFF2-40B4-BE49-F238E27FC236}">
                <a16:creationId xmlns:a16="http://schemas.microsoft.com/office/drawing/2014/main" id="{DBF954A0-44C7-440E-9E14-F1E694893BBA}"/>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cada gráfica hay dos etiquetas activas. Sus combinaciones activarán cuatro reglas.</a:t>
            </a:r>
          </a:p>
        </p:txBody>
      </p:sp>
      <p:sp>
        <p:nvSpPr>
          <p:cNvPr id="16" name="">
            <a:extLst xmlns:a="http://schemas.openxmlformats.org/drawingml/2006/main">
              <a:ext uri="{FF2B5EF4-FFF2-40B4-BE49-F238E27FC236}">
                <a16:creationId xmlns:a16="http://schemas.microsoft.com/office/drawing/2014/main" id="{6EBD5AD5-589A-4943-A95C-205E4E34998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7E05E8A7-909C-45FE-B083-1FCEA444F2AB}"/>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4. Consultar la tabla de nueve reglas</a:t>
            </a:r>
          </a:p>
        </p:txBody>
      </p:sp>
      <p:graphicFrame>
        <p:nvGraphicFramePr>
          <p:cNvPr id="22" name=""/>
          <p:cNvGraphicFramePr/>
          <p:nvPr/>
        </p:nvGraphicFramePr>
        <p:xfrm>
          <a:off xmlns:a="http://schemas.openxmlformats.org/drawingml/2006/main" x="762000" y="1952625"/>
          <a:ext xmlns:a="http://schemas.openxmlformats.org/drawingml/2006/main" cx="10668000" cy="2695575"/>
        </p:xfrm>
        <a:graphic xmlns:a="http://schemas.openxmlformats.org/drawingml/2006/main">
          <a:graphicData uri="http://schemas.openxmlformats.org/drawingml/2006/table">
            <a:tbl>
              <a:tblPr/>
              <a:tblGrid>
                <a:gridCol w="2667000"/>
                <a:gridCol w="2667000"/>
                <a:gridCol w="2667000"/>
                <a:gridCol w="2667000"/>
              </a:tblGrid>
              <a:tr h="673894">
                <a:tc>
                  <a:txBody>
                    <a:bodyPr lIns="85725" tIns="76200" rIns="85725" bIns="76200"/>
                    <a:lstStyle/>
                    <a:p>
                      <a:pPr algn="ctr">
                        <a:buNone/>
                      </a:pPr>
                      <a:r>
                        <a:rPr sz="2175" b="1">
                          <a:solidFill>
                            <a:srgbClr val="2162A0"/>
                          </a:solidFill>
                          <a:latin typeface="Arial"/>
                          <a:ea typeface="Arial"/>
                          <a:cs typeface="Arial"/>
                        </a:rPr>
                        <a:t>e / de/dt</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Disminuye</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Estable</a:t>
                      </a:r>
                    </a:p>
                  </a:txBody>
                  <a:tcPr marL="91440" marR="91440" marT="45720" marB="45720" anchor="ctr">
                    <a:solidFill>
                      <a:srgbClr val="E7EFF5"/>
                    </a:solidFill>
                  </a:tcPr>
                </a:tc>
                <a:tc>
                  <a:txBody>
                    <a:bodyPr lIns="85725" tIns="76200" rIns="85725" bIns="76200"/>
                    <a:lstStyle/>
                    <a:p>
                      <a:pPr algn="ctr">
                        <a:buNone/>
                      </a:pPr>
                      <a:r>
                        <a:rPr sz="2175" b="1">
                          <a:solidFill>
                            <a:srgbClr val="2162A0"/>
                          </a:solidFill>
                          <a:latin typeface="Arial"/>
                          <a:ea typeface="Arial"/>
                          <a:cs typeface="Arial"/>
                        </a:rPr>
                        <a:t>Crece</a:t>
                      </a:r>
                    </a:p>
                  </a:txBody>
                  <a:tcPr marL="91440" marR="91440" marT="45720" marB="45720" anchor="ctr">
                    <a:solidFill>
                      <a:srgbClr val="E7EFF5"/>
                    </a:solidFill>
                  </a:tcPr>
                </a:tc>
              </a:tr>
              <a:tr h="673894">
                <a:tc>
                  <a:txBody>
                    <a:bodyPr lIns="85725" tIns="76200" rIns="85725" bIns="76200"/>
                    <a:lstStyle/>
                    <a:p>
                      <a:pPr algn="ctr">
                        <a:buNone/>
                      </a:pPr>
                      <a:r>
                        <a:rPr sz="2175" b="0">
                          <a:solidFill>
                            <a:srgbClr val="233746"/>
                          </a:solidFill>
                          <a:latin typeface="Arial"/>
                          <a:ea typeface="Arial"/>
                          <a:cs typeface="Arial"/>
                        </a:rPr>
                        <a:t>Negativo</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0 %</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0 %</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20 %</a:t>
                      </a:r>
                    </a:p>
                  </a:txBody>
                  <a:tcPr marL="91440" marR="91440" marT="45720" marB="45720" anchor="ctr">
                    <a:solidFill>
                      <a:srgbClr val="FFFFFF"/>
                    </a:solidFill>
                  </a:tcPr>
                </a:tc>
              </a:tr>
              <a:tr h="673894">
                <a:tc>
                  <a:txBody>
                    <a:bodyPr lIns="85725" tIns="76200" rIns="85725" bIns="76200"/>
                    <a:lstStyle/>
                    <a:p>
                      <a:pPr algn="ctr">
                        <a:buNone/>
                      </a:pPr>
                      <a:r>
                        <a:rPr sz="2175" b="0">
                          <a:solidFill>
                            <a:srgbClr val="233746"/>
                          </a:solidFill>
                          <a:latin typeface="Arial"/>
                          <a:ea typeface="Arial"/>
                          <a:cs typeface="Arial"/>
                        </a:rPr>
                        <a:t>Cero</a:t>
                      </a:r>
                    </a:p>
                  </a:txBody>
                  <a:tcPr marL="91440" marR="91440" marT="45720" marB="45720" anchor="ctr">
                    <a:solidFill>
                      <a:srgbClr val="F4F7F9"/>
                    </a:solidFill>
                  </a:tcPr>
                </a:tc>
                <a:tc>
                  <a:txBody>
                    <a:bodyPr lIns="85725" tIns="76200" rIns="85725" bIns="76200"/>
                    <a:lstStyle/>
                    <a:p>
                      <a:pPr algn="ctr">
                        <a:buNone/>
                      </a:pPr>
                      <a:r>
                        <a:rPr sz="2175" b="0">
                          <a:solidFill>
                            <a:srgbClr val="233746"/>
                          </a:solidFill>
                          <a:latin typeface="Arial"/>
                          <a:ea typeface="Arial"/>
                          <a:cs typeface="Arial"/>
                        </a:rPr>
                        <a:t>0 %</a:t>
                      </a:r>
                    </a:p>
                  </a:txBody>
                  <a:tcPr marL="91440" marR="91440" marT="45720" marB="45720" anchor="ctr">
                    <a:solidFill>
                      <a:srgbClr val="F4F7F9"/>
                    </a:solidFill>
                  </a:tcPr>
                </a:tc>
                <a:tc>
                  <a:txBody>
                    <a:bodyPr lIns="85725" tIns="76200" rIns="85725" bIns="76200"/>
                    <a:lstStyle/>
                    <a:p>
                      <a:pPr algn="ctr">
                        <a:buNone/>
                      </a:pPr>
                      <a:r>
                        <a:rPr sz="2175" b="0">
                          <a:solidFill>
                            <a:srgbClr val="233746"/>
                          </a:solidFill>
                          <a:latin typeface="Arial"/>
                          <a:ea typeface="Arial"/>
                          <a:cs typeface="Arial"/>
                        </a:rPr>
                        <a:t>20 %</a:t>
                      </a:r>
                    </a:p>
                  </a:txBody>
                  <a:tcPr marL="91440" marR="91440" marT="45720" marB="45720" anchor="ctr">
                    <a:solidFill>
                      <a:srgbClr val="F4F7F9"/>
                    </a:solidFill>
                  </a:tcPr>
                </a:tc>
                <a:tc>
                  <a:txBody>
                    <a:bodyPr lIns="85725" tIns="76200" rIns="85725" bIns="76200"/>
                    <a:lstStyle/>
                    <a:p>
                      <a:pPr algn="ctr">
                        <a:buNone/>
                      </a:pPr>
                      <a:r>
                        <a:rPr sz="2175" b="0">
                          <a:solidFill>
                            <a:srgbClr val="233746"/>
                          </a:solidFill>
                          <a:latin typeface="Arial"/>
                          <a:ea typeface="Arial"/>
                          <a:cs typeface="Arial"/>
                        </a:rPr>
                        <a:t>60 %</a:t>
                      </a:r>
                    </a:p>
                  </a:txBody>
                  <a:tcPr marL="91440" marR="91440" marT="45720" marB="45720" anchor="ctr">
                    <a:solidFill>
                      <a:srgbClr val="F4F7F9"/>
                    </a:solidFill>
                  </a:tcPr>
                </a:tc>
              </a:tr>
              <a:tr h="673894">
                <a:tc>
                  <a:txBody>
                    <a:bodyPr lIns="85725" tIns="76200" rIns="85725" bIns="76200"/>
                    <a:lstStyle/>
                    <a:p>
                      <a:pPr algn="ctr">
                        <a:buNone/>
                      </a:pPr>
                      <a:r>
                        <a:rPr sz="2175" b="0">
                          <a:solidFill>
                            <a:srgbClr val="233746"/>
                          </a:solidFill>
                          <a:latin typeface="Arial"/>
                          <a:ea typeface="Arial"/>
                          <a:cs typeface="Arial"/>
                        </a:rPr>
                        <a:t>Positivo</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20 %</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60 %</a:t>
                      </a:r>
                    </a:p>
                  </a:txBody>
                  <a:tcPr marL="91440" marR="91440" marT="45720" marB="45720" anchor="ctr">
                    <a:solidFill>
                      <a:srgbClr val="FFFFFF"/>
                    </a:solidFill>
                  </a:tcPr>
                </a:tc>
                <a:tc>
                  <a:txBody>
                    <a:bodyPr lIns="85725" tIns="76200" rIns="85725" bIns="76200"/>
                    <a:lstStyle/>
                    <a:p>
                      <a:pPr algn="ctr">
                        <a:buNone/>
                      </a:pPr>
                      <a:r>
                        <a:rPr sz="2175" b="0">
                          <a:solidFill>
                            <a:srgbClr val="233746"/>
                          </a:solidFill>
                          <a:latin typeface="Arial"/>
                          <a:ea typeface="Arial"/>
                          <a:cs typeface="Arial"/>
                        </a:rPr>
                        <a:t>100 %</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2F75F1DF-C700-451D-B5FC-F832C0ECE628}"/>
              </a:ext>
            </a:extLst>
          </p:cNvPr>
          <p:cNvSpPr>
            <a:spLocks xmlns:a="http://schemas.openxmlformats.org/drawingml/2006/main" noGrp="1"/>
          </p:cNvSpPr>
          <p:nvPr/>
        </p:nvSpPr>
        <p:spPr>
          <a:xfrm xmlns:a="http://schemas.openxmlformats.org/drawingml/2006/main">
            <a:off x="762000" y="505777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Si falta temperatura y el error crece, aplicamos más potencia.</a:t>
            </a:r>
          </a:p>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Si nos acercamos al objetivo, reducimos la acción.</a:t>
            </a:r>
          </a:p>
        </p:txBody>
      </p:sp>
      <p:sp>
        <p:nvSpPr>
          <p:cNvPr id="11" name="">
            <a:extLst xmlns:a="http://schemas.openxmlformats.org/drawingml/2006/main">
              <a:ext uri="{FF2B5EF4-FFF2-40B4-BE49-F238E27FC236}">
                <a16:creationId xmlns:a16="http://schemas.microsoft.com/office/drawing/2014/main" id="{DAA15D6E-4BA6-4169-BA87-1FBF972BFD14}"/>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20 % en (Cero, Estable) compensa las pérdidas del escenario nominal.</a:t>
            </a:r>
          </a:p>
        </p:txBody>
      </p:sp>
      <p:sp>
        <p:nvSpPr>
          <p:cNvPr id="13" name="">
            <a:extLst xmlns:a="http://schemas.openxmlformats.org/drawingml/2006/main">
              <a:ext uri="{FF2B5EF4-FFF2-40B4-BE49-F238E27FC236}">
                <a16:creationId xmlns:a16="http://schemas.microsoft.com/office/drawing/2014/main" id="{A4CC962F-91CD-404F-806F-05DB6A77D01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1763C48-7011-48D8-8D4B-F6F0FD33922A}"/>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5. Calcular qué aporta cada regla activa</a:t>
            </a:r>
          </a:p>
        </p:txBody>
      </p:sp>
      <p:sp>
        <p:nvSpPr>
          <p:cNvPr id="9" name="">
            <a:extLst xmlns:a="http://schemas.openxmlformats.org/drawingml/2006/main">
              <a:ext uri="{FF2B5EF4-FFF2-40B4-BE49-F238E27FC236}">
                <a16:creationId xmlns:a16="http://schemas.microsoft.com/office/drawing/2014/main" id="{FFCA363B-BE31-4F17-8F31-5374A6F8D18E}"/>
              </a:ext>
            </a:extLst>
          </p:cNvPr>
          <p:cNvSpPr>
            <a:spLocks xmlns:a="http://schemas.openxmlformats.org/drawingml/2006/main" noGrp="1"/>
          </p:cNvSpPr>
          <p:nvPr/>
        </p:nvSpPr>
        <p:spPr>
          <a:xfrm xmlns:a="http://schemas.openxmlformats.org/drawingml/2006/main">
            <a:off x="762000" y="15430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e = 2 °C; de/dt = 0,2 °C/min. Elegimos AND = producto.</a:t>
            </a:r>
          </a:p>
        </p:txBody>
      </p:sp>
      <p:graphicFrame>
        <p:nvGraphicFramePr>
          <p:cNvPr id="23" name=""/>
          <p:cNvGraphicFramePr/>
          <p:nvPr/>
        </p:nvGraphicFramePr>
        <p:xfrm>
          <a:off xmlns:a="http://schemas.openxmlformats.org/drawingml/2006/main" x="762000" y="2428875"/>
          <a:ext xmlns:a="http://schemas.openxmlformats.org/drawingml/2006/main" cx="10668000" cy="2733675"/>
        </p:xfrm>
        <a:graphic xmlns:a="http://schemas.openxmlformats.org/drawingml/2006/main">
          <a:graphicData uri="http://schemas.openxmlformats.org/drawingml/2006/table">
            <a:tbl>
              <a:tblPr/>
              <a:tblGrid>
                <a:gridCol w="4381500"/>
                <a:gridCol w="2476500"/>
                <a:gridCol w="1714500"/>
                <a:gridCol w="2095500"/>
              </a:tblGrid>
              <a:tr h="546735">
                <a:tc>
                  <a:txBody>
                    <a:bodyPr lIns="85725" tIns="76200" rIns="85725" bIns="76200"/>
                    <a:lstStyle/>
                    <a:p>
                      <a:pPr algn="ctr">
                        <a:buNone/>
                      </a:pPr>
                      <a:r>
                        <a:rPr sz="1875" b="1">
                          <a:solidFill>
                            <a:srgbClr val="2162A0"/>
                          </a:solidFill>
                          <a:latin typeface="Arial"/>
                          <a:ea typeface="Arial"/>
                          <a:cs typeface="Arial"/>
                        </a:rPr>
                        <a:t>Regla activa</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Peso wk</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Salida zk</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wk · zk</a:t>
                      </a:r>
                    </a:p>
                  </a:txBody>
                  <a:tcPr marL="91440" marR="91440" marT="45720" marB="45720" anchor="ctr">
                    <a:solidFill>
                      <a:srgbClr val="E7EFF5"/>
                    </a:solidFill>
                  </a:tcPr>
                </a:tc>
              </a:tr>
              <a:tr h="546735">
                <a:tc>
                  <a:txBody>
                    <a:bodyPr lIns="85725" tIns="76200" rIns="85725" bIns="76200"/>
                    <a:lstStyle/>
                    <a:p>
                      <a:pPr algn="ctr">
                        <a:buNone/>
                      </a:pPr>
                      <a:r>
                        <a:rPr sz="1875" b="0">
                          <a:solidFill>
                            <a:srgbClr val="233746"/>
                          </a:solidFill>
                          <a:latin typeface="Arial"/>
                          <a:ea typeface="Arial"/>
                          <a:cs typeface="Arial"/>
                        </a:rPr>
                        <a:t>Cero Y Estable</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0,5 · 0,8 = 0,4</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20</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8</a:t>
                      </a:r>
                    </a:p>
                  </a:txBody>
                  <a:tcPr marL="91440" marR="91440" marT="45720" marB="45720" anchor="ctr">
                    <a:solidFill>
                      <a:srgbClr val="FFFFFF"/>
                    </a:solidFill>
                  </a:tcPr>
                </a:tc>
              </a:tr>
              <a:tr h="546735">
                <a:tc>
                  <a:txBody>
                    <a:bodyPr lIns="85725" tIns="76200" rIns="85725" bIns="76200"/>
                    <a:lstStyle/>
                    <a:p>
                      <a:pPr algn="ctr">
                        <a:buNone/>
                      </a:pPr>
                      <a:r>
                        <a:rPr sz="1875" b="0">
                          <a:solidFill>
                            <a:srgbClr val="233746"/>
                          </a:solidFill>
                          <a:latin typeface="Arial"/>
                          <a:ea typeface="Arial"/>
                          <a:cs typeface="Arial"/>
                        </a:rPr>
                        <a:t>Cero Y Crece</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0,5 · 0,2 = 0,1</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60</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6</a:t>
                      </a:r>
                    </a:p>
                  </a:txBody>
                  <a:tcPr marL="91440" marR="91440" marT="45720" marB="45720" anchor="ctr">
                    <a:solidFill>
                      <a:srgbClr val="F4F7F9"/>
                    </a:solidFill>
                  </a:tcPr>
                </a:tc>
              </a:tr>
              <a:tr h="546735">
                <a:tc>
                  <a:txBody>
                    <a:bodyPr lIns="85725" tIns="76200" rIns="85725" bIns="76200"/>
                    <a:lstStyle/>
                    <a:p>
                      <a:pPr algn="ctr">
                        <a:buNone/>
                      </a:pPr>
                      <a:r>
                        <a:rPr sz="1875" b="0">
                          <a:solidFill>
                            <a:srgbClr val="233746"/>
                          </a:solidFill>
                          <a:latin typeface="Arial"/>
                          <a:ea typeface="Arial"/>
                          <a:cs typeface="Arial"/>
                        </a:rPr>
                        <a:t>Positivo Y Estable</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0,5 · 0,8 = 0,4</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60</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24</a:t>
                      </a:r>
                    </a:p>
                  </a:txBody>
                  <a:tcPr marL="91440" marR="91440" marT="45720" marB="45720" anchor="ctr">
                    <a:solidFill>
                      <a:srgbClr val="FFFFFF"/>
                    </a:solidFill>
                  </a:tcPr>
                </a:tc>
              </a:tr>
              <a:tr h="546735">
                <a:tc>
                  <a:txBody>
                    <a:bodyPr lIns="85725" tIns="76200" rIns="85725" bIns="76200"/>
                    <a:lstStyle/>
                    <a:p>
                      <a:pPr algn="ctr">
                        <a:buNone/>
                      </a:pPr>
                      <a:r>
                        <a:rPr sz="1875" b="0">
                          <a:solidFill>
                            <a:srgbClr val="233746"/>
                          </a:solidFill>
                          <a:latin typeface="Arial"/>
                          <a:ea typeface="Arial"/>
                          <a:cs typeface="Arial"/>
                        </a:rPr>
                        <a:t>Positivo Y Crece</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0,5 · 0,2 = 0,1</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100</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10</a:t>
                      </a:r>
                    </a:p>
                  </a:txBody>
                  <a:tcPr marL="91440" marR="91440" marT="45720" marB="45720" anchor="ctr">
                    <a:solidFill>
                      <a:srgbClr val="F4F7F9"/>
                    </a:solidFill>
                  </a:tcPr>
                </a:tc>
              </a:tr>
            </a:tbl>
          </a:graphicData>
        </a:graphic>
      </p:graphicFrame>
      <p:sp>
        <p:nvSpPr>
          <p:cNvPr id="11" name="">
            <a:extLst xmlns:a="http://schemas.openxmlformats.org/drawingml/2006/main">
              <a:ext uri="{FF2B5EF4-FFF2-40B4-BE49-F238E27FC236}">
                <a16:creationId xmlns:a16="http://schemas.microsoft.com/office/drawing/2014/main" id="{4979F0D5-5CDF-4D2C-AED2-12C4476D537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u = (8 + 6 + 24 + 10) / (0,4 + 0,1 + 0,4 + 0,1) = 48 %.</a:t>
            </a:r>
          </a:p>
        </p:txBody>
      </p:sp>
      <p:sp>
        <p:nvSpPr>
          <p:cNvPr id="13" name="">
            <a:extLst xmlns:a="http://schemas.openxmlformats.org/drawingml/2006/main">
              <a:ext uri="{FF2B5EF4-FFF2-40B4-BE49-F238E27FC236}">
                <a16:creationId xmlns:a16="http://schemas.microsoft.com/office/drawing/2014/main" id="{603B31BB-590F-4E8F-8F67-442FF7CB10B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B2CF251C-CFD4-4303-9A33-399F6F34C70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6. Obtener una potencia: 48 %</a:t>
            </a:r>
          </a:p>
        </p:txBody>
      </p:sp>
      <p:graphicFrame>
        <p:nvGraphicFramePr>
          <p:cNvPr id="22" name="Chart"/>
          <p:cNvGraphicFramePr/>
          <p:nvPr/>
        </p:nvGraphicFramePr>
        <p:xfrm>
          <a:off xmlns:a="http://schemas.openxmlformats.org/drawingml/2006/main" x="762000" y="2181225"/>
          <a:ext xmlns:a="http://schemas.openxmlformats.org/drawingml/2006/main" cx="6381750" cy="3333750"/>
        </p:xfrm>
        <a:graphic xmlns:a="http://schemas.openxmlformats.org/drawingml/2006/main">
          <a:graphicData uri="http://schemas.openxmlformats.org/drawingml/2006/chart">
            <c:chart xmlns:r="http://schemas.openxmlformats.org/officeDocument/2006/relationships" xmlns:c="http://schemas.openxmlformats.org/drawingml/2006/chart" r:id="R06031189ff6e4aea"/>
          </a:graphicData>
        </a:graphic>
      </p:graphicFrame>
      <p:sp>
        <p:nvSpPr>
          <p:cNvPr id="10" name="">
            <a:extLst xmlns:a="http://schemas.openxmlformats.org/drawingml/2006/main">
              <a:ext uri="{FF2B5EF4-FFF2-40B4-BE49-F238E27FC236}">
                <a16:creationId xmlns:a16="http://schemas.microsoft.com/office/drawing/2014/main" id="{0A22B624-59C1-48C3-93E6-EB36ED9D0D79}"/>
              </a:ext>
            </a:extLst>
          </p:cNvPr>
          <p:cNvSpPr>
            <a:spLocks xmlns:a="http://schemas.openxmlformats.org/drawingml/2006/main" noGrp="1"/>
          </p:cNvSpPr>
          <p:nvPr/>
        </p:nvSpPr>
        <p:spPr>
          <a:xfrm xmlns:a="http://schemas.openxmlformats.org/drawingml/2006/main">
            <a:off x="7524750" y="1838325"/>
            <a:ext cx="3905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Pesos: 0,4 + 0,1 + 0,4 + 0,1 = 1</a:t>
            </a:r>
          </a:p>
        </p:txBody>
      </p:sp>
      <p:sp>
        <p:nvSpPr>
          <p:cNvPr id="11" name="">
            <a:extLst xmlns:a="http://schemas.openxmlformats.org/drawingml/2006/main">
              <a:ext uri="{FF2B5EF4-FFF2-40B4-BE49-F238E27FC236}">
                <a16:creationId xmlns:a16="http://schemas.microsoft.com/office/drawing/2014/main" id="{6445E0FF-2453-41DB-AEB8-55AA5EEA2636}"/>
              </a:ext>
            </a:extLst>
          </p:cNvPr>
          <p:cNvSpPr>
            <a:spLocks xmlns:a="http://schemas.openxmlformats.org/drawingml/2006/main" noGrp="1"/>
          </p:cNvSpPr>
          <p:nvPr/>
        </p:nvSpPr>
        <p:spPr>
          <a:xfrm xmlns:a="http://schemas.openxmlformats.org/drawingml/2006/main">
            <a:off x="7524750" y="3362325"/>
            <a:ext cx="3905250" cy="1581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625" b="1">
                <a:solidFill>
                  <a:srgbClr val="D96B18"/>
                </a:solidFill>
                <a:latin typeface="Arial"/>
                <a:ea typeface="Arial"/>
                <a:cs typeface="Arial"/>
              </a:defRPr>
            </a:pPr>
            <a:r>
              <a:rPr sz="2625" b="1">
                <a:solidFill>
                  <a:srgbClr val="D96B18"/>
                </a:solidFill>
                <a:latin typeface="Arial"/>
                <a:ea typeface="Arial"/>
                <a:cs typeface="Arial"/>
              </a:rPr>
              <a:t>u = (8 + 6 + 24 + 10) / 1</a:t>
            </a:r>
          </a:p>
          <a:p xmlns:a="http://schemas.openxmlformats.org/drawingml/2006/main">
            <a:r>
              <a:t/>
            </a:r>
          </a:p>
          <a:p xmlns:a="http://schemas.openxmlformats.org/drawingml/2006/main">
            <a:pPr>
              <a:buNone/>
              <a:defRPr sz="2625" b="1">
                <a:solidFill>
                  <a:srgbClr val="D96B18"/>
                </a:solidFill>
                <a:latin typeface="Arial"/>
                <a:ea typeface="Arial"/>
                <a:cs typeface="Arial"/>
              </a:defRPr>
            </a:pPr>
            <a:r>
              <a:rPr sz="2625" b="1">
                <a:solidFill>
                  <a:srgbClr val="D96B18"/>
                </a:solidFill>
                <a:latin typeface="Arial"/>
                <a:ea typeface="Arial"/>
                <a:cs typeface="Arial"/>
              </a:rPr>
              <a:t>   = 48 %</a:t>
            </a:r>
          </a:p>
        </p:txBody>
      </p:sp>
      <p:sp>
        <p:nvSpPr>
          <p:cNvPr id="12" name="">
            <a:extLst xmlns:a="http://schemas.openxmlformats.org/drawingml/2006/main">
              <a:ext uri="{FF2B5EF4-FFF2-40B4-BE49-F238E27FC236}">
                <a16:creationId xmlns:a16="http://schemas.microsoft.com/office/drawing/2014/main" id="{0DCB2FA1-92E7-4429-8566-E7128ED5991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Es una media ponderada de potencias. El resultado ya es un número que puede usar el actuador.</a:t>
            </a:r>
          </a:p>
        </p:txBody>
      </p:sp>
      <p:sp>
        <p:nvSpPr>
          <p:cNvPr id="13" name="">
            <a:extLst xmlns:a="http://schemas.openxmlformats.org/drawingml/2006/main">
              <a:ext uri="{FF2B5EF4-FFF2-40B4-BE49-F238E27FC236}">
                <a16:creationId xmlns:a16="http://schemas.microsoft.com/office/drawing/2014/main" id="{503BF0E8-5C32-470A-8E83-B66A720C1D42}"/>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4" name="">
            <a:extLst xmlns:a="http://schemas.openxmlformats.org/drawingml/2006/main">
              <a:ext uri="{FF2B5EF4-FFF2-40B4-BE49-F238E27FC236}">
                <a16:creationId xmlns:a16="http://schemas.microsoft.com/office/drawing/2014/main" id="{A80064EF-0C7E-4F15-B24C-4D2F9BCAE56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7. Calcular cómo cambia la habitación</a:t>
            </a:r>
          </a:p>
        </p:txBody>
      </p:sp>
      <p:sp>
        <p:nvSpPr>
          <p:cNvPr id="9" name="">
            <a:extLst xmlns:a="http://schemas.openxmlformats.org/drawingml/2006/main">
              <a:ext uri="{FF2B5EF4-FFF2-40B4-BE49-F238E27FC236}">
                <a16:creationId xmlns:a16="http://schemas.microsoft.com/office/drawing/2014/main" id="{D4EC7B03-D70E-4843-8310-FF83C9C73AAA}"/>
              </a:ext>
            </a:extLst>
          </p:cNvPr>
          <p:cNvSpPr>
            <a:spLocks xmlns:a="http://schemas.openxmlformats.org/drawingml/2006/main" noGrp="1"/>
          </p:cNvSpPr>
          <p:nvPr/>
        </p:nvSpPr>
        <p:spPr>
          <a:xfrm xmlns:a="http://schemas.openxmlformats.org/drawingml/2006/main">
            <a:off x="762000" y="1628775"/>
            <a:ext cx="10668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475" b="1">
                <a:solidFill>
                  <a:srgbClr val="233746"/>
                </a:solidFill>
                <a:latin typeface="Arial"/>
                <a:ea typeface="Arial"/>
                <a:cs typeface="Arial"/>
              </a:defRPr>
            </a:pPr>
            <a:r>
              <a:rPr sz="2475" b="1">
                <a:solidFill>
                  <a:srgbClr val="233746"/>
                </a:solidFill>
                <a:latin typeface="Arial"/>
                <a:ea typeface="Arial"/>
                <a:cs typeface="Arial"/>
              </a:rPr>
              <a:t>Ahora: T = 20 °C, Ta = 18 °C, u = 48 %</a:t>
            </a:r>
          </a:p>
        </p:txBody>
      </p:sp>
      <p:sp>
        <p:nvSpPr>
          <p:cNvPr id="10" name="">
            <a:extLst xmlns:a="http://schemas.openxmlformats.org/drawingml/2006/main">
              <a:ext uri="{FF2B5EF4-FFF2-40B4-BE49-F238E27FC236}">
                <a16:creationId xmlns:a16="http://schemas.microsoft.com/office/drawing/2014/main" id="{53BDD882-1CDB-41CC-88C7-25EDF54CC9A4}"/>
              </a:ext>
            </a:extLst>
          </p:cNvPr>
          <p:cNvSpPr>
            <a:spLocks xmlns:a="http://schemas.openxmlformats.org/drawingml/2006/main" noGrp="1"/>
          </p:cNvSpPr>
          <p:nvPr/>
        </p:nvSpPr>
        <p:spPr>
          <a:xfrm xmlns:a="http://schemas.openxmlformats.org/drawingml/2006/main">
            <a:off x="762000" y="2581275"/>
            <a:ext cx="514350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2162A0"/>
                </a:solidFill>
                <a:latin typeface="Arial"/>
                <a:ea typeface="Arial"/>
                <a:cs typeface="Arial"/>
              </a:defRPr>
            </a:pPr>
            <a:r>
              <a:rPr sz="2250" b="1">
                <a:solidFill>
                  <a:srgbClr val="2162A0"/>
                </a:solidFill>
                <a:latin typeface="Arial"/>
                <a:ea typeface="Arial"/>
                <a:cs typeface="Arial"/>
              </a:rPr>
              <a:t>Pérdida de calor</a:t>
            </a:r>
          </a:p>
          <a:p xmlns:a="http://schemas.openxmlformats.org/drawingml/2006/main">
            <a:pPr>
              <a:buNone/>
              <a:defRPr sz="2250" b="1">
                <a:solidFill>
                  <a:srgbClr val="2162A0"/>
                </a:solidFill>
                <a:latin typeface="Arial"/>
                <a:ea typeface="Arial"/>
                <a:cs typeface="Arial"/>
              </a:defRPr>
            </a:pPr>
            <a:r>
              <a:rPr sz="2250" b="1">
                <a:solidFill>
                  <a:srgbClr val="2162A0"/>
                </a:solidFill>
                <a:latin typeface="Arial"/>
                <a:ea typeface="Arial"/>
                <a:cs typeface="Arial"/>
              </a:rPr>
              <a:t>−(20 − 18) / 10 = −0,20 °C/min</a:t>
            </a:r>
          </a:p>
        </p:txBody>
      </p:sp>
      <p:sp>
        <p:nvSpPr>
          <p:cNvPr id="11" name="">
            <a:extLst xmlns:a="http://schemas.openxmlformats.org/drawingml/2006/main">
              <a:ext uri="{FF2B5EF4-FFF2-40B4-BE49-F238E27FC236}">
                <a16:creationId xmlns:a16="http://schemas.microsoft.com/office/drawing/2014/main" id="{D3FFD87E-2F6D-4733-85CD-37751539C157}"/>
              </a:ext>
            </a:extLst>
          </p:cNvPr>
          <p:cNvSpPr>
            <a:spLocks xmlns:a="http://schemas.openxmlformats.org/drawingml/2006/main" noGrp="1"/>
          </p:cNvSpPr>
          <p:nvPr/>
        </p:nvSpPr>
        <p:spPr>
          <a:xfrm xmlns:a="http://schemas.openxmlformats.org/drawingml/2006/main">
            <a:off x="6572250" y="2581275"/>
            <a:ext cx="4857750" cy="1209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Calor aportado</a:t>
            </a:r>
          </a:p>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0,02 · 48 = +0,96 °C/min</a:t>
            </a:r>
          </a:p>
        </p:txBody>
      </p:sp>
      <p:sp>
        <p:nvSpPr>
          <p:cNvPr id="12" name="">
            <a:extLst xmlns:a="http://schemas.openxmlformats.org/drawingml/2006/main">
              <a:ext uri="{FF2B5EF4-FFF2-40B4-BE49-F238E27FC236}">
                <a16:creationId xmlns:a16="http://schemas.microsoft.com/office/drawing/2014/main" id="{71D8884D-88D9-495C-9373-D9D0D3B05634}"/>
              </a:ext>
            </a:extLst>
          </p:cNvPr>
          <p:cNvSpPr>
            <a:spLocks xmlns:a="http://schemas.openxmlformats.org/drawingml/2006/main" noGrp="1"/>
          </p:cNvSpPr>
          <p:nvPr/>
        </p:nvSpPr>
        <p:spPr>
          <a:xfrm xmlns:a="http://schemas.openxmlformats.org/drawingml/2006/main">
            <a:off x="762000" y="4362450"/>
            <a:ext cx="10668000" cy="1228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0">
                <a:solidFill>
                  <a:srgbClr val="233746"/>
                </a:solidFill>
                <a:latin typeface="Arial"/>
                <a:ea typeface="Arial"/>
                <a:cs typeface="Arial"/>
              </a:defRPr>
            </a:pPr>
            <a:r>
              <a:rPr sz="2550" b="0">
                <a:solidFill>
                  <a:srgbClr val="233746"/>
                </a:solidFill>
                <a:latin typeface="Arial"/>
                <a:ea typeface="Arial"/>
                <a:cs typeface="Arial"/>
              </a:rPr>
              <a:t>Cambio neto: +0,76 °C/min</a:t>
            </a:r>
          </a:p>
          <a:p xmlns:a="http://schemas.openxmlformats.org/drawingml/2006/main">
            <a:pPr>
              <a:buNone/>
              <a:defRPr sz="2550" b="0">
                <a:solidFill>
                  <a:srgbClr val="233746"/>
                </a:solidFill>
                <a:latin typeface="Arial"/>
                <a:ea typeface="Arial"/>
                <a:cs typeface="Arial"/>
              </a:defRPr>
            </a:pPr>
            <a:r>
              <a:rPr sz="2550" b="0">
                <a:solidFill>
                  <a:srgbClr val="233746"/>
                </a:solidFill>
                <a:latin typeface="Arial"/>
                <a:ea typeface="Arial"/>
                <a:cs typeface="Arial"/>
              </a:rPr>
              <a:t>En 0,1 min: Tnueva = 20 + 0,1 · 0,76 = 20,076 °C</a:t>
            </a:r>
          </a:p>
        </p:txBody>
      </p:sp>
      <p:sp>
        <p:nvSpPr>
          <p:cNvPr id="13" name="">
            <a:extLst xmlns:a="http://schemas.openxmlformats.org/drawingml/2006/main">
              <a:ext uri="{FF2B5EF4-FFF2-40B4-BE49-F238E27FC236}">
                <a16:creationId xmlns:a16="http://schemas.microsoft.com/office/drawing/2014/main" id="{FC0F1634-BAED-4203-B232-870159BCA99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controlador decide la potencia. El modelo de la habitación calcula la nueva temperatura.</a:t>
            </a:r>
          </a:p>
        </p:txBody>
      </p:sp>
      <p:sp>
        <p:nvSpPr>
          <p:cNvPr id="14" name="">
            <a:extLst xmlns:a="http://schemas.openxmlformats.org/drawingml/2006/main">
              <a:ext uri="{FF2B5EF4-FFF2-40B4-BE49-F238E27FC236}">
                <a16:creationId xmlns:a16="http://schemas.microsoft.com/office/drawing/2014/main" id="{A5603388-4A1B-437D-A64E-63798836BFD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2FBBB7F2-1B37-4546-A988-D1CE1231858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8. Volver a medir y adaptar la potencia</a:t>
            </a:r>
          </a:p>
        </p:txBody>
      </p:sp>
      <p:graphicFrame>
        <p:nvGraphicFramePr>
          <p:cNvPr id="21" name=""/>
          <p:cNvGraphicFramePr/>
          <p:nvPr/>
        </p:nvGraphicFramePr>
        <p:xfrm>
          <a:off xmlns:a="http://schemas.openxmlformats.org/drawingml/2006/main" x="762000" y="1800225"/>
          <a:ext xmlns:a="http://schemas.openxmlformats.org/drawingml/2006/main" cx="10668000" cy="3114675"/>
        </p:xfrm>
        <a:graphic xmlns:a="http://schemas.openxmlformats.org/drawingml/2006/main">
          <a:graphicData uri="http://schemas.openxmlformats.org/drawingml/2006/table">
            <a:tbl>
              <a:tblPr/>
              <a:tblGrid>
                <a:gridCol w="3333750"/>
                <a:gridCol w="3667125"/>
                <a:gridCol w="3667125"/>
              </a:tblGrid>
              <a:tr h="622935">
                <a:tc>
                  <a:txBody>
                    <a:bodyPr lIns="85725" tIns="76200" rIns="85725" bIns="76200"/>
                    <a:lstStyle/>
                    <a:p>
                      <a:pPr algn="ctr">
                        <a:buNone/>
                      </a:pPr>
                      <a:r>
                        <a:rPr sz="2100" b="1">
                          <a:solidFill>
                            <a:srgbClr val="2162A0"/>
                          </a:solidFill>
                          <a:latin typeface="Arial"/>
                          <a:ea typeface="Arial"/>
                          <a:cs typeface="Arial"/>
                        </a:rPr>
                        <a:t>Dato</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Instante anterior</a:t>
                      </a:r>
                    </a:p>
                  </a:txBody>
                  <a:tcPr marL="91440" marR="91440" marT="45720" marB="45720" anchor="ctr">
                    <a:solidFill>
                      <a:srgbClr val="E7EFF5"/>
                    </a:solidFill>
                  </a:tcPr>
                </a:tc>
                <a:tc>
                  <a:txBody>
                    <a:bodyPr lIns="85725" tIns="76200" rIns="85725" bIns="76200"/>
                    <a:lstStyle/>
                    <a:p>
                      <a:pPr algn="ctr">
                        <a:buNone/>
                      </a:pPr>
                      <a:r>
                        <a:rPr sz="2100" b="1">
                          <a:solidFill>
                            <a:srgbClr val="2162A0"/>
                          </a:solidFill>
                          <a:latin typeface="Arial"/>
                          <a:ea typeface="Arial"/>
                          <a:cs typeface="Arial"/>
                        </a:rPr>
                        <a:t>Siguiente instante</a:t>
                      </a:r>
                    </a:p>
                  </a:txBody>
                  <a:tcPr marL="91440" marR="91440" marT="45720" marB="45720" anchor="ctr">
                    <a:solidFill>
                      <a:srgbClr val="E7EFF5"/>
                    </a:solidFill>
                  </a:tcPr>
                </a:tc>
              </a:tr>
              <a:tr h="622935">
                <a:tc>
                  <a:txBody>
                    <a:bodyPr lIns="85725" tIns="76200" rIns="85725" bIns="76200"/>
                    <a:lstStyle/>
                    <a:p>
                      <a:pPr algn="ctr">
                        <a:buNone/>
                      </a:pPr>
                      <a:r>
                        <a:rPr sz="2100" b="0">
                          <a:solidFill>
                            <a:srgbClr val="233746"/>
                          </a:solidFill>
                          <a:latin typeface="Arial"/>
                          <a:ea typeface="Arial"/>
                          <a:cs typeface="Arial"/>
                        </a:rPr>
                        <a:t>Temperatura</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20,000 °C</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20,076 °C</a:t>
                      </a:r>
                    </a:p>
                  </a:txBody>
                  <a:tcPr marL="91440" marR="91440" marT="45720" marB="45720" anchor="ctr">
                    <a:solidFill>
                      <a:srgbClr val="FFFFFF"/>
                    </a:solidFill>
                  </a:tcPr>
                </a:tc>
              </a:tr>
              <a:tr h="622935">
                <a:tc>
                  <a:txBody>
                    <a:bodyPr lIns="85725" tIns="76200" rIns="85725" bIns="76200"/>
                    <a:lstStyle/>
                    <a:p>
                      <a:pPr algn="ctr">
                        <a:buNone/>
                      </a:pPr>
                      <a:r>
                        <a:rPr sz="2100" b="0">
                          <a:solidFill>
                            <a:srgbClr val="233746"/>
                          </a:solidFill>
                          <a:latin typeface="Arial"/>
                          <a:ea typeface="Arial"/>
                          <a:cs typeface="Arial"/>
                        </a:rPr>
                        <a:t>Error</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2,000 °C</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1,924 °C</a:t>
                      </a:r>
                    </a:p>
                  </a:txBody>
                  <a:tcPr marL="91440" marR="91440" marT="45720" marB="45720" anchor="ctr">
                    <a:solidFill>
                      <a:srgbClr val="F4F7F9"/>
                    </a:solidFill>
                  </a:tcPr>
                </a:tc>
              </a:tr>
              <a:tr h="622935">
                <a:tc>
                  <a:txBody>
                    <a:bodyPr lIns="85725" tIns="76200" rIns="85725" bIns="76200"/>
                    <a:lstStyle/>
                    <a:p>
                      <a:pPr algn="ctr">
                        <a:buNone/>
                      </a:pPr>
                      <a:r>
                        <a:rPr sz="2100" b="0">
                          <a:solidFill>
                            <a:srgbClr val="233746"/>
                          </a:solidFill>
                          <a:latin typeface="Arial"/>
                          <a:ea typeface="Arial"/>
                          <a:cs typeface="Arial"/>
                        </a:rPr>
                        <a:t>Variación del error</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+0,20 °C/min</a:t>
                      </a:r>
                    </a:p>
                  </a:txBody>
                  <a:tcPr marL="91440" marR="91440" marT="45720" marB="45720" anchor="ctr">
                    <a:solidFill>
                      <a:srgbClr val="FFFFFF"/>
                    </a:solidFill>
                  </a:tcPr>
                </a:tc>
                <a:tc>
                  <a:txBody>
                    <a:bodyPr lIns="85725" tIns="76200" rIns="85725" bIns="76200"/>
                    <a:lstStyle/>
                    <a:p>
                      <a:pPr algn="ctr">
                        <a:buNone/>
                      </a:pPr>
                      <a:r>
                        <a:rPr sz="2100" b="0">
                          <a:solidFill>
                            <a:srgbClr val="233746"/>
                          </a:solidFill>
                          <a:latin typeface="Arial"/>
                          <a:ea typeface="Arial"/>
                          <a:cs typeface="Arial"/>
                        </a:rPr>
                        <a:t>−0,76 °C/min</a:t>
                      </a:r>
                    </a:p>
                  </a:txBody>
                  <a:tcPr marL="91440" marR="91440" marT="45720" marB="45720" anchor="ctr">
                    <a:solidFill>
                      <a:srgbClr val="FFFFFF"/>
                    </a:solidFill>
                  </a:tcPr>
                </a:tc>
              </a:tr>
              <a:tr h="622935">
                <a:tc>
                  <a:txBody>
                    <a:bodyPr lIns="85725" tIns="76200" rIns="85725" bIns="76200"/>
                    <a:lstStyle/>
                    <a:p>
                      <a:pPr algn="ctr">
                        <a:buNone/>
                      </a:pPr>
                      <a:r>
                        <a:rPr sz="2100" b="0">
                          <a:solidFill>
                            <a:srgbClr val="233746"/>
                          </a:solidFill>
                          <a:latin typeface="Arial"/>
                          <a:ea typeface="Arial"/>
                          <a:cs typeface="Arial"/>
                        </a:rPr>
                        <a:t>Potencia calculada</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48,00 %</a:t>
                      </a:r>
                    </a:p>
                  </a:txBody>
                  <a:tcPr marL="91440" marR="91440" marT="45720" marB="45720" anchor="ctr">
                    <a:solidFill>
                      <a:srgbClr val="F4F7F9"/>
                    </a:solidFill>
                  </a:tcPr>
                </a:tc>
                <a:tc>
                  <a:txBody>
                    <a:bodyPr lIns="85725" tIns="76200" rIns="85725" bIns="76200"/>
                    <a:lstStyle/>
                    <a:p>
                      <a:pPr algn="ctr">
                        <a:buNone/>
                      </a:pPr>
                      <a:r>
                        <a:rPr sz="2100" b="0">
                          <a:solidFill>
                            <a:srgbClr val="233746"/>
                          </a:solidFill>
                          <a:latin typeface="Arial"/>
                          <a:ea typeface="Arial"/>
                          <a:cs typeface="Arial"/>
                        </a:rPr>
                        <a:t>16,73 %</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144705F1-A0C0-41D5-B411-F5A2DF64A6D6}"/>
              </a:ext>
            </a:extLst>
          </p:cNvPr>
          <p:cNvSpPr>
            <a:spLocks xmlns:a="http://schemas.openxmlformats.org/drawingml/2006/main" noGrp="1"/>
          </p:cNvSpPr>
          <p:nvPr/>
        </p:nvSpPr>
        <p:spPr>
          <a:xfrm xmlns:a="http://schemas.openxmlformats.org/drawingml/2006/main">
            <a:off x="762000" y="5219700"/>
            <a:ext cx="106680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325" b="0">
                <a:solidFill>
                  <a:srgbClr val="233746"/>
                </a:solidFill>
                <a:latin typeface="Arial"/>
                <a:ea typeface="Arial"/>
                <a:cs typeface="Arial"/>
              </a:defRPr>
            </a:pPr>
            <a:r>
              <a:rPr sz="2325" b="0">
                <a:solidFill>
                  <a:srgbClr val="233746"/>
                </a:solidFill>
                <a:latin typeface="Arial"/>
                <a:ea typeface="Arial"/>
                <a:cs typeface="Arial"/>
              </a:rPr>
              <a:t>Todavía falta temperatura, pero ahora sube deprisa.</a:t>
            </a:r>
          </a:p>
          <a:p xmlns:a="http://schemas.openxmlformats.org/drawingml/2006/main">
            <a:pPr>
              <a:buNone/>
              <a:defRPr sz="2325" b="0">
                <a:solidFill>
                  <a:srgbClr val="233746"/>
                </a:solidFill>
                <a:latin typeface="Arial"/>
                <a:ea typeface="Arial"/>
                <a:cs typeface="Arial"/>
              </a:defRPr>
            </a:pPr>
            <a:r>
              <a:rPr sz="2325" b="0">
                <a:solidFill>
                  <a:srgbClr val="233746"/>
                </a:solidFill>
                <a:latin typeface="Arial"/>
                <a:ea typeface="Arial"/>
                <a:cs typeface="Arial"/>
              </a:rPr>
              <a:t>Las reglas reducen la potencia antes de alcanzar el objetivo.</a:t>
            </a:r>
          </a:p>
        </p:txBody>
      </p:sp>
      <p:sp>
        <p:nvSpPr>
          <p:cNvPr id="11" name="">
            <a:extLst xmlns:a="http://schemas.openxmlformats.org/drawingml/2006/main">
              <a:ext uri="{FF2B5EF4-FFF2-40B4-BE49-F238E27FC236}">
                <a16:creationId xmlns:a16="http://schemas.microsoft.com/office/drawing/2014/main" id="{C814CFF3-1DF6-465C-9E74-1A9E6105A1D5}"/>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Repetir este ciclo convierte una base de reglas en un sistema de control con realimentación.</a:t>
            </a:r>
          </a:p>
        </p:txBody>
      </p:sp>
      <p:sp>
        <p:nvSpPr>
          <p:cNvPr id="12" name="">
            <a:extLst xmlns:a="http://schemas.openxmlformats.org/drawingml/2006/main">
              <a:ext uri="{FF2B5EF4-FFF2-40B4-BE49-F238E27FC236}">
                <a16:creationId xmlns:a16="http://schemas.microsoft.com/office/drawing/2014/main" id="{4F2A5F49-F7EF-4550-82FD-6B867E749CF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EC0839C7-CDD1-4078-9690-E8CB5CA65641}"/>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9. Programar el cálculo del controlador</a:t>
            </a:r>
          </a:p>
        </p:txBody>
      </p:sp>
      <p:sp>
        <p:nvSpPr>
          <p:cNvPr id="9" name="">
            <a:extLst xmlns:a="http://schemas.openxmlformats.org/drawingml/2006/main">
              <a:ext uri="{FF2B5EF4-FFF2-40B4-BE49-F238E27FC236}">
                <a16:creationId xmlns:a16="http://schemas.microsoft.com/office/drawing/2014/main" id="{297E428F-0456-4922-996D-B90CCAA7C003}"/>
              </a:ext>
            </a:extLst>
          </p:cNvPr>
          <p:cNvSpPr>
            <a:spLocks xmlns:a="http://schemas.openxmlformats.org/drawingml/2006/main" noGrp="1"/>
          </p:cNvSpPr>
          <p:nvPr/>
        </p:nvSpPr>
        <p:spPr>
          <a:xfrm xmlns:a="http://schemas.openxmlformats.org/drawingml/2006/main">
            <a:off x="762000" y="1571625"/>
            <a:ext cx="10763250" cy="400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import numpy as np</a:t>
            </a:r>
          </a:p>
          <a:p xmlns:a="http://schemas.openxmlformats.org/drawingml/2006/main">
            <a:r>
              <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def grados(z):</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    z = np.clip(z, -1.0, 1.0)</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    return np.array([max(-z, 0), 1-abs(z), max(z, 0)])</a:t>
            </a:r>
          </a:p>
          <a:p xmlns:a="http://schemas.openxmlformats.org/drawingml/2006/main">
            <a:r>
              <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reglas = np.array([[0, 0, 20], [0, 20, 60], [20, 60, 100]])</a:t>
            </a:r>
          </a:p>
          <a:p xmlns:a="http://schemas.openxmlformats.org/drawingml/2006/main">
            <a:r>
              <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def controlar(e, de):</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    pesos = np.outer(grados(e/4), grados(de/1))</a:t>
            </a:r>
          </a:p>
          <a:p xmlns:a="http://schemas.openxmlformats.org/drawingml/2006/main">
            <a:pPr>
              <a:buNone/>
              <a:defRPr sz="1875" b="0">
                <a:solidFill>
                  <a:srgbClr val="233746"/>
                </a:solidFill>
                <a:latin typeface="Consolas"/>
                <a:ea typeface="Consolas"/>
                <a:cs typeface="Consolas"/>
              </a:defRPr>
            </a:pPr>
            <a:r>
              <a:rPr sz="1875" b="0">
                <a:solidFill>
                  <a:srgbClr val="233746"/>
                </a:solidFill>
                <a:latin typeface="Consolas"/>
                <a:ea typeface="Consolas"/>
                <a:cs typeface="Consolas"/>
              </a:rPr>
              <a:t>    return np.sum(pesos * reglas) / np.sum(pesos)</a:t>
            </a:r>
          </a:p>
        </p:txBody>
      </p:sp>
      <p:sp>
        <p:nvSpPr>
          <p:cNvPr id="10" name="">
            <a:extLst xmlns:a="http://schemas.openxmlformats.org/drawingml/2006/main">
              <a:ext uri="{FF2B5EF4-FFF2-40B4-BE49-F238E27FC236}">
                <a16:creationId xmlns:a16="http://schemas.microsoft.com/office/drawing/2014/main" id="{FAEAA69A-7BCC-48F7-90BC-8C38D6494D5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controlar(2, 0.2) devuelve 48.0. La partición garantiza suma de pesos positiva.</a:t>
            </a:r>
          </a:p>
        </p:txBody>
      </p:sp>
      <p:sp>
        <p:nvSpPr>
          <p:cNvPr id="11" name="">
            <a:extLst xmlns:a="http://schemas.openxmlformats.org/drawingml/2006/main">
              <a:ext uri="{FF2B5EF4-FFF2-40B4-BE49-F238E27FC236}">
                <a16:creationId xmlns:a16="http://schemas.microsoft.com/office/drawing/2014/main" id="{FEC287FD-10B1-4C9B-A7B5-17BC226DBAF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50D12023-C8A1-4BF9-8660-DC81DB0CC85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76</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Paso 10. Repetir medida, decisión y simulación</a:t>
            </a:r>
          </a:p>
        </p:txBody>
      </p:sp>
      <p:sp>
        <p:nvSpPr>
          <p:cNvPr id="9" name="">
            <a:extLst xmlns:a="http://schemas.openxmlformats.org/drawingml/2006/main">
              <a:ext uri="{FF2B5EF4-FFF2-40B4-BE49-F238E27FC236}">
                <a16:creationId xmlns:a16="http://schemas.microsoft.com/office/drawing/2014/main" id="{AE530BA4-041C-46E8-9778-9FC1F0DB33F6}"/>
              </a:ext>
            </a:extLst>
          </p:cNvPr>
          <p:cNvSpPr>
            <a:spLocks xmlns:a="http://schemas.openxmlformats.org/drawingml/2006/main" noGrp="1"/>
          </p:cNvSpPr>
          <p:nvPr/>
        </p:nvSpPr>
        <p:spPr>
          <a:xfrm xmlns:a="http://schemas.openxmlformats.org/drawingml/2006/main">
            <a:off x="762000" y="1552575"/>
            <a:ext cx="10763250" cy="428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dt = 0.1                  # minutos</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T, Ta, referencia = 18.0, 18.0, 22.0</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e_anterior = referencia - T</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registro = []</a:t>
            </a:r>
          </a:p>
          <a:p xmlns:a="http://schemas.openxmlformats.org/drawingml/2006/main">
            <a:r>
              <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for k in range(600):       # 60 minutos</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e = referencia - T</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de = (e - e_anterior) / dt</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u = controlar(e, de)</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T_siguiente = T + dt * (-(T-Ta)/10 + 0.02*u)</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registro.append((k*dt, T, u))</a:t>
            </a:r>
          </a:p>
          <a:p xmlns:a="http://schemas.openxmlformats.org/drawingml/2006/main">
            <a:pPr>
              <a:buNone/>
              <a:defRPr sz="1950" b="0">
                <a:solidFill>
                  <a:srgbClr val="233746"/>
                </a:solidFill>
                <a:latin typeface="Consolas"/>
                <a:ea typeface="Consolas"/>
                <a:cs typeface="Consolas"/>
              </a:defRPr>
            </a:pPr>
            <a:r>
              <a:rPr sz="1950" b="0">
                <a:solidFill>
                  <a:srgbClr val="233746"/>
                </a:solidFill>
                <a:latin typeface="Consolas"/>
                <a:ea typeface="Consolas"/>
                <a:cs typeface="Consolas"/>
              </a:rPr>
              <a:t>    e_anterior, T = e, T_siguiente</a:t>
            </a:r>
          </a:p>
        </p:txBody>
      </p:sp>
      <p:sp>
        <p:nvSpPr>
          <p:cNvPr id="10" name="">
            <a:extLst xmlns:a="http://schemas.openxmlformats.org/drawingml/2006/main">
              <a:ext uri="{FF2B5EF4-FFF2-40B4-BE49-F238E27FC236}">
                <a16:creationId xmlns:a16="http://schemas.microsoft.com/office/drawing/2014/main" id="{F3AD1F4F-5A97-4596-9DE5-7F80C73767A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planta actualiza T; el controlador calcula u. Son dos funciones diferentes.</a:t>
            </a:r>
          </a:p>
        </p:txBody>
      </p:sp>
      <p:sp>
        <p:nvSpPr>
          <p:cNvPr id="11" name="">
            <a:extLst xmlns:a="http://schemas.openxmlformats.org/drawingml/2006/main">
              <a:ext uri="{FF2B5EF4-FFF2-40B4-BE49-F238E27FC236}">
                <a16:creationId xmlns:a16="http://schemas.microsoft.com/office/drawing/2014/main" id="{29FD1EC0-8C55-4F62-922F-24524EE93FF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63B84D6B-C74C-485F-A61E-B2418DF76449}"/>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77</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Prueba 1. Calentar desde 18 °C hasta la consigna</a:t>
            </a:r>
          </a:p>
        </p:txBody>
      </p:sp>
      <p:sp>
        <p:nvSpPr>
          <p:cNvPr id="9" name="">
            <a:extLst xmlns:a="http://schemas.openxmlformats.org/drawingml/2006/main">
              <a:ext uri="{FF2B5EF4-FFF2-40B4-BE49-F238E27FC236}">
                <a16:creationId xmlns:a16="http://schemas.microsoft.com/office/drawing/2014/main" id="{DAFF15DE-9EA5-49A2-9DDB-BFE4B8778F53}"/>
              </a:ext>
            </a:extLst>
          </p:cNvPr>
          <p:cNvSpPr>
            <a:spLocks xmlns:a="http://schemas.openxmlformats.org/drawingml/2006/main" noGrp="1"/>
          </p:cNvSpPr>
          <p:nvPr/>
        </p:nvSpPr>
        <p:spPr>
          <a:xfrm xmlns:a="http://schemas.openxmlformats.org/drawingml/2006/main">
            <a:off x="762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Temperatura T y objetivo 22 °C</a:t>
            </a:r>
          </a:p>
        </p:txBody>
      </p:sp>
      <p:sp>
        <p:nvSpPr>
          <p:cNvPr id="10" name="">
            <a:extLst xmlns:a="http://schemas.openxmlformats.org/drawingml/2006/main">
              <a:ext uri="{FF2B5EF4-FFF2-40B4-BE49-F238E27FC236}">
                <a16:creationId xmlns:a16="http://schemas.microsoft.com/office/drawing/2014/main" id="{04AB2C30-1485-4EE1-88BD-D0079B03A639}"/>
              </a:ext>
            </a:extLst>
          </p:cNvPr>
          <p:cNvSpPr>
            <a:spLocks xmlns:a="http://schemas.openxmlformats.org/drawingml/2006/main" noGrp="1"/>
          </p:cNvSpPr>
          <p:nvPr/>
        </p:nvSpPr>
        <p:spPr>
          <a:xfrm xmlns:a="http://schemas.openxmlformats.org/drawingml/2006/main">
            <a:off x="6096000" y="16668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Potencia u</a:t>
            </a:r>
          </a:p>
        </p:txBody>
      </p:sp>
      <p:graphicFrame>
        <p:nvGraphicFramePr>
          <p:cNvPr id="28" name="Chart"/>
          <p:cNvGraphicFramePr/>
          <p:nvPr/>
        </p:nvGraphicFramePr>
        <p:xfrm>
          <a:off xmlns:a="http://schemas.openxmlformats.org/drawingml/2006/main" x="762000" y="2286000"/>
          <a:ext xmlns:a="http://schemas.openxmlformats.org/drawingml/2006/main" cx="5143500" cy="3114675"/>
        </p:xfrm>
        <a:graphic xmlns:a="http://schemas.openxmlformats.org/drawingml/2006/main">
          <a:graphicData uri="http://schemas.openxmlformats.org/drawingml/2006/chart">
            <c:chart xmlns:r="http://schemas.openxmlformats.org/officeDocument/2006/relationships" xmlns:c="http://schemas.openxmlformats.org/drawingml/2006/chart" r:id="R109515fd5df04e31"/>
          </a:graphicData>
        </a:graphic>
      </p:graphicFrame>
      <p:graphicFrame>
        <p:nvGraphicFramePr>
          <p:cNvPr id="29" name="Chart"/>
          <p:cNvGraphicFramePr/>
          <p:nvPr/>
        </p:nvGraphicFramePr>
        <p:xfrm>
          <a:off xmlns:a="http://schemas.openxmlformats.org/drawingml/2006/main" x="6429375" y="2286000"/>
          <a:ext xmlns:a="http://schemas.openxmlformats.org/drawingml/2006/main" cx="5000625" cy="3114675"/>
        </p:xfrm>
        <a:graphic xmlns:a="http://schemas.openxmlformats.org/drawingml/2006/main">
          <a:graphicData uri="http://schemas.openxmlformats.org/drawingml/2006/chart">
            <c:chart xmlns:r="http://schemas.openxmlformats.org/officeDocument/2006/relationships" xmlns:c="http://schemas.openxmlformats.org/drawingml/2006/chart" r:id="R596d012fdc9e4abc"/>
          </a:graphicData>
        </a:graphic>
      </p:graphicFrame>
      <p:sp>
        <p:nvSpPr>
          <p:cNvPr id="13" name="">
            <a:extLst xmlns:a="http://schemas.openxmlformats.org/drawingml/2006/main">
              <a:ext uri="{FF2B5EF4-FFF2-40B4-BE49-F238E27FC236}">
                <a16:creationId xmlns:a16="http://schemas.microsoft.com/office/drawing/2014/main" id="{349C8F07-B335-4A96-8284-E9DF1574E476}"/>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En este modelo entra y permanece en ±0,2 °C a partir de unos 15,2 min.</a:t>
            </a:r>
          </a:p>
        </p:txBody>
      </p:sp>
      <p:sp>
        <p:nvSpPr>
          <p:cNvPr id="16" name="">
            <a:extLst xmlns:a="http://schemas.openxmlformats.org/drawingml/2006/main">
              <a:ext uri="{FF2B5EF4-FFF2-40B4-BE49-F238E27FC236}">
                <a16:creationId xmlns:a16="http://schemas.microsoft.com/office/drawing/2014/main" id="{6E89DC4D-B566-4854-BBAB-46AAB556C727}"/>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B3250FE-A1CF-43CC-8FA1-0C63F631A58D}"/>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78</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Prueba 2. Enfriar el ambiente durante la simulación</a:t>
            </a:r>
          </a:p>
        </p:txBody>
      </p:sp>
      <p:sp>
        <p:nvSpPr>
          <p:cNvPr id="9" name="">
            <a:extLst xmlns:a="http://schemas.openxmlformats.org/drawingml/2006/main">
              <a:ext uri="{FF2B5EF4-FFF2-40B4-BE49-F238E27FC236}">
                <a16:creationId xmlns:a16="http://schemas.microsoft.com/office/drawing/2014/main" id="{1ACDC8CB-037A-4875-A33D-B83749177A24}"/>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Temperatura interior</a:t>
            </a:r>
          </a:p>
        </p:txBody>
      </p:sp>
      <p:sp>
        <p:nvSpPr>
          <p:cNvPr id="10" name="">
            <a:extLst xmlns:a="http://schemas.openxmlformats.org/drawingml/2006/main">
              <a:ext uri="{FF2B5EF4-FFF2-40B4-BE49-F238E27FC236}">
                <a16:creationId xmlns:a16="http://schemas.microsoft.com/office/drawing/2014/main" id="{A12F92CD-FFB3-4DA5-92A4-C51D177F7205}"/>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Objetivo</a:t>
            </a:r>
          </a:p>
        </p:txBody>
      </p:sp>
      <p:sp>
        <p:nvSpPr>
          <p:cNvPr id="11" name="">
            <a:extLst xmlns:a="http://schemas.openxmlformats.org/drawingml/2006/main">
              <a:ext uri="{FF2B5EF4-FFF2-40B4-BE49-F238E27FC236}">
                <a16:creationId xmlns:a16="http://schemas.microsoft.com/office/drawing/2014/main" id="{D98A0FBA-5778-4F14-BE02-7854BF495D65}"/>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Ambiente</a:t>
            </a:r>
          </a:p>
        </p:txBody>
      </p:sp>
      <p:graphicFrame>
        <p:nvGraphicFramePr>
          <p:cNvPr id="27" name="Chart"/>
          <p:cNvGraphicFramePr/>
          <p:nvPr/>
        </p:nvGraphicFramePr>
        <p:xfrm>
          <a:off xmlns:a="http://schemas.openxmlformats.org/drawingml/2006/main" x="762000" y="2238375"/>
          <a:ext xmlns:a="http://schemas.openxmlformats.org/drawingml/2006/main" cx="10668000" cy="3200400"/>
        </p:xfrm>
        <a:graphic xmlns:a="http://schemas.openxmlformats.org/drawingml/2006/main">
          <a:graphicData uri="http://schemas.openxmlformats.org/drawingml/2006/chart">
            <c:chart xmlns:r="http://schemas.openxmlformats.org/officeDocument/2006/relationships" xmlns:c="http://schemas.openxmlformats.org/drawingml/2006/chart" r:id="Rb3f1f8ec190e413b"/>
          </a:graphicData>
        </a:graphic>
      </p:graphicFrame>
      <p:sp>
        <p:nvSpPr>
          <p:cNvPr id="13" name="">
            <a:extLst xmlns:a="http://schemas.openxmlformats.org/drawingml/2006/main">
              <a:ext uri="{FF2B5EF4-FFF2-40B4-BE49-F238E27FC236}">
                <a16:creationId xmlns:a16="http://schemas.microsoft.com/office/drawing/2014/main" id="{B75C08CF-E99F-4391-AA7D-E4AC6A051ACB}"/>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Al cambiar Ta de 18 a 16 °C en t = 20 min, queda un error final ≈ 0,67 °C.</a:t>
            </a:r>
          </a:p>
        </p:txBody>
      </p:sp>
      <p:sp>
        <p:nvSpPr>
          <p:cNvPr id="15" name="">
            <a:extLst xmlns:a="http://schemas.openxmlformats.org/drawingml/2006/main">
              <a:ext uri="{FF2B5EF4-FFF2-40B4-BE49-F238E27FC236}">
                <a16:creationId xmlns:a16="http://schemas.microsoft.com/office/drawing/2014/main" id="{593DDBDE-A938-485F-94FC-2BEF03D55346}"/>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A544673E-8389-4C0A-8A65-29968BB6D28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7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79</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Prueba 3. Añadir ruido a la medida</a:t>
            </a:r>
          </a:p>
        </p:txBody>
      </p:sp>
      <p:sp>
        <p:nvSpPr>
          <p:cNvPr id="9" name="">
            <a:extLst xmlns:a="http://schemas.openxmlformats.org/drawingml/2006/main">
              <a:ext uri="{FF2B5EF4-FFF2-40B4-BE49-F238E27FC236}">
                <a16:creationId xmlns:a16="http://schemas.microsoft.com/office/drawing/2014/main" id="{29B41C69-A377-4C91-90D1-179955CA5C52}"/>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Sin filtrar</a:t>
            </a:r>
          </a:p>
        </p:txBody>
      </p:sp>
      <p:sp>
        <p:nvSpPr>
          <p:cNvPr id="10" name="">
            <a:extLst xmlns:a="http://schemas.openxmlformats.org/drawingml/2006/main">
              <a:ext uri="{FF2B5EF4-FFF2-40B4-BE49-F238E27FC236}">
                <a16:creationId xmlns:a16="http://schemas.microsoft.com/office/drawing/2014/main" id="{C7A08362-FDA0-488F-932E-B5758B657B41}"/>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Con filtrado</a:t>
            </a:r>
          </a:p>
        </p:txBody>
      </p:sp>
      <p:sp>
        <p:nvSpPr>
          <p:cNvPr id="11" name="">
            <a:extLst xmlns:a="http://schemas.openxmlformats.org/drawingml/2006/main">
              <a:ext uri="{FF2B5EF4-FFF2-40B4-BE49-F238E27FC236}">
                <a16:creationId xmlns:a16="http://schemas.microsoft.com/office/drawing/2014/main" id="{136B182A-240E-4044-A0E8-13E66F0FC7AC}"/>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Objetivo</a:t>
            </a:r>
          </a:p>
        </p:txBody>
      </p:sp>
      <p:graphicFrame>
        <p:nvGraphicFramePr>
          <p:cNvPr id="27" name="Chart"/>
          <p:cNvGraphicFramePr/>
          <p:nvPr/>
        </p:nvGraphicFramePr>
        <p:xfrm>
          <a:off xmlns:a="http://schemas.openxmlformats.org/drawingml/2006/main" x="762000" y="2190750"/>
          <a:ext xmlns:a="http://schemas.openxmlformats.org/drawingml/2006/main" cx="10668000" cy="3219450"/>
        </p:xfrm>
        <a:graphic xmlns:a="http://schemas.openxmlformats.org/drawingml/2006/main">
          <a:graphicData uri="http://schemas.openxmlformats.org/drawingml/2006/chart">
            <c:chart xmlns:r="http://schemas.openxmlformats.org/officeDocument/2006/relationships" xmlns:c="http://schemas.openxmlformats.org/drawingml/2006/chart" r:id="R63d754f8ab604386"/>
          </a:graphicData>
        </a:graphic>
      </p:graphicFrame>
      <p:sp>
        <p:nvSpPr>
          <p:cNvPr id="13" name="">
            <a:extLst xmlns:a="http://schemas.openxmlformats.org/drawingml/2006/main">
              <a:ext uri="{FF2B5EF4-FFF2-40B4-BE49-F238E27FC236}">
                <a16:creationId xmlns:a16="http://schemas.microsoft.com/office/drawing/2014/main" id="{575C3F54-5E84-429B-A984-9D01F0D4D2F4}"/>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Diferenciar una señal ruidosa amplifica sus variaciones; filtrar añade retardo.</a:t>
            </a:r>
          </a:p>
        </p:txBody>
      </p:sp>
      <p:sp>
        <p:nvSpPr>
          <p:cNvPr id="15" name="">
            <a:extLst xmlns:a="http://schemas.openxmlformats.org/drawingml/2006/main">
              <a:ext uri="{FF2B5EF4-FFF2-40B4-BE49-F238E27FC236}">
                <a16:creationId xmlns:a16="http://schemas.microsoft.com/office/drawing/2014/main" id="{01EC8BD7-6785-4E76-AD81-6828C3BE1F4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D835224F-A083-49B9-AB70-6C0F28A4CB3E}"/>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80</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Comparación: el mismo proceso con un termostato</a:t>
            </a:r>
          </a:p>
        </p:txBody>
      </p:sp>
      <p:sp>
        <p:nvSpPr>
          <p:cNvPr id="9" name="">
            <a:extLst xmlns:a="http://schemas.openxmlformats.org/drawingml/2006/main">
              <a:ext uri="{FF2B5EF4-FFF2-40B4-BE49-F238E27FC236}">
                <a16:creationId xmlns:a16="http://schemas.microsoft.com/office/drawing/2014/main" id="{120CCF08-E6BE-43E1-A135-0AB478E785FA}"/>
              </a:ext>
            </a:extLst>
          </p:cNvPr>
          <p:cNvSpPr>
            <a:spLocks xmlns:a="http://schemas.openxmlformats.org/drawingml/2006/main" noGrp="1"/>
          </p:cNvSpPr>
          <p:nvPr/>
        </p:nvSpPr>
        <p:spPr>
          <a:xfrm xmlns:a="http://schemas.openxmlformats.org/drawingml/2006/main">
            <a:off x="762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2162A0"/>
                </a:solidFill>
                <a:latin typeface="Arial"/>
                <a:ea typeface="Arial"/>
                <a:cs typeface="Arial"/>
              </a:defRPr>
            </a:pPr>
            <a:r>
              <a:rPr sz="1800" b="1">
                <a:solidFill>
                  <a:srgbClr val="2162A0"/>
                </a:solidFill>
                <a:latin typeface="Arial"/>
                <a:ea typeface="Arial"/>
                <a:cs typeface="Arial"/>
              </a:rPr>
              <a:t>Fuzzy</a:t>
            </a:r>
          </a:p>
        </p:txBody>
      </p:sp>
      <p:sp>
        <p:nvSpPr>
          <p:cNvPr id="10" name="">
            <a:extLst xmlns:a="http://schemas.openxmlformats.org/drawingml/2006/main">
              <a:ext uri="{FF2B5EF4-FFF2-40B4-BE49-F238E27FC236}">
                <a16:creationId xmlns:a16="http://schemas.microsoft.com/office/drawing/2014/main" id="{EEFB7A13-DDF7-4F3F-89A0-3CC8BB3CA2AC}"/>
              </a:ext>
            </a:extLst>
          </p:cNvPr>
          <p:cNvSpPr>
            <a:spLocks xmlns:a="http://schemas.openxmlformats.org/drawingml/2006/main" noGrp="1"/>
          </p:cNvSpPr>
          <p:nvPr/>
        </p:nvSpPr>
        <p:spPr>
          <a:xfrm xmlns:a="http://schemas.openxmlformats.org/drawingml/2006/main">
            <a:off x="4318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ON/OFF</a:t>
            </a:r>
          </a:p>
        </p:txBody>
      </p:sp>
      <p:sp>
        <p:nvSpPr>
          <p:cNvPr id="11" name="">
            <a:extLst xmlns:a="http://schemas.openxmlformats.org/drawingml/2006/main">
              <a:ext uri="{FF2B5EF4-FFF2-40B4-BE49-F238E27FC236}">
                <a16:creationId xmlns:a16="http://schemas.microsoft.com/office/drawing/2014/main" id="{E70B060C-12EC-4FA5-8A0E-CC197E797A6A}"/>
              </a:ext>
            </a:extLst>
          </p:cNvPr>
          <p:cNvSpPr>
            <a:spLocks xmlns:a="http://schemas.openxmlformats.org/drawingml/2006/main" noGrp="1"/>
          </p:cNvSpPr>
          <p:nvPr/>
        </p:nvSpPr>
        <p:spPr>
          <a:xfrm xmlns:a="http://schemas.openxmlformats.org/drawingml/2006/main">
            <a:off x="7874000" y="1666875"/>
            <a:ext cx="3460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60863D"/>
                </a:solidFill>
                <a:latin typeface="Arial"/>
                <a:ea typeface="Arial"/>
                <a:cs typeface="Arial"/>
              </a:defRPr>
            </a:pPr>
            <a:r>
              <a:rPr sz="1800" b="1">
                <a:solidFill>
                  <a:srgbClr val="60863D"/>
                </a:solidFill>
                <a:latin typeface="Arial"/>
                <a:ea typeface="Arial"/>
                <a:cs typeface="Arial"/>
              </a:rPr>
              <a:t>Objetivo</a:t>
            </a:r>
          </a:p>
        </p:txBody>
      </p:sp>
      <p:graphicFrame>
        <p:nvGraphicFramePr>
          <p:cNvPr id="27" name="Chart"/>
          <p:cNvGraphicFramePr/>
          <p:nvPr/>
        </p:nvGraphicFramePr>
        <p:xfrm>
          <a:off xmlns:a="http://schemas.openxmlformats.org/drawingml/2006/main" x="762000" y="2238375"/>
          <a:ext xmlns:a="http://schemas.openxmlformats.org/drawingml/2006/main" cx="10668000" cy="3181350"/>
        </p:xfrm>
        <a:graphic xmlns:a="http://schemas.openxmlformats.org/drawingml/2006/main">
          <a:graphicData uri="http://schemas.openxmlformats.org/drawingml/2006/chart">
            <c:chart xmlns:r="http://schemas.openxmlformats.org/officeDocument/2006/relationships" xmlns:c="http://schemas.openxmlformats.org/drawingml/2006/chart" r:id="Rb1034b0b40e647de"/>
          </a:graphicData>
        </a:graphic>
      </p:graphicFrame>
      <p:sp>
        <p:nvSpPr>
          <p:cNvPr id="13" name="">
            <a:extLst xmlns:a="http://schemas.openxmlformats.org/drawingml/2006/main">
              <a:ext uri="{FF2B5EF4-FFF2-40B4-BE49-F238E27FC236}">
                <a16:creationId xmlns:a16="http://schemas.microsoft.com/office/drawing/2014/main" id="{A2E43AAE-6E68-468C-8B95-F94BF857DA19}"/>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El ON/OFF llega antes, pero oscila. Fuzzy resulta más gradual con este ajuste.</a:t>
            </a:r>
          </a:p>
        </p:txBody>
      </p:sp>
      <p:sp>
        <p:nvSpPr>
          <p:cNvPr id="15" name="">
            <a:extLst xmlns:a="http://schemas.openxmlformats.org/drawingml/2006/main">
              <a:ext uri="{FF2B5EF4-FFF2-40B4-BE49-F238E27FC236}">
                <a16:creationId xmlns:a16="http://schemas.microsoft.com/office/drawing/2014/main" id="{653DA643-F463-4797-850D-115DAD40A705}"/>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6" name="">
            <a:extLst xmlns:a="http://schemas.openxmlformats.org/drawingml/2006/main">
              <a:ext uri="{FF2B5EF4-FFF2-40B4-BE49-F238E27FC236}">
                <a16:creationId xmlns:a16="http://schemas.microsoft.com/office/drawing/2014/main" id="{40AE3173-E276-479C-B8C8-76869D85E515}"/>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81</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Evaluación: rapidez, oscilación y consumo</a:t>
            </a:r>
          </a:p>
        </p:txBody>
      </p:sp>
      <p:graphicFrame>
        <p:nvGraphicFramePr>
          <p:cNvPr id="21" name=""/>
          <p:cNvGraphicFramePr/>
          <p:nvPr/>
        </p:nvGraphicFramePr>
        <p:xfrm>
          <a:off xmlns:a="http://schemas.openxmlformats.org/drawingml/2006/main" x="762000" y="2133600"/>
          <a:ext xmlns:a="http://schemas.openxmlformats.org/drawingml/2006/main" cx="10668000" cy="2847975"/>
        </p:xfrm>
        <a:graphic xmlns:a="http://schemas.openxmlformats.org/drawingml/2006/main">
          <a:graphicData uri="http://schemas.openxmlformats.org/drawingml/2006/table">
            <a:tbl>
              <a:tblPr/>
              <a:tblGrid>
                <a:gridCol w="5143500"/>
                <a:gridCol w="2762250"/>
                <a:gridCol w="2762250"/>
              </a:tblGrid>
              <a:tr h="569595">
                <a:tc>
                  <a:txBody>
                    <a:bodyPr lIns="85725" tIns="76200" rIns="85725" bIns="76200"/>
                    <a:lstStyle/>
                    <a:p>
                      <a:pPr algn="ctr">
                        <a:buNone/>
                      </a:pPr>
                      <a:r>
                        <a:rPr sz="1875" b="1">
                          <a:solidFill>
                            <a:srgbClr val="2162A0"/>
                          </a:solidFill>
                          <a:latin typeface="Arial"/>
                          <a:ea typeface="Arial"/>
                          <a:cs typeface="Arial"/>
                        </a:rPr>
                        <a:t>Métrica, ensayo de 60 min</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Fuzzy</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ON/OFF</a:t>
                      </a:r>
                    </a:p>
                  </a:txBody>
                  <a:tcPr marL="91440" marR="91440" marT="45720" marB="45720" anchor="ctr">
                    <a:solidFill>
                      <a:srgbClr val="E7EFF5"/>
                    </a:solidFill>
                  </a:tcPr>
                </a:tc>
              </a:tr>
              <a:tr h="569595">
                <a:tc>
                  <a:txBody>
                    <a:bodyPr lIns="85725" tIns="76200" rIns="85725" bIns="76200"/>
                    <a:lstStyle/>
                    <a:p>
                      <a:pPr algn="ctr">
                        <a:buNone/>
                      </a:pPr>
                      <a:r>
                        <a:rPr sz="1875" b="0">
                          <a:solidFill>
                            <a:srgbClr val="233746"/>
                          </a:solidFill>
                          <a:latin typeface="Arial"/>
                          <a:ea typeface="Arial"/>
                          <a:cs typeface="Arial"/>
                        </a:rPr>
                        <a:t>Error absoluto integrado (°C·min)</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21,06</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11,43</a:t>
                      </a:r>
                    </a:p>
                  </a:txBody>
                  <a:tcPr marL="91440" marR="91440" marT="45720" marB="45720" anchor="ctr">
                    <a:solidFill>
                      <a:srgbClr val="FFFFFF"/>
                    </a:solidFill>
                  </a:tcPr>
                </a:tc>
              </a:tr>
              <a:tr h="569595">
                <a:tc>
                  <a:txBody>
                    <a:bodyPr lIns="85725" tIns="76200" rIns="85725" bIns="76200"/>
                    <a:lstStyle/>
                    <a:p>
                      <a:pPr algn="ctr">
                        <a:buNone/>
                      </a:pPr>
                      <a:r>
                        <a:rPr sz="1875" b="0">
                          <a:solidFill>
                            <a:srgbClr val="233746"/>
                          </a:solidFill>
                          <a:latin typeface="Arial"/>
                          <a:ea typeface="Arial"/>
                          <a:cs typeface="Arial"/>
                        </a:rPr>
                        <a:t>Máximo sobre 22 °C (°C)</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0,00</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0,29</a:t>
                      </a:r>
                    </a:p>
                  </a:txBody>
                  <a:tcPr marL="91440" marR="91440" marT="45720" marB="45720" anchor="ctr">
                    <a:solidFill>
                      <a:srgbClr val="F4F7F9"/>
                    </a:solidFill>
                  </a:tcPr>
                </a:tc>
              </a:tr>
              <a:tr h="569595">
                <a:tc>
                  <a:txBody>
                    <a:bodyPr lIns="85725" tIns="76200" rIns="85725" bIns="76200"/>
                    <a:lstStyle/>
                    <a:p>
                      <a:pPr algn="ctr">
                        <a:buNone/>
                      </a:pPr>
                      <a:r>
                        <a:rPr sz="1875" b="0">
                          <a:solidFill>
                            <a:srgbClr val="233746"/>
                          </a:solidFill>
                          <a:latin typeface="Arial"/>
                          <a:ea typeface="Arial"/>
                          <a:cs typeface="Arial"/>
                        </a:rPr>
                        <a:t>Energía del calefactor (kWh)</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0,431</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0,458</a:t>
                      </a:r>
                    </a:p>
                  </a:txBody>
                  <a:tcPr marL="91440" marR="91440" marT="45720" marB="45720" anchor="ctr">
                    <a:solidFill>
                      <a:srgbClr val="FFFFFF"/>
                    </a:solidFill>
                  </a:tcPr>
                </a:tc>
              </a:tr>
              <a:tr h="569595">
                <a:tc>
                  <a:txBody>
                    <a:bodyPr lIns="85725" tIns="76200" rIns="85725" bIns="76200"/>
                    <a:lstStyle/>
                    <a:p>
                      <a:pPr algn="ctr">
                        <a:buNone/>
                      </a:pPr>
                      <a:r>
                        <a:rPr sz="1875" b="0">
                          <a:solidFill>
                            <a:srgbClr val="233746"/>
                          </a:solidFill>
                          <a:latin typeface="Arial"/>
                          <a:ea typeface="Arial"/>
                          <a:cs typeface="Arial"/>
                        </a:rPr>
                        <a:t>Permanencia en ±0,2 °C</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Desde 15,2 min</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Oscila fuera de la banda</a:t>
                      </a:r>
                    </a:p>
                  </a:txBody>
                  <a:tcPr marL="91440" marR="91440" marT="45720" marB="45720" anchor="ctr">
                    <a:solidFill>
                      <a:srgbClr val="F4F7F9"/>
                    </a:solidFill>
                  </a:tcPr>
                </a:tc>
              </a:tr>
            </a:tbl>
          </a:graphicData>
        </a:graphic>
      </p:graphicFrame>
      <p:sp>
        <p:nvSpPr>
          <p:cNvPr id="10" name="">
            <a:extLst xmlns:a="http://schemas.openxmlformats.org/drawingml/2006/main">
              <a:ext uri="{FF2B5EF4-FFF2-40B4-BE49-F238E27FC236}">
                <a16:creationId xmlns:a16="http://schemas.microsoft.com/office/drawing/2014/main" id="{CF746CC3-4965-450D-AF5E-FCE1A803656D}"/>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Ningún ajuste gana en todos los criterios. Las prioridades deben fijarse antes.</a:t>
            </a:r>
          </a:p>
        </p:txBody>
      </p:sp>
      <p:sp>
        <p:nvSpPr>
          <p:cNvPr id="12" name="">
            <a:extLst xmlns:a="http://schemas.openxmlformats.org/drawingml/2006/main">
              <a:ext uri="{FF2B5EF4-FFF2-40B4-BE49-F238E27FC236}">
                <a16:creationId xmlns:a16="http://schemas.microsoft.com/office/drawing/2014/main" id="{913D8349-2360-4FF3-A2EC-F65232C68241}"/>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3" name="">
            <a:extLst xmlns:a="http://schemas.openxmlformats.org/drawingml/2006/main">
              <a:ext uri="{FF2B5EF4-FFF2-40B4-BE49-F238E27FC236}">
                <a16:creationId xmlns:a16="http://schemas.microsoft.com/office/drawing/2014/main" id="{D71C556C-5AF3-4240-A924-9408BE904023}"/>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82</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Ajuste: cambiar un parámetro y volver a probar</a:t>
            </a:r>
          </a:p>
        </p:txBody>
      </p:sp>
      <p:sp>
        <p:nvSpPr>
          <p:cNvPr id="9" name="">
            <a:extLst xmlns:a="http://schemas.openxmlformats.org/drawingml/2006/main">
              <a:ext uri="{FF2B5EF4-FFF2-40B4-BE49-F238E27FC236}">
                <a16:creationId xmlns:a16="http://schemas.microsoft.com/office/drawing/2014/main" id="{1353D64E-44A1-4DF7-A0BC-55D6BC27696F}"/>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Si tarda demasiado</a:t>
            </a:r>
          </a:p>
        </p:txBody>
      </p:sp>
      <p:sp>
        <p:nvSpPr>
          <p:cNvPr id="10" name="">
            <a:extLst xmlns:a="http://schemas.openxmlformats.org/drawingml/2006/main">
              <a:ext uri="{FF2B5EF4-FFF2-40B4-BE49-F238E27FC236}">
                <a16:creationId xmlns:a16="http://schemas.microsoft.com/office/drawing/2014/main" id="{44E3640E-D335-443B-B040-0349D780833B}"/>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Revisar escalas, consecuencias y potencia disponible; medir el sobreimpulso.</a:t>
            </a:r>
          </a:p>
        </p:txBody>
      </p:sp>
      <p:sp>
        <p:nvSpPr>
          <p:cNvPr id="11" name="">
            <a:extLst xmlns:a="http://schemas.openxmlformats.org/drawingml/2006/main">
              <a:ext uri="{FF2B5EF4-FFF2-40B4-BE49-F238E27FC236}">
                <a16:creationId xmlns:a16="http://schemas.microsoft.com/office/drawing/2014/main" id="{B527A9BC-34C3-4394-959B-35339F74B9C5}"/>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Si oscila o amplifica ruido</a:t>
            </a:r>
          </a:p>
        </p:txBody>
      </p:sp>
      <p:sp>
        <p:nvSpPr>
          <p:cNvPr id="12" name="">
            <a:extLst xmlns:a="http://schemas.openxmlformats.org/drawingml/2006/main">
              <a:ext uri="{FF2B5EF4-FFF2-40B4-BE49-F238E27FC236}">
                <a16:creationId xmlns:a16="http://schemas.microsoft.com/office/drawing/2014/main" id="{D9720B35-5A91-449F-9B28-350F30B0E35C}"/>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Revisar muestreo, tendencia, filtrado y cambios bruscos de la base de reglas.</a:t>
            </a:r>
          </a:p>
        </p:txBody>
      </p:sp>
      <p:sp>
        <p:nvSpPr>
          <p:cNvPr id="13" name="">
            <a:extLst xmlns:a="http://schemas.openxmlformats.org/drawingml/2006/main">
              <a:ext uri="{FF2B5EF4-FFF2-40B4-BE49-F238E27FC236}">
                <a16:creationId xmlns:a16="http://schemas.microsoft.com/office/drawing/2014/main" id="{5756244D-70BB-475E-ABE8-6110DDBC2961}"/>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Si queda error permanente</a:t>
            </a:r>
          </a:p>
        </p:txBody>
      </p:sp>
      <p:sp>
        <p:nvSpPr>
          <p:cNvPr id="14" name="">
            <a:extLst xmlns:a="http://schemas.openxmlformats.org/drawingml/2006/main">
              <a:ext uri="{FF2B5EF4-FFF2-40B4-BE49-F238E27FC236}">
                <a16:creationId xmlns:a16="http://schemas.microsoft.com/office/drawing/2014/main" id="{D0A66562-3875-4145-B7DA-0695B2EF75F3}"/>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Revisar compensación de pérdidas o una acción integral; volver a simular.</a:t>
            </a:r>
          </a:p>
        </p:txBody>
      </p:sp>
      <p:sp>
        <p:nvSpPr>
          <p:cNvPr id="15" name="">
            <a:extLst xmlns:a="http://schemas.openxmlformats.org/drawingml/2006/main">
              <a:ext uri="{FF2B5EF4-FFF2-40B4-BE49-F238E27FC236}">
                <a16:creationId xmlns:a16="http://schemas.microsoft.com/office/drawing/2014/main" id="{47BFA85F-8B28-4438-8F0D-8A00BB81BCE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Modificar una decisión de diseño cada vez y repetir también los casos que antes funcionaban.</a:t>
            </a:r>
          </a:p>
        </p:txBody>
      </p:sp>
      <p:sp>
        <p:nvSpPr>
          <p:cNvPr id="16" name="">
            <a:extLst xmlns:a="http://schemas.openxmlformats.org/drawingml/2006/main">
              <a:ext uri="{FF2B5EF4-FFF2-40B4-BE49-F238E27FC236}">
                <a16:creationId xmlns:a16="http://schemas.microsoft.com/office/drawing/2014/main" id="{68468484-2E07-4AB2-855C-7ACEE2CBE403}"/>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86A8B399-B63D-4287-B8C5-F840543F270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83</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Si el resultado falla, localizar el bloque</a:t>
            </a:r>
          </a:p>
        </p:txBody>
      </p:sp>
      <p:graphicFrame>
        <p:nvGraphicFramePr>
          <p:cNvPr id="20" name=""/>
          <p:cNvGraphicFramePr/>
          <p:nvPr/>
        </p:nvGraphicFramePr>
        <p:xfrm>
          <a:off xmlns:a="http://schemas.openxmlformats.org/drawingml/2006/main" x="762000" y="1733550"/>
          <a:ext xmlns:a="http://schemas.openxmlformats.org/drawingml/2006/main" cx="10668000" cy="3571875"/>
        </p:xfrm>
        <a:graphic xmlns:a="http://schemas.openxmlformats.org/drawingml/2006/main">
          <a:graphicData uri="http://schemas.openxmlformats.org/drawingml/2006/table">
            <a:tbl>
              <a:tblPr/>
              <a:tblGrid>
                <a:gridCol w="5381625"/>
                <a:gridCol w="5286375"/>
              </a:tblGrid>
              <a:tr h="595313">
                <a:tc>
                  <a:txBody>
                    <a:bodyPr lIns="85725" tIns="76200" rIns="85725" bIns="76200"/>
                    <a:lstStyle/>
                    <a:p>
                      <a:pPr algn="ctr">
                        <a:buNone/>
                      </a:pPr>
                      <a:r>
                        <a:rPr sz="1875" b="1">
                          <a:solidFill>
                            <a:srgbClr val="2162A0"/>
                          </a:solidFill>
                          <a:latin typeface="Arial"/>
                          <a:ea typeface="Arial"/>
                          <a:cs typeface="Arial"/>
                        </a:rPr>
                        <a:t>Síntoma</a:t>
                      </a:r>
                    </a:p>
                  </a:txBody>
                  <a:tcPr marL="91440" marR="91440" marT="45720" marB="45720" anchor="ctr">
                    <a:solidFill>
                      <a:srgbClr val="E7EFF5"/>
                    </a:solidFill>
                  </a:tcPr>
                </a:tc>
                <a:tc>
                  <a:txBody>
                    <a:bodyPr lIns="85725" tIns="76200" rIns="85725" bIns="76200"/>
                    <a:lstStyle/>
                    <a:p>
                      <a:pPr algn="ctr">
                        <a:buNone/>
                      </a:pPr>
                      <a:r>
                        <a:rPr sz="1875" b="1">
                          <a:solidFill>
                            <a:srgbClr val="2162A0"/>
                          </a:solidFill>
                          <a:latin typeface="Arial"/>
                          <a:ea typeface="Arial"/>
                          <a:cs typeface="Arial"/>
                        </a:rPr>
                        <a:t>Primer bloque que revisar</a:t>
                      </a:r>
                    </a:p>
                  </a:txBody>
                  <a:tcPr marL="91440" marR="91440" marT="45720" marB="45720" anchor="ctr">
                    <a:solidFill>
                      <a:srgbClr val="E7EFF5"/>
                    </a:solidFill>
                  </a:tcPr>
                </a:tc>
              </a:tr>
              <a:tr h="595313">
                <a:tc>
                  <a:txBody>
                    <a:bodyPr lIns="85725" tIns="76200" rIns="85725" bIns="76200"/>
                    <a:lstStyle/>
                    <a:p>
                      <a:pPr algn="ctr">
                        <a:buNone/>
                      </a:pPr>
                      <a:r>
                        <a:rPr sz="1875" b="0">
                          <a:solidFill>
                            <a:srgbClr val="233746"/>
                          </a:solidFill>
                          <a:latin typeface="Arial"/>
                          <a:ea typeface="Arial"/>
                          <a:cs typeface="Arial"/>
                        </a:rPr>
                        <a:t>No se activa ninguna regla</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Entradas: rangos, hombros y cobertura</a:t>
                      </a:r>
                    </a:p>
                  </a:txBody>
                  <a:tcPr marL="91440" marR="91440" marT="45720" marB="45720" anchor="ctr">
                    <a:solidFill>
                      <a:srgbClr val="FFFFFF"/>
                    </a:solidFill>
                  </a:tcPr>
                </a:tc>
              </a:tr>
              <a:tr h="595313">
                <a:tc>
                  <a:txBody>
                    <a:bodyPr lIns="85725" tIns="76200" rIns="85725" bIns="76200"/>
                    <a:lstStyle/>
                    <a:p>
                      <a:pPr algn="ctr">
                        <a:buNone/>
                      </a:pPr>
                      <a:r>
                        <a:rPr sz="1875" b="0">
                          <a:solidFill>
                            <a:srgbClr val="233746"/>
                          </a:solidFill>
                          <a:latin typeface="Arial"/>
                          <a:ea typeface="Arial"/>
                          <a:cs typeface="Arial"/>
                        </a:rPr>
                        <a:t>Calienta cuando debería reducir</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Entradas/reglas: signo del error y consecuentes</a:t>
                      </a:r>
                    </a:p>
                  </a:txBody>
                  <a:tcPr marL="91440" marR="91440" marT="45720" marB="45720" anchor="ctr">
                    <a:solidFill>
                      <a:srgbClr val="F4F7F9"/>
                    </a:solidFill>
                  </a:tcPr>
                </a:tc>
              </a:tr>
              <a:tr h="595313">
                <a:tc>
                  <a:txBody>
                    <a:bodyPr lIns="85725" tIns="76200" rIns="85725" bIns="76200"/>
                    <a:lstStyle/>
                    <a:p>
                      <a:pPr algn="ctr">
                        <a:buNone/>
                      </a:pPr>
                      <a:r>
                        <a:rPr sz="1875" b="0">
                          <a:solidFill>
                            <a:srgbClr val="233746"/>
                          </a:solidFill>
                          <a:latin typeface="Arial"/>
                          <a:ea typeface="Arial"/>
                          <a:cs typeface="Arial"/>
                        </a:rPr>
                        <a:t>La potencia sale fuera de rango</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Salida/actuador: cálculo y límites físicos</a:t>
                      </a:r>
                    </a:p>
                  </a:txBody>
                  <a:tcPr marL="91440" marR="91440" marT="45720" marB="45720" anchor="ctr">
                    <a:solidFill>
                      <a:srgbClr val="FFFFFF"/>
                    </a:solidFill>
                  </a:tcPr>
                </a:tc>
              </a:tr>
              <a:tr h="595313">
                <a:tc>
                  <a:txBody>
                    <a:bodyPr lIns="85725" tIns="76200" rIns="85725" bIns="76200"/>
                    <a:lstStyle/>
                    <a:p>
                      <a:pPr algn="ctr">
                        <a:buNone/>
                      </a:pPr>
                      <a:r>
                        <a:rPr sz="1875" b="0">
                          <a:solidFill>
                            <a:srgbClr val="233746"/>
                          </a:solidFill>
                          <a:latin typeface="Arial"/>
                          <a:ea typeface="Arial"/>
                          <a:cs typeface="Arial"/>
                        </a:rPr>
                        <a:t>Oscila o reacciona con brusquedad</a:t>
                      </a:r>
                    </a:p>
                  </a:txBody>
                  <a:tcPr marL="91440" marR="91440" marT="45720" marB="45720" anchor="ctr">
                    <a:solidFill>
                      <a:srgbClr val="F4F7F9"/>
                    </a:solidFill>
                  </a:tcPr>
                </a:tc>
                <a:tc>
                  <a:txBody>
                    <a:bodyPr lIns="85725" tIns="76200" rIns="85725" bIns="76200"/>
                    <a:lstStyle/>
                    <a:p>
                      <a:pPr algn="ctr">
                        <a:buNone/>
                      </a:pPr>
                      <a:r>
                        <a:rPr sz="1875" b="0">
                          <a:solidFill>
                            <a:srgbClr val="233746"/>
                          </a:solidFill>
                          <a:latin typeface="Arial"/>
                          <a:ea typeface="Arial"/>
                          <a:cs typeface="Arial"/>
                        </a:rPr>
                        <a:t>Lazo: muestreo, escala de variación y filtrado</a:t>
                      </a:r>
                    </a:p>
                  </a:txBody>
                  <a:tcPr marL="91440" marR="91440" marT="45720" marB="45720" anchor="ctr">
                    <a:solidFill>
                      <a:srgbClr val="F4F7F9"/>
                    </a:solidFill>
                  </a:tcPr>
                </a:tc>
              </a:tr>
              <a:tr h="595313">
                <a:tc>
                  <a:txBody>
                    <a:bodyPr lIns="85725" tIns="76200" rIns="85725" bIns="76200"/>
                    <a:lstStyle/>
                    <a:p>
                      <a:pPr algn="ctr">
                        <a:buNone/>
                      </a:pPr>
                      <a:r>
                        <a:rPr sz="1875" b="0">
                          <a:solidFill>
                            <a:srgbClr val="233746"/>
                          </a:solidFill>
                          <a:latin typeface="Arial"/>
                          <a:ea typeface="Arial"/>
                          <a:cs typeface="Arial"/>
                        </a:rPr>
                        <a:t>Queda error al cambiar el ambiente</a:t>
                      </a:r>
                    </a:p>
                  </a:txBody>
                  <a:tcPr marL="91440" marR="91440" marT="45720" marB="45720" anchor="ctr">
                    <a:solidFill>
                      <a:srgbClr val="FFFFFF"/>
                    </a:solidFill>
                  </a:tcPr>
                </a:tc>
                <a:tc>
                  <a:txBody>
                    <a:bodyPr lIns="85725" tIns="76200" rIns="85725" bIns="76200"/>
                    <a:lstStyle/>
                    <a:p>
                      <a:pPr algn="ctr">
                        <a:buNone/>
                      </a:pPr>
                      <a:r>
                        <a:rPr sz="1875" b="0">
                          <a:solidFill>
                            <a:srgbClr val="233746"/>
                          </a:solidFill>
                          <a:latin typeface="Arial"/>
                          <a:ea typeface="Arial"/>
                          <a:cs typeface="Arial"/>
                        </a:rPr>
                        <a:t>Lazo: pérdidas, reglas y necesidad de integral</a:t>
                      </a:r>
                    </a:p>
                  </a:txBody>
                  <a:tcPr marL="91440" marR="91440" marT="45720" marB="45720" anchor="ctr">
                    <a:solidFill>
                      <a:srgbClr val="FFFFFF"/>
                    </a:solidFill>
                  </a:tcPr>
                </a:tc>
              </a:tr>
            </a:tbl>
          </a:graphicData>
        </a:graphic>
      </p:graphicFrame>
      <p:sp>
        <p:nvSpPr>
          <p:cNvPr id="10" name="">
            <a:extLst xmlns:a="http://schemas.openxmlformats.org/drawingml/2006/main">
              <a:ext uri="{FF2B5EF4-FFF2-40B4-BE49-F238E27FC236}">
                <a16:creationId xmlns:a16="http://schemas.microsoft.com/office/drawing/2014/main" id="{37E25EF7-B026-465F-BC5D-E22C3E92D840}"/>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Cambiar una cosa, repetir las pruebas y comprobar qué comportamiento ha cambiado.</a:t>
            </a:r>
          </a:p>
        </p:txBody>
      </p:sp>
      <p:sp>
        <p:nvSpPr>
          <p:cNvPr id="11" name="">
            <a:extLst xmlns:a="http://schemas.openxmlformats.org/drawingml/2006/main">
              <a:ext uri="{FF2B5EF4-FFF2-40B4-BE49-F238E27FC236}">
                <a16:creationId xmlns:a16="http://schemas.microsoft.com/office/drawing/2014/main" id="{8DAA2A35-9CA7-40BA-8A4C-15E57A4A314A}"/>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2" name="">
            <a:extLst xmlns:a="http://schemas.openxmlformats.org/drawingml/2006/main">
              <a:ext uri="{FF2B5EF4-FFF2-40B4-BE49-F238E27FC236}">
                <a16:creationId xmlns:a16="http://schemas.microsoft.com/office/drawing/2014/main" id="{4E6F8116-1E5B-4686-AB7F-69DF967C5036}"/>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84</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Qué debe entregar vuestro controlador</a:t>
            </a:r>
          </a:p>
        </p:txBody>
      </p:sp>
      <p:sp>
        <p:nvSpPr>
          <p:cNvPr id="9" name="">
            <a:extLst xmlns:a="http://schemas.openxmlformats.org/drawingml/2006/main">
              <a:ext uri="{FF2B5EF4-FFF2-40B4-BE49-F238E27FC236}">
                <a16:creationId xmlns:a16="http://schemas.microsoft.com/office/drawing/2014/main" id="{E61B71F8-1BE7-4058-B1A7-6FEF31350627}"/>
              </a:ext>
            </a:extLst>
          </p:cNvPr>
          <p:cNvSpPr>
            <a:spLocks xmlns:a="http://schemas.openxmlformats.org/drawingml/2006/main" noGrp="1"/>
          </p:cNvSpPr>
          <p:nvPr/>
        </p:nvSpPr>
        <p:spPr>
          <a:xfrm xmlns:a="http://schemas.openxmlformats.org/drawingml/2006/main">
            <a:off x="762000" y="16192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Diseño explicado</a:t>
            </a:r>
          </a:p>
        </p:txBody>
      </p:sp>
      <p:sp>
        <p:nvSpPr>
          <p:cNvPr id="10" name="">
            <a:extLst xmlns:a="http://schemas.openxmlformats.org/drawingml/2006/main">
              <a:ext uri="{FF2B5EF4-FFF2-40B4-BE49-F238E27FC236}">
                <a16:creationId xmlns:a16="http://schemas.microsoft.com/office/drawing/2014/main" id="{26C64307-6C0F-4F23-9807-20C550A58B91}"/>
              </a:ext>
            </a:extLst>
          </p:cNvPr>
          <p:cNvSpPr>
            <a:spLocks xmlns:a="http://schemas.openxmlformats.org/drawingml/2006/main" noGrp="1"/>
          </p:cNvSpPr>
          <p:nvPr/>
        </p:nvSpPr>
        <p:spPr>
          <a:xfrm xmlns:a="http://schemas.openxmlformats.org/drawingml/2006/main">
            <a:off x="762000" y="207645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Entradas, salida, unidades, rangos, pertenencias, reglas y método de inferencia.</a:t>
            </a:r>
          </a:p>
        </p:txBody>
      </p:sp>
      <p:sp>
        <p:nvSpPr>
          <p:cNvPr id="11" name="">
            <a:extLst xmlns:a="http://schemas.openxmlformats.org/drawingml/2006/main">
              <a:ext uri="{FF2B5EF4-FFF2-40B4-BE49-F238E27FC236}">
                <a16:creationId xmlns:a16="http://schemas.microsoft.com/office/drawing/2014/main" id="{178C7B67-234B-4CFE-B468-469863BC3BB6}"/>
              </a:ext>
            </a:extLst>
          </p:cNvPr>
          <p:cNvSpPr>
            <a:spLocks xmlns:a="http://schemas.openxmlformats.org/drawingml/2006/main" noGrp="1"/>
          </p:cNvSpPr>
          <p:nvPr/>
        </p:nvSpPr>
        <p:spPr>
          <a:xfrm xmlns:a="http://schemas.openxmlformats.org/drawingml/2006/main">
            <a:off x="762000" y="2905125"/>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Implementación comprobable</a:t>
            </a:r>
          </a:p>
        </p:txBody>
      </p:sp>
      <p:sp>
        <p:nvSpPr>
          <p:cNvPr id="12" name="">
            <a:extLst xmlns:a="http://schemas.openxmlformats.org/drawingml/2006/main">
              <a:ext uri="{FF2B5EF4-FFF2-40B4-BE49-F238E27FC236}">
                <a16:creationId xmlns:a16="http://schemas.microsoft.com/office/drawing/2014/main" id="{37B6407D-3714-4BE8-A894-8F7DEF21604C}"/>
              </a:ext>
            </a:extLst>
          </p:cNvPr>
          <p:cNvSpPr>
            <a:spLocks xmlns:a="http://schemas.openxmlformats.org/drawingml/2006/main" noGrp="1"/>
          </p:cNvSpPr>
          <p:nvPr/>
        </p:nvSpPr>
        <p:spPr>
          <a:xfrm xmlns:a="http://schemas.openxmlformats.org/drawingml/2006/main">
            <a:off x="762000" y="3362325"/>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Código, cálculo manual de un instante y registro de la evolución del sistema.</a:t>
            </a:r>
          </a:p>
        </p:txBody>
      </p:sp>
      <p:sp>
        <p:nvSpPr>
          <p:cNvPr id="13" name="">
            <a:extLst xmlns:a="http://schemas.openxmlformats.org/drawingml/2006/main">
              <a:ext uri="{FF2B5EF4-FFF2-40B4-BE49-F238E27FC236}">
                <a16:creationId xmlns:a16="http://schemas.microsoft.com/office/drawing/2014/main" id="{603168C0-A60A-47A5-9728-3B74EEA56F7B}"/>
              </a:ext>
            </a:extLst>
          </p:cNvPr>
          <p:cNvSpPr>
            <a:spLocks xmlns:a="http://schemas.openxmlformats.org/drawingml/2006/main" noGrp="1"/>
          </p:cNvSpPr>
          <p:nvPr/>
        </p:nvSpPr>
        <p:spPr>
          <a:xfrm xmlns:a="http://schemas.openxmlformats.org/drawingml/2006/main">
            <a:off x="762000" y="419100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250" b="1">
                <a:solidFill>
                  <a:srgbClr val="D96B18"/>
                </a:solidFill>
                <a:latin typeface="Arial"/>
                <a:ea typeface="Arial"/>
                <a:cs typeface="Arial"/>
              </a:defRPr>
            </a:pPr>
            <a:r>
              <a:rPr sz="2250" b="1">
                <a:solidFill>
                  <a:srgbClr val="D96B18"/>
                </a:solidFill>
                <a:latin typeface="Arial"/>
                <a:ea typeface="Arial"/>
                <a:cs typeface="Arial"/>
              </a:rPr>
              <a:t>Evaluación y límites</a:t>
            </a:r>
          </a:p>
        </p:txBody>
      </p:sp>
      <p:sp>
        <p:nvSpPr>
          <p:cNvPr id="14" name="">
            <a:extLst xmlns:a="http://schemas.openxmlformats.org/drawingml/2006/main">
              <a:ext uri="{FF2B5EF4-FFF2-40B4-BE49-F238E27FC236}">
                <a16:creationId xmlns:a16="http://schemas.microsoft.com/office/drawing/2014/main" id="{9E616A34-2FC3-4C08-9D8E-5C0DDF6664E2}"/>
              </a:ext>
            </a:extLst>
          </p:cNvPr>
          <p:cNvSpPr>
            <a:spLocks xmlns:a="http://schemas.openxmlformats.org/drawingml/2006/main" noGrp="1"/>
          </p:cNvSpPr>
          <p:nvPr/>
        </p:nvSpPr>
        <p:spPr>
          <a:xfrm xmlns:a="http://schemas.openxmlformats.org/drawingml/2006/main">
            <a:off x="762000" y="4648200"/>
            <a:ext cx="106680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00" b="0">
                <a:solidFill>
                  <a:srgbClr val="233746"/>
                </a:solidFill>
                <a:latin typeface="Arial"/>
                <a:ea typeface="Arial"/>
                <a:cs typeface="Arial"/>
              </a:defRPr>
            </a:pPr>
            <a:r>
              <a:rPr sz="2100" b="0">
                <a:solidFill>
                  <a:srgbClr val="233746"/>
                </a:solidFill>
                <a:latin typeface="Arial"/>
                <a:ea typeface="Arial"/>
                <a:cs typeface="Arial"/>
              </a:rPr>
              <a:t>Pruebas nominales, perturbaciones, ruido y saturación; métricas y ajustes justificados.</a:t>
            </a:r>
          </a:p>
        </p:txBody>
      </p:sp>
      <p:sp>
        <p:nvSpPr>
          <p:cNvPr id="15" name="">
            <a:extLst xmlns:a="http://schemas.openxmlformats.org/drawingml/2006/main">
              <a:ext uri="{FF2B5EF4-FFF2-40B4-BE49-F238E27FC236}">
                <a16:creationId xmlns:a16="http://schemas.microsoft.com/office/drawing/2014/main" id="{8D94456D-4091-4E90-8CA1-C2C99459C97E}"/>
              </a:ext>
            </a:extLst>
          </p:cNvPr>
          <p:cNvSpPr>
            <a:spLocks xmlns:a="http://schemas.openxmlformats.org/drawingml/2006/main" noGrp="1"/>
          </p:cNvSpPr>
          <p:nvPr/>
        </p:nvSpPr>
        <p:spPr>
          <a:xfrm xmlns:a="http://schemas.openxmlformats.org/drawingml/2006/main">
            <a:off x="762000" y="59912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800" b="1">
                <a:solidFill>
                  <a:srgbClr val="D96B18"/>
                </a:solidFill>
                <a:latin typeface="Arial"/>
                <a:ea typeface="Arial"/>
                <a:cs typeface="Arial"/>
              </a:defRPr>
            </a:pPr>
            <a:r>
              <a:rPr sz="1800" b="1">
                <a:solidFill>
                  <a:srgbClr val="D96B18"/>
                </a:solidFill>
                <a:latin typeface="Arial"/>
                <a:ea typeface="Arial"/>
                <a:cs typeface="Arial"/>
              </a:rPr>
              <a:t>La explicación termina cuando podéis justificar por qué el controlador actúa así.</a:t>
            </a:r>
          </a:p>
        </p:txBody>
      </p:sp>
      <p:sp>
        <p:nvSpPr>
          <p:cNvPr id="16" name="">
            <a:extLst xmlns:a="http://schemas.openxmlformats.org/drawingml/2006/main">
              <a:ext uri="{FF2B5EF4-FFF2-40B4-BE49-F238E27FC236}">
                <a16:creationId xmlns:a16="http://schemas.microsoft.com/office/drawing/2014/main" id="{0C35D921-7366-4CC6-AA04-5D279CD4B954}"/>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7" name="">
            <a:extLst xmlns:a="http://schemas.openxmlformats.org/drawingml/2006/main">
              <a:ext uri="{FF2B5EF4-FFF2-40B4-BE49-F238E27FC236}">
                <a16:creationId xmlns:a16="http://schemas.microsoft.com/office/drawing/2014/main" id="{E0A587AD-DAD5-4ECF-80BF-AA5116165EAF}"/>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slides/slide8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AB97A16-AD2D-45A8-B0DF-AA7DECDCB64F}"/>
              </a:ext>
            </a:extLst>
          </p:cNvPr>
          <p:cNvSpPr>
            <a:spLocks xmlns:a="http://schemas.openxmlformats.org/drawingml/2006/main" noGrp="1"/>
          </p:cNvSpPr>
          <p:nvPr/>
        </p:nvSpPr>
        <p:spPr>
          <a:xfrm xmlns:a="http://schemas.openxmlformats.org/drawingml/2006/main">
            <a:off x="0" y="0"/>
            <a:ext cx="12192000" cy="24765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AAE8A1-14E3-4DF6-9F1F-95F244DC4418}"/>
              </a:ext>
            </a:extLst>
          </p:cNvPr>
          <p:cNvSpPr>
            <a:spLocks xmlns:a="http://schemas.openxmlformats.org/drawingml/2006/main" noGrp="1"/>
          </p:cNvSpPr>
          <p:nvPr/>
        </p:nvSpPr>
        <p:spPr>
          <a:xfrm xmlns:a="http://schemas.openxmlformats.org/drawingml/2006/main">
            <a:off x="0" y="6591300"/>
            <a:ext cx="12192000" cy="266700"/>
          </a:xfrm>
          <a:prstGeom xmlns:a="http://schemas.openxmlformats.org/drawingml/2006/main" prst="rect">
            <a:avLst/>
          </a:prstGeom>
          <a:solidFill xmlns:a="http://schemas.openxmlformats.org/drawingml/2006/main">
            <a:srgbClr val="D96B18"/>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D814A714-2ACA-47C4-B363-3506A6B52770}"/>
              </a:ext>
            </a:extLst>
          </p:cNvPr>
          <p:cNvSpPr>
            <a:spLocks xmlns:a="http://schemas.openxmlformats.org/drawingml/2006/main" noGrp="1"/>
          </p:cNvSpPr>
          <p:nvPr/>
        </p:nvSpPr>
        <p:spPr>
          <a:xfrm xmlns:a="http://schemas.openxmlformats.org/drawingml/2006/main">
            <a:off x="609600" y="47625"/>
            <a:ext cx="10477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825" b="0">
                <a:solidFill>
                  <a:srgbClr val="FFFFFF"/>
                </a:solidFill>
                <a:latin typeface="Arial"/>
                <a:ea typeface="Arial"/>
                <a:cs typeface="Arial"/>
              </a:defRPr>
            </a:pPr>
            <a:r>
              <a:rPr sz="825" b="0">
                <a:solidFill>
                  <a:srgbClr val="FFFFFF"/>
                </a:solidFill>
                <a:latin typeface="Arial"/>
                <a:ea typeface="Arial"/>
                <a:cs typeface="Arial"/>
              </a:rPr>
              <a:t>Razonamiento con Incertidumbre · Sistemas de control Fuzzy</a:t>
            </a:r>
          </a:p>
        </p:txBody>
      </p:sp>
      <p:sp>
        <p:nvSpPr>
          <p:cNvPr id="4" name="">
            <a:extLst xmlns:a="http://schemas.openxmlformats.org/drawingml/2006/main">
              <a:ext uri="{FF2B5EF4-FFF2-40B4-BE49-F238E27FC236}">
                <a16:creationId xmlns:a16="http://schemas.microsoft.com/office/drawing/2014/main" id="{52D24440-8556-43E5-AFB8-7106500C3F2B}"/>
              </a:ext>
            </a:extLst>
          </p:cNvPr>
          <p:cNvSpPr>
            <a:spLocks xmlns:a="http://schemas.openxmlformats.org/drawingml/2006/main" noGrp="1"/>
          </p:cNvSpPr>
          <p:nvPr/>
        </p:nvSpPr>
        <p:spPr>
          <a:xfrm xmlns:a="http://schemas.openxmlformats.org/drawingml/2006/main">
            <a:off x="609600" y="6648450"/>
            <a:ext cx="9048750" cy="142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Erik Figueiral Alonso</a:t>
            </a:r>
          </a:p>
        </p:txBody>
      </p:sp>
      <p:sp>
        <p:nvSpPr>
          <p:cNvPr id="5" name="">
            <a:extLst xmlns:a="http://schemas.openxmlformats.org/drawingml/2006/main">
              <a:ext uri="{FF2B5EF4-FFF2-40B4-BE49-F238E27FC236}">
                <a16:creationId xmlns:a16="http://schemas.microsoft.com/office/drawing/2014/main" id="{CE2DCEDA-C903-469B-9098-0C5E897F7DC6}"/>
              </a:ext>
            </a:extLst>
          </p:cNvPr>
          <p:cNvSpPr>
            <a:spLocks xmlns:a="http://schemas.openxmlformats.org/drawingml/2006/main" noGrp="1"/>
          </p:cNvSpPr>
          <p:nvPr/>
        </p:nvSpPr>
        <p:spPr>
          <a:xfrm xmlns:a="http://schemas.openxmlformats.org/drawingml/2006/main">
            <a:off x="11334750" y="6648450"/>
            <a:ext cx="428625" cy="152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buNone/>
              <a:defRPr sz="750" b="0">
                <a:solidFill>
                  <a:srgbClr val="FFFFFF"/>
                </a:solidFill>
                <a:latin typeface="Arial"/>
                <a:ea typeface="Arial"/>
                <a:cs typeface="Arial"/>
              </a:defRPr>
            </a:pPr>
            <a:r>
              <a:rPr sz="750" b="0">
                <a:solidFill>
                  <a:srgbClr val="FFFFFF"/>
                </a:solidFill>
                <a:latin typeface="Arial"/>
                <a:ea typeface="Arial"/>
                <a:cs typeface="Arial"/>
              </a:rPr>
              <a:t>85</a:t>
            </a:r>
          </a:p>
        </p:txBody>
      </p:sp>
      <p:sp>
        <p:nvSpPr>
          <p:cNvPr id="6" name="">
            <a:extLst xmlns:a="http://schemas.openxmlformats.org/drawingml/2006/main">
              <a:ext uri="{FF2B5EF4-FFF2-40B4-BE49-F238E27FC236}">
                <a16:creationId xmlns:a16="http://schemas.microsoft.com/office/drawing/2014/main" id="{6B70F6B7-ED79-4C6B-B379-D8563E607267}"/>
              </a:ext>
            </a:extLst>
          </p:cNvPr>
          <p:cNvSpPr>
            <a:spLocks xmlns:a="http://schemas.openxmlformats.org/drawingml/2006/main" noGrp="1"/>
          </p:cNvSpPr>
          <p:nvPr/>
        </p:nvSpPr>
        <p:spPr>
          <a:xfrm xmlns:a="http://schemas.openxmlformats.org/drawingml/2006/main">
            <a:off x="609600" y="647700"/>
            <a:ext cx="1097280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3000" b="0">
                <a:solidFill>
                  <a:srgbClr val="4C6375"/>
                </a:solidFill>
                <a:latin typeface="Arial"/>
                <a:ea typeface="Arial"/>
                <a:cs typeface="Arial"/>
              </a:defRPr>
            </a:pPr>
            <a:r>
              <a:rPr sz="3000" b="0">
                <a:solidFill>
                  <a:srgbClr val="4C6375"/>
                </a:solidFill>
                <a:latin typeface="Arial"/>
                <a:ea typeface="Arial"/>
                <a:cs typeface="Arial"/>
              </a:rPr>
              <a:t>Libro de referencia</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a2e58ad844084385"/>
          <a:stretch xmlns:a="http://schemas.openxmlformats.org/drawingml/2006/main"/>
        </p:blipFill>
        <p:spPr>
          <a:xfrm xmlns:a="http://schemas.openxmlformats.org/drawingml/2006/main">
            <a:off x="8028900" y="1619250"/>
            <a:ext cx="3087449" cy="4619625"/>
          </a:xfrm>
          <a:prstGeom xmlns:a="http://schemas.openxmlformats.org/drawingml/2006/main" prst="rect">
            <a:avLst/>
          </a:prstGeom>
        </p:spPr>
      </p:pic>
      <p:sp>
        <p:nvSpPr>
          <p:cNvPr id="10" name="">
            <a:extLst xmlns:a="http://schemas.openxmlformats.org/drawingml/2006/main">
              <a:ext uri="{FF2B5EF4-FFF2-40B4-BE49-F238E27FC236}">
                <a16:creationId xmlns:a16="http://schemas.microsoft.com/office/drawing/2014/main" id="{F8E4F8C0-01A5-4F9D-85FB-9B90BFDA2CDE}"/>
              </a:ext>
            </a:extLst>
          </p:cNvPr>
          <p:cNvSpPr>
            <a:spLocks xmlns:a="http://schemas.openxmlformats.org/drawingml/2006/main" noGrp="1"/>
          </p:cNvSpPr>
          <p:nvPr/>
        </p:nvSpPr>
        <p:spPr>
          <a:xfrm xmlns:a="http://schemas.openxmlformats.org/drawingml/2006/main">
            <a:off x="762000" y="1714500"/>
            <a:ext cx="66675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775" b="1">
                <a:solidFill>
                  <a:srgbClr val="D96B18"/>
                </a:solidFill>
                <a:latin typeface="Arial"/>
                <a:ea typeface="Arial"/>
                <a:cs typeface="Arial"/>
              </a:defRPr>
            </a:pPr>
            <a:r>
              <a:rPr sz="2775" b="1">
                <a:solidFill>
                  <a:srgbClr val="D96B18"/>
                </a:solidFill>
                <a:latin typeface="Arial"/>
                <a:ea typeface="Arial"/>
                <a:cs typeface="Arial"/>
              </a:rPr>
              <a:t>Timothy J. Ross</a:t>
            </a:r>
          </a:p>
        </p:txBody>
      </p:sp>
      <p:sp>
        <p:nvSpPr>
          <p:cNvPr id="11" name="">
            <a:extLst xmlns:a="http://schemas.openxmlformats.org/drawingml/2006/main">
              <a:ext uri="{FF2B5EF4-FFF2-40B4-BE49-F238E27FC236}">
                <a16:creationId xmlns:a16="http://schemas.microsoft.com/office/drawing/2014/main" id="{375A80E5-7012-4BA1-A6FC-BA9F68186300}"/>
              </a:ext>
            </a:extLst>
          </p:cNvPr>
          <p:cNvSpPr>
            <a:spLocks xmlns:a="http://schemas.openxmlformats.org/drawingml/2006/main" noGrp="1"/>
          </p:cNvSpPr>
          <p:nvPr/>
        </p:nvSpPr>
        <p:spPr>
          <a:xfrm xmlns:a="http://schemas.openxmlformats.org/drawingml/2006/main">
            <a:off x="762000" y="2543175"/>
            <a:ext cx="685800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850" b="1">
                <a:solidFill>
                  <a:srgbClr val="233746"/>
                </a:solidFill>
                <a:latin typeface="Arial"/>
                <a:ea typeface="Arial"/>
                <a:cs typeface="Arial"/>
              </a:defRPr>
            </a:pPr>
            <a:r>
              <a:rPr sz="2850" b="1">
                <a:solidFill>
                  <a:srgbClr val="233746"/>
                </a:solidFill>
                <a:latin typeface="Arial"/>
                <a:ea typeface="Arial"/>
                <a:cs typeface="Arial"/>
              </a:rPr>
              <a:t>Fuzzy Logic with</a:t>
            </a:r>
          </a:p>
          <a:p xmlns:a="http://schemas.openxmlformats.org/drawingml/2006/main">
            <a:pPr>
              <a:buNone/>
              <a:defRPr sz="2850" b="1">
                <a:solidFill>
                  <a:srgbClr val="233746"/>
                </a:solidFill>
                <a:latin typeface="Arial"/>
                <a:ea typeface="Arial"/>
                <a:cs typeface="Arial"/>
              </a:defRPr>
            </a:pPr>
            <a:r>
              <a:rPr sz="2850" b="1">
                <a:solidFill>
                  <a:srgbClr val="233746"/>
                </a:solidFill>
                <a:latin typeface="Arial"/>
                <a:ea typeface="Arial"/>
                <a:cs typeface="Arial"/>
              </a:rPr>
              <a:t>Engineering Applications</a:t>
            </a:r>
          </a:p>
        </p:txBody>
      </p:sp>
      <p:sp>
        <p:nvSpPr>
          <p:cNvPr id="12" name="">
            <a:extLst xmlns:a="http://schemas.openxmlformats.org/drawingml/2006/main">
              <a:ext uri="{FF2B5EF4-FFF2-40B4-BE49-F238E27FC236}">
                <a16:creationId xmlns:a16="http://schemas.microsoft.com/office/drawing/2014/main" id="{B9FAA015-711B-47E5-A5DC-77FC458780DD}"/>
              </a:ext>
            </a:extLst>
          </p:cNvPr>
          <p:cNvSpPr>
            <a:spLocks xmlns:a="http://schemas.openxmlformats.org/drawingml/2006/main" noGrp="1"/>
          </p:cNvSpPr>
          <p:nvPr/>
        </p:nvSpPr>
        <p:spPr>
          <a:xfrm xmlns:a="http://schemas.openxmlformats.org/drawingml/2006/main">
            <a:off x="762000" y="3990975"/>
            <a:ext cx="6858000" cy="914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3.ª edición · John Wiley &amp; Sons, 2010</a:t>
            </a:r>
          </a:p>
          <a:p xmlns:a="http://schemas.openxmlformats.org/drawingml/2006/main">
            <a:pPr>
              <a:buNone/>
              <a:defRPr sz="2175" b="0">
                <a:solidFill>
                  <a:srgbClr val="233746"/>
                </a:solidFill>
                <a:latin typeface="Arial"/>
                <a:ea typeface="Arial"/>
                <a:cs typeface="Arial"/>
              </a:defRPr>
            </a:pPr>
            <a:r>
              <a:rPr sz="2175" b="0">
                <a:solidFill>
                  <a:srgbClr val="233746"/>
                </a:solidFill>
                <a:latin typeface="Arial"/>
                <a:ea typeface="Arial"/>
                <a:cs typeface="Arial"/>
              </a:rPr>
              <a:t>ISBN 978-0-470-74376-8</a:t>
            </a:r>
          </a:p>
        </p:txBody>
      </p:sp>
      <p:sp>
        <p:nvSpPr>
          <p:cNvPr id="13" name="">
            <a:extLst xmlns:a="http://schemas.openxmlformats.org/drawingml/2006/main">
              <a:ext uri="{FF2B5EF4-FFF2-40B4-BE49-F238E27FC236}">
                <a16:creationId xmlns:a16="http://schemas.microsoft.com/office/drawing/2014/main" id="{BA672ED9-0FE4-449B-931A-9FBD0FF0EC02}"/>
              </a:ext>
            </a:extLst>
          </p:cNvPr>
          <p:cNvSpPr>
            <a:spLocks xmlns:a="http://schemas.openxmlformats.org/drawingml/2006/main" noGrp="1"/>
          </p:cNvSpPr>
          <p:nvPr/>
        </p:nvSpPr>
        <p:spPr>
          <a:xfrm xmlns:a="http://schemas.openxmlformats.org/drawingml/2006/main">
            <a:off x="762000" y="5305425"/>
            <a:ext cx="6858000" cy="923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Para continuar: 5 (inferencia) y 13 (control).</a:t>
            </a:r>
          </a:p>
          <a:p xmlns:a="http://schemas.openxmlformats.org/drawingml/2006/main">
            <a:pPr>
              <a:buNone/>
              <a:defRPr sz="2025" b="0">
                <a:solidFill>
                  <a:srgbClr val="233746"/>
                </a:solidFill>
                <a:latin typeface="Arial"/>
                <a:ea typeface="Arial"/>
                <a:cs typeface="Arial"/>
              </a:defRPr>
            </a:pPr>
            <a:r>
              <a:rPr sz="2025" b="0">
                <a:solidFill>
                  <a:srgbClr val="233746"/>
                </a:solidFill>
                <a:latin typeface="Arial"/>
                <a:ea typeface="Arial"/>
                <a:cs typeface="Arial"/>
              </a:rPr>
              <a:t>El capítulo 8 queda como ampliación.</a:t>
            </a:r>
          </a:p>
        </p:txBody>
      </p:sp>
      <p:sp>
        <p:nvSpPr>
          <p:cNvPr id="14" name="">
            <a:extLst xmlns:a="http://schemas.openxmlformats.org/drawingml/2006/main">
              <a:ext uri="{FF2B5EF4-FFF2-40B4-BE49-F238E27FC236}">
                <a16:creationId xmlns:a16="http://schemas.microsoft.com/office/drawing/2014/main" id="{E43466B6-6119-4977-ACB2-D01EE3D26CDF}"/>
              </a:ext>
            </a:extLst>
          </p:cNvPr>
          <p:cNvSpPr>
            <a:spLocks xmlns:a="http://schemas.openxmlformats.org/drawingml/2006/main" noGrp="1"/>
          </p:cNvSpPr>
          <p:nvPr/>
        </p:nvSpPr>
        <p:spPr>
          <a:xfrm xmlns:a="http://schemas.openxmlformats.org/drawingml/2006/main">
            <a:off x="609600" y="1352550"/>
            <a:ext cx="10972800" cy="38100"/>
          </a:xfrm>
          <a:prstGeom xmlns:a="http://schemas.openxmlformats.org/drawingml/2006/main" prst="rect">
            <a:avLst/>
          </a:prstGeom>
          <a:solidFill xmlns:a="http://schemas.openxmlformats.org/drawingml/2006/main">
            <a:srgbClr val="4C6375"/>
          </a:solidFill>
          <a:ln xmlns:a="http://schemas.openxmlformats.org/drawingml/2006/main" w="0">
            <a:noFill/>
          </a:ln>
        </p:spPr>
      </p:sp>
      <p:sp>
        <p:nvSpPr>
          <p:cNvPr id="15" name="">
            <a:extLst xmlns:a="http://schemas.openxmlformats.org/drawingml/2006/main">
              <a:ext uri="{FF2B5EF4-FFF2-40B4-BE49-F238E27FC236}">
                <a16:creationId xmlns:a16="http://schemas.microsoft.com/office/drawing/2014/main" id="{E7A27097-E2D5-4DB5-B518-53456D9E4E74}"/>
              </a:ext>
            </a:extLst>
          </p:cNvPr>
          <p:cNvSpPr>
            <a:spLocks xmlns:a="http://schemas.openxmlformats.org/drawingml/2006/main" noGrp="1"/>
          </p:cNvSpPr>
          <p:nvPr/>
        </p:nvSpPr>
        <p:spPr>
          <a:xfrm xmlns:a="http://schemas.openxmlformats.org/drawingml/2006/main">
            <a:off x="685800" y="333375"/>
            <a:ext cx="10858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1">
                <a:solidFill>
                  <a:srgbClr val="4C6375"/>
                </a:solidFill>
                <a:latin typeface="Arial"/>
                <a:ea typeface="Arial"/>
                <a:cs typeface="Arial"/>
              </a:defRPr>
            </a:pPr>
            <a:r>
              <a:rPr sz="1350" b="1">
                <a:solidFill>
                  <a:srgbClr val="4C6375"/>
                </a:solidFill>
                <a:latin typeface="Arial"/>
                <a:ea typeface="Arial"/>
                <a:cs typeface="Arial"/>
              </a:rPr>
              <a:t>06  PRÁCTICA GUIADA    /    Un caso térmico · paso a paso · código y pruebas</a:t>
            </a:r>
          </a:p>
        </p:txBody>
      </p:sp>
    </p:spTree>
    <p:extLst>
      <p:ext uri="{BB962C8B-B14F-4D97-AF65-F5344CB8AC3E}">
        <p14:creationId xmlns:p14="http://schemas.microsoft.com/office/powerpoint/2010/main" val="17218965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2026-10-04T21:28:59.4350000Z</dcterms:created>
  <dcterms:modified xsi:type="dcterms:W3CDTF">2026-10-04T21:28:59.4350000Z</dcterms:modified>
</coreProperties>
</file>